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491" r:id="rId4"/>
  </p:sldMasterIdLst>
  <p:notesMasterIdLst>
    <p:notesMasterId r:id="rId6"/>
  </p:notesMasterIdLst>
  <p:handoutMasterIdLst>
    <p:handoutMasterId r:id="rId7"/>
  </p:handoutMasterIdLst>
  <p:sldIdLst>
    <p:sldId id="2147374258" r:id="rId5"/>
  </p:sldIdLst>
  <p:sldSz cx="12192000" cy="6858000"/>
  <p:notesSz cx="6858000" cy="9144000"/>
  <p:defaultTextStyle>
    <a:defPPr>
      <a:defRPr lang="en-US"/>
    </a:defPPr>
    <a:lvl1pPr>
      <a:lnSpc>
        <a:spcPct val="100000"/>
      </a:lnSpc>
      <a:spcBef>
        <a:spcPts val="300"/>
      </a:spcBef>
      <a:spcAft>
        <a:spcPts val="300"/>
      </a:spcAft>
      <a:defRPr sz="1200">
        <a:solidFill>
          <a:schemeClr val="tx1"/>
        </a:solidFill>
        <a:latin typeface="+mn-lt"/>
      </a:defRPr>
    </a:lvl1pPr>
    <a:lvl2pPr marL="180000" indent="-180000">
      <a:lnSpc>
        <a:spcPct val="100000"/>
      </a:lnSpc>
      <a:spcBef>
        <a:spcPts val="300"/>
      </a:spcBef>
      <a:spcAft>
        <a:spcPts val="300"/>
      </a:spcAft>
      <a:buFont typeface="Calibre" panose="020B0503030202060203" pitchFamily="34" charset="0"/>
      <a:buChar char="–"/>
      <a:defRPr sz="1200">
        <a:solidFill>
          <a:schemeClr val="tx1"/>
        </a:solidFill>
        <a:latin typeface="+mn-lt"/>
      </a:defRPr>
    </a:lvl2pPr>
    <a:lvl3pPr marL="360000" indent="-180000">
      <a:lnSpc>
        <a:spcPct val="100000"/>
      </a:lnSpc>
      <a:spcBef>
        <a:spcPts val="300"/>
      </a:spcBef>
      <a:spcAft>
        <a:spcPts val="300"/>
      </a:spcAft>
      <a:buFont typeface="Arial" panose="020B0604020202020204" pitchFamily="34" charset="0"/>
      <a:buChar char="•"/>
      <a:defRPr sz="1200">
        <a:solidFill>
          <a:schemeClr val="tx1"/>
        </a:solidFill>
        <a:latin typeface="+mn-lt"/>
      </a:defRPr>
    </a:lvl3pPr>
    <a:lvl4pPr marL="0" indent="0">
      <a:lnSpc>
        <a:spcPct val="90000"/>
      </a:lnSpc>
      <a:spcBef>
        <a:spcPts val="600"/>
      </a:spcBef>
      <a:spcAft>
        <a:spcPts val="0"/>
      </a:spcAft>
      <a:buNone/>
      <a:defRPr sz="1600">
        <a:solidFill>
          <a:schemeClr val="tx1"/>
        </a:solidFill>
        <a:latin typeface="Calibre Semibold" panose="020B0703030202060203" pitchFamily="34" charset="0"/>
      </a:defRPr>
    </a:lvl4pPr>
    <a:lvl5pPr marL="0" indent="0">
      <a:spcBef>
        <a:spcPts val="600"/>
      </a:spcBef>
      <a:spcAft>
        <a:spcPts val="0"/>
      </a:spcAft>
      <a:buNone/>
      <a:defRPr sz="1200">
        <a:solidFill>
          <a:schemeClr val="tx1"/>
        </a:solidFill>
        <a:latin typeface="Calibre Semibold" panose="020B0703030202060203" pitchFamily="34" charset="0"/>
      </a:defRPr>
    </a:lvl5pPr>
    <a:lvl6pPr>
      <a:spcBef>
        <a:spcPts val="600"/>
      </a:spcBef>
      <a:spcAft>
        <a:spcPts val="0"/>
      </a:spcAft>
      <a:buNone/>
      <a:defRPr sz="1050">
        <a:solidFill>
          <a:schemeClr val="tx1"/>
        </a:solidFill>
        <a:latin typeface="Calibre Semibold" panose="020B0703030202060203" pitchFamily="34" charset="0"/>
      </a:defRPr>
    </a:lvl6pPr>
    <a:lvl7pPr>
      <a:spcBef>
        <a:spcPts val="300"/>
      </a:spcBef>
      <a:spcAft>
        <a:spcPts val="300"/>
      </a:spcAft>
      <a:defRPr sz="1050">
        <a:solidFill>
          <a:schemeClr val="tx1"/>
        </a:solidFill>
        <a:latin typeface="+mn-lt"/>
      </a:defRPr>
    </a:lvl7pPr>
    <a:lvl8pPr marL="180000" indent="-180000">
      <a:spcBef>
        <a:spcPts val="200"/>
      </a:spcBef>
      <a:spcAft>
        <a:spcPts val="200"/>
      </a:spcAft>
      <a:buFont typeface="Calibre" panose="020B0503030202060203" pitchFamily="34" charset="0"/>
      <a:buChar char="–"/>
      <a:defRPr sz="1050">
        <a:solidFill>
          <a:schemeClr val="tx1"/>
        </a:solidFill>
        <a:latin typeface="+mn-lt"/>
      </a:defRPr>
    </a:lvl8pPr>
    <a:lvl9pPr marL="0" indent="0">
      <a:lnSpc>
        <a:spcPct val="90000"/>
      </a:lnSpc>
      <a:spcBef>
        <a:spcPts val="1200"/>
      </a:spcBef>
      <a:spcAft>
        <a:spcPts val="600"/>
      </a:spcAft>
      <a:buNone/>
      <a:defRPr sz="2200">
        <a:solidFill>
          <a:schemeClr val="tx1"/>
        </a:solidFill>
        <a:latin typeface="Calibre Light" panose="020B0303030202060203" pitchFamily="34" charset="0"/>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AAFF3900-356E-4A21-B42E-9272C98913C2}">
  <a:tblStyle styleId="{6EB843CA-C2C2-4D07-8CA5-9BBCF8472AE9}" styleName="CBRE Table - Emerald Option 1">
    <a:wholeTbl>
      <a:tcTxStyle>
        <a:fontRef idx="minor"/>
        <a:schemeClr val="dk1"/>
      </a:tcTxStyle>
      <a:tcStyle>
        <a:tcBdr>
          <a:left>
            <a:ln w="0" cmpd="sng">
              <a:noFill/>
            </a:ln>
          </a:left>
          <a:right>
            <a:ln w="0" cmpd="sng">
              <a:noFill/>
            </a:ln>
          </a:right>
          <a:top>
            <a:ln w="0" cmpd="sng">
              <a:noFill/>
            </a:ln>
          </a:top>
          <a:bottom>
            <a:ln w="28575" cmpd="sng">
              <a:solidFill>
                <a:schemeClr val="accent6"/>
              </a:solidFill>
            </a:ln>
          </a:bottom>
          <a:insideH>
            <a:ln w="12700" cmpd="sng">
              <a:solidFill>
                <a:srgbClr val="F6F6F6"/>
              </a:solidFill>
            </a:ln>
          </a:insideH>
          <a:insideV>
            <a:ln w="0" cmpd="sng">
              <a:noFill/>
              <a:prstDash val="solid"/>
            </a:ln>
          </a:insideV>
        </a:tcBdr>
        <a:fill>
          <a:solidFill>
            <a:schemeClr val="lt1"/>
          </a:solidFill>
        </a:fill>
      </a:tcStyle>
    </a:wholeTbl>
    <a:band1H>
      <a:tcStyle>
        <a:tcBdr>
          <a:top>
            <a:ln w="12700" cmpd="sng"/>
          </a:top>
        </a:tcBdr>
        <a:fill>
          <a:solidFill>
            <a:srgbClr val="F6F6F6"/>
          </a:solidFill>
        </a:fill>
      </a:tcStyle>
    </a:band1H>
    <a:band2H>
      <a:tcStyle>
        <a:tcBdr>
          <a:top>
            <a:ln w="12700" cmpd="sng"/>
          </a:top>
        </a:tcBdr>
      </a:tcStyle>
    </a:band2H>
    <a:band1V>
      <a:tcStyle>
        <a:tcBdr>
          <a:insideH>
            <a:ln w="12700" cmpd="sng">
              <a:solidFill>
                <a:schemeClr val="lt1"/>
              </a:solidFill>
            </a:ln>
          </a:insideH>
        </a:tcBdr>
        <a:fill>
          <a:solidFill>
            <a:srgbClr val="F6F6F6"/>
          </a:solidFill>
        </a:fill>
      </a:tcStyle>
    </a:band1V>
    <a:band2V>
      <a:tcStyle>
        <a:tcBdr>
          <a:left>
            <a:ln w="0" cmpd="sng">
              <a:noFill/>
              <a:prstDash val="solid"/>
            </a:ln>
          </a:left>
          <a:right>
            <a:ln w="0" cmpd="sng">
              <a:noFill/>
              <a:prstDash val="solid"/>
            </a:ln>
          </a:right>
          <a:insideH>
            <a:ln w="12700" cmpd="sng">
              <a:solidFill>
                <a:srgbClr val="F6F6F6"/>
              </a:solidFill>
            </a:ln>
          </a:insideH>
        </a:tcBdr>
        <a:fill>
          <a:solidFill>
            <a:schemeClr val="lt1"/>
          </a:solidFill>
        </a:fill>
      </a:tcStyle>
    </a:band2V>
    <a:lastCol>
      <a:tcTxStyle b="on">
        <a:fontRef idx="minor"/>
        <a:schemeClr val="lt1"/>
      </a:tcTxStyle>
      <a:tcStyle>
        <a:tcBdr>
          <a:left>
            <a:ln w="0" cmpd="sng">
              <a:noFill/>
            </a:ln>
          </a:left>
          <a:right>
            <a:ln w="0" cmpd="sng">
              <a:noFill/>
            </a:ln>
          </a:right>
          <a:top>
            <a:ln w="0" cmpd="sng">
              <a:noFill/>
            </a:ln>
          </a:top>
          <a:bottom>
            <a:ln w="28575" cmpd="sng">
              <a:solidFill>
                <a:schemeClr val="accent6"/>
              </a:solidFill>
            </a:ln>
          </a:bottom>
          <a:insideH>
            <a:ln w="12700" cmpd="sng">
              <a:solidFill>
                <a:schemeClr val="lt1"/>
              </a:solidFill>
            </a:ln>
          </a:insideH>
          <a:insideV>
            <a:ln w="0" cmpd="sng">
              <a:noFill/>
            </a:ln>
          </a:insideV>
        </a:tcBdr>
        <a:fill>
          <a:solidFill>
            <a:schemeClr val="dk1"/>
          </a:solidFill>
        </a:fill>
      </a:tcStyle>
    </a:lastCol>
    <a:firstCol>
      <a:tcTxStyle b="on">
        <a:fontRef idx="minor"/>
        <a:schemeClr val="lt1"/>
      </a:tcTxStyle>
      <a:tcStyle>
        <a:tcBdr>
          <a:left>
            <a:ln w="0" cmpd="sng">
              <a:noFill/>
            </a:ln>
          </a:left>
          <a:right>
            <a:ln w="0" cmpd="sng">
              <a:noFill/>
            </a:ln>
          </a:right>
          <a:top>
            <a:ln w="0" cmpd="sng">
              <a:noFill/>
            </a:ln>
          </a:top>
          <a:bottom>
            <a:ln w="28575" cmpd="sng">
              <a:solidFill>
                <a:schemeClr val="accent6"/>
              </a:solidFill>
            </a:ln>
          </a:bottom>
          <a:insideH>
            <a:ln w="12700" cmpd="sng">
              <a:solidFill>
                <a:schemeClr val="lt1"/>
              </a:solidFill>
            </a:ln>
          </a:insideH>
          <a:insideV>
            <a:ln w="0" cmpd="sng">
              <a:noFill/>
            </a:ln>
          </a:insideV>
        </a:tcBdr>
        <a:fill>
          <a:solidFill>
            <a:schemeClr val="accent6"/>
          </a:solidFill>
        </a:fill>
      </a:tcStyle>
    </a:firstCol>
    <a:lastRow>
      <a:tcTxStyle b="on">
        <a:fontRef idx="minor"/>
        <a:schemeClr val="lt1"/>
      </a:tcTxStyle>
      <a:tcStyle>
        <a:tcBdr>
          <a:top>
            <a:ln w="12700" cmpd="sng">
              <a:solidFill>
                <a:schemeClr val="lt1"/>
              </a:solidFill>
            </a:ln>
          </a:top>
          <a:bottom>
            <a:ln w="28575" cmpd="sng">
              <a:solidFill>
                <a:schemeClr val="dk1"/>
              </a:solidFill>
            </a:ln>
          </a:bottom>
          <a:insideV>
            <a:ln w="0" cmpd="sng">
              <a:noFill/>
              <a:prstDash val="solid"/>
            </a:ln>
          </a:insideV>
        </a:tcBdr>
        <a:fill>
          <a:solidFill>
            <a:schemeClr val="dk1"/>
          </a:solidFill>
        </a:fill>
      </a:tcStyle>
    </a:lastRow>
    <a:firstRow>
      <a:tcTxStyle b="on">
        <a:fontRef idx="minor"/>
        <a:schemeClr val="lt1"/>
      </a:tcTxStyle>
      <a:tcStyle>
        <a:tcBdr>
          <a:bottom>
            <a:ln w="12700" cmpd="sng">
              <a:solidFill>
                <a:schemeClr val="lt1"/>
              </a:solidFill>
            </a:ln>
          </a:bottom>
          <a:insideV>
            <a:ln w="0" cmpd="sng">
              <a:noFill/>
              <a:prstDash val="solid"/>
            </a:ln>
          </a:insideV>
        </a:tcBdr>
        <a:fill>
          <a:solidFill>
            <a:schemeClr val="accent6"/>
          </a:solidFill>
        </a:fill>
      </a:tcStyle>
    </a:firstRow>
  </a:tblStyle>
  <a:tblStyle styleId="{611F8288-94FE-428C-BC68-D470A1F505C4}" styleName="CBRE Table - Emerald Option 2">
    <a:wholeTbl>
      <a:tcTxStyle>
        <a:fontRef idx="minor"/>
        <a:schemeClr val="dk1"/>
      </a:tcTxStyle>
      <a:tcStyle>
        <a:tcBdr>
          <a:left>
            <a:ln w="0" cmpd="sng">
              <a:noFill/>
            </a:ln>
          </a:left>
          <a:right>
            <a:ln w="0" cmpd="sng">
              <a:noFill/>
            </a:ln>
          </a:right>
          <a:top>
            <a:ln w="0" cmpd="sng">
              <a:noFill/>
            </a:ln>
          </a:top>
          <a:bottom>
            <a:ln w="28575" cmpd="sng">
              <a:solidFill>
                <a:schemeClr val="accent6"/>
              </a:solidFill>
            </a:ln>
          </a:bottom>
          <a:insideH>
            <a:ln w="12700" cmpd="sng">
              <a:solidFill>
                <a:srgbClr val="F6F6F6"/>
              </a:solidFill>
            </a:ln>
          </a:insideH>
          <a:insideV>
            <a:ln w="0" cmpd="sng">
              <a:noFill/>
              <a:prstDash val="solid"/>
            </a:ln>
          </a:insideV>
        </a:tcBdr>
        <a:fill>
          <a:solidFill>
            <a:schemeClr val="lt1"/>
          </a:solidFill>
        </a:fill>
      </a:tcStyle>
    </a:wholeTbl>
    <a:band1H>
      <a:tcStyle>
        <a:tcBdr>
          <a:top>
            <a:ln w="12700" cmpd="sng">
              <a:solidFill>
                <a:srgbClr val="F6F6F6"/>
              </a:solidFill>
            </a:ln>
          </a:top>
        </a:tcBdr>
        <a:fill>
          <a:solidFill>
            <a:srgbClr val="F6F6F6"/>
          </a:solidFill>
        </a:fill>
      </a:tcStyle>
    </a:band1H>
    <a:band2H>
      <a:tcStyle>
        <a:tcBdr>
          <a:top>
            <a:ln w="12700" cmpd="sng">
              <a:solidFill>
                <a:srgbClr val="F6F6F6"/>
              </a:solidFill>
            </a:ln>
          </a:top>
        </a:tcBdr>
      </a:tcStyle>
    </a:band2H>
    <a:band1V>
      <a:tcStyle>
        <a:tcBdr>
          <a:insideH>
            <a:ln w="12700" cmpd="sng">
              <a:solidFill>
                <a:schemeClr val="lt1"/>
              </a:solidFill>
            </a:ln>
          </a:insideH>
        </a:tcBdr>
        <a:fill>
          <a:solidFill>
            <a:srgbClr val="F6F6F6"/>
          </a:solidFill>
        </a:fill>
      </a:tcStyle>
    </a:band1V>
    <a:band2V>
      <a:tcStyle>
        <a:tcBdr>
          <a:left>
            <a:ln w="0" cmpd="sng">
              <a:noFill/>
              <a:prstDash val="solid"/>
            </a:ln>
          </a:left>
          <a:right>
            <a:ln w="0" cmpd="sng">
              <a:noFill/>
              <a:prstDash val="solid"/>
            </a:ln>
          </a:right>
          <a:insideH>
            <a:ln w="12700" cmpd="sng">
              <a:solidFill>
                <a:srgbClr val="F6F6F6"/>
              </a:solidFill>
            </a:ln>
          </a:insideH>
        </a:tcBdr>
        <a:fill>
          <a:solidFill>
            <a:schemeClr val="lt1"/>
          </a:solidFill>
        </a:fill>
      </a:tcStyle>
    </a:band2V>
    <a:lastCol>
      <a:tcTxStyle b="on">
        <a:fontRef idx="minor"/>
        <a:schemeClr val="dk1"/>
      </a:tcTxStyle>
      <a:tcStyle>
        <a:tcBdr/>
      </a:tcStyle>
    </a:lastCol>
    <a:firstCol>
      <a:tcTxStyle b="on">
        <a:fontRef idx="minor"/>
        <a:schemeClr val="accent6"/>
      </a:tcTxStyle>
      <a:tcStyle>
        <a:tcBdr/>
      </a:tcStyle>
    </a:firstCol>
    <a:lastRow>
      <a:tcTxStyle b="on">
        <a:fontRef idx="minor"/>
        <a:schemeClr val="lt1"/>
      </a:tcTxStyle>
      <a:tcStyle>
        <a:tcBdr>
          <a:top>
            <a:ln w="12700" cmpd="sng">
              <a:solidFill>
                <a:schemeClr val="lt1"/>
              </a:solidFill>
            </a:ln>
          </a:top>
          <a:bottom>
            <a:ln w="28575" cmpd="sng">
              <a:solidFill>
                <a:schemeClr val="dk1"/>
              </a:solidFill>
            </a:ln>
          </a:bottom>
          <a:insideV>
            <a:ln w="0" cmpd="sng">
              <a:noFill/>
              <a:prstDash val="solid"/>
            </a:ln>
          </a:insideV>
        </a:tcBdr>
        <a:fill>
          <a:solidFill>
            <a:schemeClr val="dk1"/>
          </a:solidFill>
        </a:fill>
      </a:tcStyle>
    </a:lastRow>
    <a:firstRow>
      <a:tcTxStyle b="on">
        <a:fontRef idx="minor"/>
        <a:schemeClr val="lt1"/>
      </a:tcTxStyle>
      <a:tcStyle>
        <a:tcBdr>
          <a:bottom>
            <a:ln w="12700" cmpd="sng">
              <a:solidFill>
                <a:schemeClr val="lt1"/>
              </a:solidFill>
            </a:ln>
          </a:bottom>
          <a:insideV>
            <a:ln w="0" cmpd="sng">
              <a:noFill/>
              <a:prstDash val="solid"/>
            </a:ln>
          </a:insideV>
        </a:tcBdr>
        <a:fill>
          <a:solidFill>
            <a:schemeClr val="accent6"/>
          </a:solidFill>
        </a:fill>
      </a:tcStyle>
    </a:firstRow>
  </a:tblStyle>
  <a:tblStyle styleId="{EF66C874-BE0A-436F-BFC9-2B0613D0E7D1}" styleName="CBRE Table - Simple Accent Green">
    <a:wholeTbl>
      <a:tcTxStyle>
        <a:fontRef idx="minor"/>
        <a:schemeClr val="dk1"/>
      </a:tcTxStyle>
      <a:tcStyle>
        <a:tcBdr>
          <a:left>
            <a:ln w="0" cmpd="sng">
              <a:noFill/>
            </a:ln>
          </a:left>
          <a:right>
            <a:ln w="0" cmpd="sng">
              <a:noFill/>
            </a:ln>
          </a:right>
          <a:top>
            <a:ln w="0" cmpd="sng">
              <a:noFill/>
            </a:ln>
          </a:top>
          <a:bottom>
            <a:ln w="0" cmpd="sng">
              <a:noFill/>
            </a:ln>
          </a:bottom>
          <a:insideH>
            <a:ln w="9525" cmpd="sng">
              <a:solidFill>
                <a:srgbClr val="17E88F"/>
              </a:solidFill>
            </a:ln>
          </a:insideH>
          <a:insideV>
            <a:ln w="0" cmpd="sng">
              <a:noFill/>
              <a:prstDash val="solid"/>
            </a:ln>
          </a:insideV>
        </a:tcBdr>
        <a:fill>
          <a:solidFill>
            <a:schemeClr val="lt1"/>
          </a:solidFill>
        </a:fill>
      </a:tcStyle>
    </a:wholeTbl>
    <a:band1H>
      <a:tcStyle>
        <a:tcBdr>
          <a:top>
            <a:ln w="9525" cmpd="sng">
              <a:solidFill>
                <a:srgbClr val="17E88F"/>
              </a:solidFill>
            </a:ln>
          </a:top>
        </a:tcBdr>
      </a:tcStyle>
    </a:band1H>
    <a:band2H>
      <a:tcStyle>
        <a:tcBdr>
          <a:top>
            <a:ln w="9525" cmpd="sng">
              <a:solidFill>
                <a:srgbClr val="17E88F"/>
              </a:solidFill>
            </a:ln>
          </a:top>
        </a:tcBdr>
      </a:tcStyle>
    </a:band2H>
    <a:band1V>
      <a:tcStyle>
        <a:tcBdr>
          <a:insideH>
            <a:ln w="9525" cmpd="sng">
              <a:solidFill>
                <a:srgbClr val="17E88F"/>
              </a:solidFill>
            </a:ln>
          </a:insideH>
        </a:tcBdr>
        <a:fill>
          <a:solidFill>
            <a:srgbClr val="F6F6F6"/>
          </a:solidFill>
        </a:fill>
      </a:tcStyle>
    </a:band1V>
    <a:band2V>
      <a:tcStyle>
        <a:tcBdr>
          <a:left>
            <a:ln w="0" cmpd="sng">
              <a:noFill/>
              <a:prstDash val="solid"/>
            </a:ln>
          </a:left>
          <a:right>
            <a:ln w="0" cmpd="sng">
              <a:noFill/>
              <a:prstDash val="solid"/>
            </a:ln>
          </a:right>
          <a:insideH>
            <a:ln w="9525" cmpd="sng">
              <a:solidFill>
                <a:srgbClr val="17E88F"/>
              </a:solidFill>
            </a:ln>
          </a:insideH>
        </a:tcBdr>
      </a:tcStyle>
    </a:band2V>
    <a:lastCol>
      <a:tcTxStyle b="on">
        <a:fontRef idx="minor"/>
        <a:schemeClr val="dk1"/>
      </a:tcTxStyle>
      <a:tcStyle>
        <a:tcBdr/>
      </a:tcStyle>
    </a:lastCol>
    <a:firstCol>
      <a:tcTxStyle b="on">
        <a:fontRef idx="minor"/>
        <a:schemeClr val="dk1"/>
      </a:tcTxStyle>
      <a:tcStyle>
        <a:tcBdr/>
      </a:tcStyle>
    </a:firstCol>
    <a:lastRow>
      <a:tcTxStyle b="on">
        <a:fontRef idx="minor"/>
        <a:schemeClr val="dk1"/>
      </a:tcTxStyle>
      <a:tcStyle>
        <a:tcBdr>
          <a:top>
            <a:ln w="9525" cmpd="sng">
              <a:solidFill>
                <a:srgbClr val="17E88F"/>
              </a:solidFill>
            </a:ln>
          </a:top>
          <a:bottom>
            <a:ln w="0" cmpd="sng">
              <a:noFill/>
            </a:ln>
          </a:bottom>
          <a:insideV>
            <a:ln w="0" cmpd="sng">
              <a:noFill/>
              <a:prstDash val="solid"/>
            </a:ln>
          </a:insideV>
        </a:tcBdr>
      </a:tcStyle>
    </a:lastRow>
    <a:firstRow>
      <a:tcTxStyle b="on">
        <a:fontRef idx="minor"/>
        <a:schemeClr val="dk1"/>
      </a:tcTxStyle>
      <a:tcStyle>
        <a:tcBdr>
          <a:bottom>
            <a:ln w="9525" cmpd="sng">
              <a:solidFill>
                <a:srgbClr val="17E88F"/>
              </a:solidFill>
            </a:ln>
          </a:bottom>
          <a:insideV>
            <a:ln w="0" cmpd="sng">
              <a:noFill/>
              <a:prstDash val="solid"/>
            </a:ln>
          </a:insideV>
        </a:tcBdr>
      </a:tcStyle>
    </a:firstRow>
  </a:tblStyle>
  <a:tblStyle styleId="{D834BE9C-F012-464B-B95A-B12DCBAEE013}" styleName="CBRE Table - Simple Light Grey">
    <a:wholeTbl>
      <a:tcTxStyle>
        <a:fontRef idx="minor"/>
        <a:schemeClr val="dk1"/>
      </a:tcTxStyle>
      <a:tcStyle>
        <a:tcBdr>
          <a:left>
            <a:ln w="0" cmpd="sng">
              <a:noFill/>
            </a:ln>
          </a:left>
          <a:right>
            <a:ln w="0" cmpd="sng">
              <a:noFill/>
            </a:ln>
          </a:right>
          <a:top>
            <a:ln w="0" cmpd="sng">
              <a:noFill/>
            </a:ln>
          </a:top>
          <a:bottom>
            <a:ln w="9525" cmpd="sng">
              <a:solidFill>
                <a:schemeClr val="dk1"/>
              </a:solidFill>
            </a:ln>
          </a:bottom>
          <a:insideH>
            <a:ln w="9525" cmpd="sng">
              <a:solidFill>
                <a:schemeClr val="accent3"/>
              </a:solidFill>
            </a:ln>
          </a:insideH>
          <a:insideV>
            <a:ln w="0" cmpd="sng">
              <a:noFill/>
              <a:prstDash val="solid"/>
            </a:ln>
          </a:insideV>
        </a:tcBdr>
        <a:fill>
          <a:solidFill>
            <a:schemeClr val="lt1"/>
          </a:solidFill>
        </a:fill>
      </a:tcStyle>
    </a:wholeTbl>
    <a:band1H>
      <a:tcStyle>
        <a:tcBdr>
          <a:top>
            <a:ln w="9525" cmpd="sng">
              <a:solidFill>
                <a:schemeClr val="accent3"/>
              </a:solidFill>
            </a:ln>
          </a:top>
        </a:tcBdr>
      </a:tcStyle>
    </a:band1H>
    <a:band2H>
      <a:tcStyle>
        <a:tcBdr>
          <a:top>
            <a:ln w="9525" cmpd="sng">
              <a:solidFill>
                <a:schemeClr val="accent3"/>
              </a:solidFill>
            </a:ln>
          </a:top>
        </a:tcBdr>
      </a:tcStyle>
    </a:band2H>
    <a:band1V>
      <a:tcStyle>
        <a:tcBdr>
          <a:insideH>
            <a:ln w="9525" cmpd="sng">
              <a:solidFill>
                <a:schemeClr val="accent3"/>
              </a:solidFill>
            </a:ln>
          </a:insideH>
        </a:tcBdr>
        <a:fill>
          <a:solidFill>
            <a:srgbClr val="F6F6F6"/>
          </a:solidFill>
        </a:fill>
      </a:tcStyle>
    </a:band1V>
    <a:band2V>
      <a:tcStyle>
        <a:tcBdr>
          <a:left>
            <a:ln w="0" cmpd="sng">
              <a:noFill/>
              <a:prstDash val="solid"/>
            </a:ln>
          </a:left>
          <a:right>
            <a:ln w="0" cmpd="sng">
              <a:noFill/>
              <a:prstDash val="solid"/>
            </a:ln>
          </a:right>
          <a:insideH>
            <a:ln w="9525" cmpd="sng">
              <a:solidFill>
                <a:schemeClr val="accent3"/>
              </a:solidFill>
            </a:ln>
          </a:insideH>
        </a:tcBdr>
      </a:tcStyle>
    </a:band2V>
    <a:lastCol>
      <a:tcTxStyle b="on">
        <a:fontRef idx="minor"/>
        <a:schemeClr val="dk1"/>
      </a:tcTxStyle>
      <a:tcStyle>
        <a:tcBdr/>
      </a:tcStyle>
    </a:lastCol>
    <a:firstCol>
      <a:tcTxStyle b="on">
        <a:fontRef idx="minor"/>
        <a:schemeClr val="dk1"/>
      </a:tcTxStyle>
      <a:tcStyle>
        <a:tcBdr/>
      </a:tcStyle>
    </a:firstCol>
    <a:lastRow>
      <a:tcTxStyle b="on">
        <a:fontRef idx="minor"/>
        <a:schemeClr val="dk1"/>
      </a:tcTxStyle>
      <a:tcStyle>
        <a:tcBdr>
          <a:top>
            <a:ln w="9525" cmpd="sng">
              <a:solidFill>
                <a:schemeClr val="dk1"/>
              </a:solidFill>
            </a:ln>
          </a:top>
          <a:bottom>
            <a:ln w="9525" cmpd="sng">
              <a:solidFill>
                <a:schemeClr val="dk1"/>
              </a:solidFill>
            </a:ln>
          </a:bottom>
          <a:insideV>
            <a:ln w="0" cmpd="sng">
              <a:noFill/>
              <a:prstDash val="solid"/>
            </a:ln>
          </a:insideV>
        </a:tcBdr>
      </a:tcStyle>
    </a:lastRow>
    <a:firstRow>
      <a:tcTxStyle b="on">
        <a:fontRef idx="minor"/>
        <a:schemeClr val="lt1"/>
      </a:tcTxStyle>
      <a:tcStyle>
        <a:tcBdr>
          <a:top>
            <a:ln w="9525" cmpd="sng">
              <a:solidFill>
                <a:schemeClr val="dk1"/>
              </a:solidFill>
            </a:ln>
          </a:top>
          <a:bottom>
            <a:ln w="9525" cmpd="sng">
              <a:solidFill>
                <a:schemeClr val="dk1"/>
              </a:solidFill>
            </a:ln>
          </a:bottom>
          <a:insideV>
            <a:ln w="0" cmpd="sng">
              <a:noFill/>
              <a:prstDash val="solid"/>
            </a:ln>
          </a:insideV>
        </a:tcBdr>
        <a:fill>
          <a:solidFill>
            <a:schemeClr val="dk1"/>
          </a:solidFill>
        </a:fill>
      </a:tcStyle>
    </a:firstRow>
  </a:tblStyle>
  <a:tblStyle styleId="{AAFF3900-356E-4A21-B42E-9272C98913C2}" styleName="CBRE Table - Simple Celadon">
    <a:wholeTbl>
      <a:tcTxStyle>
        <a:fontRef idx="minor"/>
        <a:schemeClr val="dk1"/>
      </a:tcTxStyle>
      <a:tcStyle>
        <a:tcBdr>
          <a:left>
            <a:ln w="0" cmpd="sng">
              <a:noFill/>
            </a:ln>
          </a:left>
          <a:right>
            <a:ln w="0" cmpd="sng">
              <a:noFill/>
            </a:ln>
          </a:right>
          <a:top>
            <a:ln w="0" cmpd="sng">
              <a:noFill/>
            </a:ln>
          </a:top>
          <a:bottom>
            <a:ln w="6350" cmpd="sng">
              <a:solidFill>
                <a:schemeClr val="dk1"/>
              </a:solidFill>
            </a:ln>
          </a:bottom>
          <a:insideH>
            <a:ln w="6350" cmpd="sng">
              <a:solidFill>
                <a:schemeClr val="accent3"/>
              </a:solidFill>
            </a:ln>
          </a:insideH>
          <a:insideV>
            <a:ln w="0" cmpd="sng">
              <a:noFill/>
              <a:prstDash val="solid"/>
            </a:ln>
          </a:insideV>
        </a:tcBdr>
        <a:fill>
          <a:solidFill>
            <a:schemeClr val="lt1"/>
          </a:solidFill>
        </a:fill>
      </a:tcStyle>
    </a:wholeTbl>
    <a:band1H>
      <a:tcStyle>
        <a:tcBdr>
          <a:top>
            <a:ln w="6350" cmpd="sng">
              <a:solidFill>
                <a:schemeClr val="dk1"/>
              </a:solidFill>
            </a:ln>
          </a:top>
        </a:tcBdr>
      </a:tcStyle>
    </a:band1H>
    <a:band2H>
      <a:tcStyle>
        <a:tcBdr>
          <a:top>
            <a:ln w="6350" cmpd="sng">
              <a:solidFill>
                <a:schemeClr val="dk1"/>
              </a:solidFill>
            </a:ln>
          </a:top>
        </a:tcBdr>
      </a:tcStyle>
    </a:band2H>
    <a:band1V>
      <a:tcStyle>
        <a:tcBdr>
          <a:insideH>
            <a:ln w="6350" cmpd="sng">
              <a:solidFill>
                <a:schemeClr val="dk1"/>
              </a:solidFill>
            </a:ln>
          </a:insideH>
        </a:tcBdr>
        <a:fill>
          <a:solidFill>
            <a:srgbClr val="F6F6F6"/>
          </a:solidFill>
        </a:fill>
      </a:tcStyle>
    </a:band1V>
    <a:band2V>
      <a:tcStyle>
        <a:tcBdr>
          <a:left>
            <a:ln w="0" cmpd="sng">
              <a:noFill/>
              <a:prstDash val="solid"/>
            </a:ln>
          </a:left>
          <a:right>
            <a:ln w="0" cmpd="sng">
              <a:noFill/>
              <a:prstDash val="solid"/>
            </a:ln>
          </a:right>
          <a:insideH>
            <a:ln w="6350" cmpd="sng">
              <a:solidFill>
                <a:schemeClr val="dk1"/>
              </a:solidFill>
            </a:ln>
          </a:insideH>
        </a:tcBdr>
      </a:tcStyle>
    </a:band2V>
    <a:lastCol>
      <a:tcTxStyle b="on">
        <a:fontRef idx="minor"/>
        <a:schemeClr val="dk1"/>
      </a:tcTxStyle>
      <a:tcStyle>
        <a:tcBdr/>
      </a:tcStyle>
    </a:lastCol>
    <a:firstCol>
      <a:tcTxStyle b="on">
        <a:fontRef idx="minor"/>
        <a:schemeClr val="dk1"/>
      </a:tcTxStyle>
      <a:tcStyle>
        <a:tcBdr/>
      </a:tcStyle>
    </a:firstCol>
    <a:lastRow>
      <a:tcTxStyle b="on">
        <a:fontRef idx="minor"/>
        <a:srgbClr val="012A2D"/>
      </a:tcTxStyle>
      <a:tcStyle>
        <a:tcBdr>
          <a:top>
            <a:ln w="19050" cmpd="sng">
              <a:solidFill>
                <a:schemeClr val="dk1"/>
              </a:solidFill>
            </a:ln>
          </a:top>
          <a:bottom>
            <a:ln w="19050" cmpd="sng">
              <a:solidFill>
                <a:schemeClr val="dk1"/>
              </a:solidFill>
            </a:ln>
          </a:bottom>
          <a:insideV>
            <a:ln w="0" cmpd="sng">
              <a:noFill/>
              <a:prstDash val="solid"/>
            </a:ln>
          </a:insideV>
        </a:tcBdr>
        <a:fill>
          <a:solidFill>
            <a:srgbClr val="C0D4CB"/>
          </a:solidFill>
        </a:fill>
      </a:tcStyle>
    </a:lastRow>
    <a:firstRow>
      <a:tcTxStyle b="on">
        <a:fontRef idx="minor"/>
        <a:srgbClr val="012A2D"/>
      </a:tcTxStyle>
      <a:tcStyle>
        <a:tcBdr>
          <a:top>
            <a:ln w="0" cmpd="sng">
              <a:solidFill>
                <a:schemeClr val="dk1"/>
              </a:solidFill>
            </a:ln>
          </a:top>
          <a:bottom>
            <a:ln w="12700" cmpd="sng">
              <a:solidFill>
                <a:schemeClr val="dk1"/>
              </a:solidFill>
            </a:ln>
          </a:bottom>
          <a:insideV>
            <a:ln w="0" cmpd="sng">
              <a:noFill/>
              <a:prstDash val="solid"/>
            </a:ln>
          </a:insideV>
        </a:tcBdr>
        <a:fill>
          <a:solidFill>
            <a:srgbClr val="C0D4CB"/>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351" autoAdjust="0"/>
    <p:restoredTop sz="95167" autoAdjust="0"/>
  </p:normalViewPr>
  <p:slideViewPr>
    <p:cSldViewPr showGuides="1">
      <p:cViewPr varScale="1">
        <p:scale>
          <a:sx n="128" d="100"/>
          <a:sy n="128" d="100"/>
        </p:scale>
        <p:origin x="688" y="176"/>
      </p:cViewPr>
      <p:guideLst/>
    </p:cSldViewPr>
  </p:slideViewPr>
  <p:outlineViewPr>
    <p:cViewPr>
      <p:scale>
        <a:sx n="33" d="100"/>
        <a:sy n="33" d="100"/>
      </p:scale>
      <p:origin x="0" y="-23916"/>
    </p:cViewPr>
  </p:outlineViewPr>
  <p:notesTextViewPr>
    <p:cViewPr>
      <p:scale>
        <a:sx n="1" d="1"/>
        <a:sy n="1" d="1"/>
      </p:scale>
      <p:origin x="0" y="0"/>
    </p:cViewPr>
  </p:notesTextViewPr>
  <p:sorterViewPr>
    <p:cViewPr varScale="1">
      <p:scale>
        <a:sx n="1" d="1"/>
        <a:sy n="1" d="1"/>
      </p:scale>
      <p:origin x="0" y="-20736"/>
    </p:cViewPr>
  </p:sorterViewPr>
  <p:notesViewPr>
    <p:cSldViewPr showGuides="1">
      <p:cViewPr varScale="1">
        <p:scale>
          <a:sx n="120" d="100"/>
          <a:sy n="120" d="100"/>
        </p:scale>
        <p:origin x="4124" y="8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handoutMaster" Target="handoutMasters/handoutMaster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DA2315A-1C2B-4732-A0BF-4A37C6D5963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4" name="Footer Placeholder 3">
            <a:extLst>
              <a:ext uri="{FF2B5EF4-FFF2-40B4-BE49-F238E27FC236}">
                <a16:creationId xmlns:a16="http://schemas.microsoft.com/office/drawing/2014/main" id="{360C4552-6946-4AD3-91B9-C1469C1BAF5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CFD987E-52AD-4AC4-9B8E-6B516CFBBAC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391D475-80AD-4D36-BEB1-9E0CA5625733}" type="slidenum">
              <a:rPr lang="en-US" smtClean="0"/>
              <a:t>‹#›</a:t>
            </a:fld>
            <a:endParaRPr lang="en-US" dirty="0"/>
          </a:p>
        </p:txBody>
      </p:sp>
    </p:spTree>
    <p:extLst>
      <p:ext uri="{BB962C8B-B14F-4D97-AF65-F5344CB8AC3E}">
        <p14:creationId xmlns:p14="http://schemas.microsoft.com/office/powerpoint/2010/main" val="300212483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C5C41C-6714-4709-9DD0-287337DCF44F}" type="datetimeFigureOut">
              <a:rPr lang="en-GB" smtClean="0"/>
              <a:t>17/12/2025</a:t>
            </a:fld>
            <a:endParaRPr lang="en-GB" dirty="0"/>
          </a:p>
        </p:txBody>
      </p:sp>
      <p:sp>
        <p:nvSpPr>
          <p:cNvPr id="4" name="Slide Image Placeholder 3"/>
          <p:cNvSpPr>
            <a:spLocks noGrp="1" noRot="1" noChangeAspect="1"/>
          </p:cNvSpPr>
          <p:nvPr>
            <p:ph type="sldImg" idx="2"/>
          </p:nvPr>
        </p:nvSpPr>
        <p:spPr>
          <a:xfrm>
            <a:off x="685800" y="685800"/>
            <a:ext cx="5486400" cy="3086100"/>
          </a:xfrm>
          <a:prstGeom prst="rect">
            <a:avLst/>
          </a:prstGeom>
          <a:noFill/>
          <a:ln w="12700">
            <a:solidFill>
              <a:schemeClr val="accent3"/>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030810"/>
            <a:ext cx="5486400" cy="419879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27CBEC-3BA9-408E-897B-DC62741FD035}" type="slidenum">
              <a:rPr lang="en-GB" smtClean="0"/>
              <a:t>‹#›</a:t>
            </a:fld>
            <a:endParaRPr lang="en-GB" dirty="0"/>
          </a:p>
        </p:txBody>
      </p:sp>
    </p:spTree>
    <p:extLst>
      <p:ext uri="{BB962C8B-B14F-4D97-AF65-F5344CB8AC3E}">
        <p14:creationId xmlns:p14="http://schemas.microsoft.com/office/powerpoint/2010/main" val="1810922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Calibre Semibold" panose="020B0703030202060203" pitchFamily="34" charset="0"/>
        <a:ea typeface="+mn-ea"/>
        <a:cs typeface="+mn-cs"/>
      </a:defRPr>
    </a:lvl1pPr>
    <a:lvl2pPr marL="0" indent="0" algn="l" defTabSz="914400" rtl="0" eaLnBrk="1" latinLnBrk="0" hangingPunct="1">
      <a:buFont typeface="Calibre" panose="020B0503030202060203" pitchFamily="34" charset="0"/>
      <a:buNone/>
      <a:defRPr sz="1200" kern="1200">
        <a:solidFill>
          <a:schemeClr val="tx1"/>
        </a:solidFill>
        <a:latin typeface="+mn-lt"/>
        <a:ea typeface="+mn-ea"/>
        <a:cs typeface="+mn-cs"/>
      </a:defRPr>
    </a:lvl2pPr>
    <a:lvl3pPr marL="169863" indent="-169863" algn="l" defTabSz="914400" rtl="0" eaLnBrk="1" latinLnBrk="0" hangingPunct="1">
      <a:buFont typeface="Calibre" panose="020B0503030202060203" pitchFamily="34" charset="0"/>
      <a:buChar char="–"/>
      <a:defRPr sz="1200" kern="1200">
        <a:solidFill>
          <a:schemeClr val="tx1"/>
        </a:solidFill>
        <a:latin typeface="+mn-lt"/>
        <a:ea typeface="+mn-ea"/>
        <a:cs typeface="+mn-cs"/>
      </a:defRPr>
    </a:lvl3pPr>
    <a:lvl4pPr marL="346075" indent="-171450" algn="l" defTabSz="914400" rtl="0" eaLnBrk="1" latinLnBrk="0" hangingPunct="1">
      <a:buFont typeface="Arial" panose="020B0604020202020204" pitchFamily="34" charset="0"/>
      <a:buChar char="•"/>
      <a:defRPr sz="1200" kern="1200">
        <a:solidFill>
          <a:schemeClr val="tx1"/>
        </a:solidFill>
        <a:latin typeface="+mn-lt"/>
        <a:ea typeface="+mn-ea"/>
        <a:cs typeface="+mn-cs"/>
      </a:defRPr>
    </a:lvl4pPr>
    <a:lvl5pPr marL="0" indent="0" algn="l" defTabSz="914400" rtl="0" eaLnBrk="1" latinLnBrk="0" hangingPunct="1">
      <a:defRPr sz="105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Text title">
    <p:bg>
      <p:bgPr>
        <a:solidFill>
          <a:srgbClr val="003F2D"/>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A7F2D6A3-4326-ECEE-1960-EB4C60614FC9}"/>
              </a:ext>
            </a:extLst>
          </p:cNvPr>
          <p:cNvSpPr>
            <a:spLocks noGrp="1"/>
          </p:cNvSpPr>
          <p:nvPr>
            <p:ph type="title" hasCustomPrompt="1"/>
          </p:nvPr>
        </p:nvSpPr>
        <p:spPr>
          <a:xfrm>
            <a:off x="1020763" y="973139"/>
            <a:ext cx="9636121" cy="4910136"/>
          </a:xfrm>
        </p:spPr>
        <p:txBody>
          <a:bodyPr anchor="b" anchorCtr="0"/>
          <a:lstStyle>
            <a:lvl1pPr>
              <a:lnSpc>
                <a:spcPct val="75000"/>
              </a:lnSpc>
              <a:defRPr sz="8800">
                <a:solidFill>
                  <a:schemeClr val="tx1"/>
                </a:solidFill>
              </a:defRPr>
            </a:lvl1pPr>
            <a:lvl2pPr>
              <a:lnSpc>
                <a:spcPct val="75000"/>
              </a:lnSpc>
              <a:defRPr sz="8000"/>
            </a:lvl2pPr>
            <a:lvl3pPr>
              <a:lnSpc>
                <a:spcPct val="80000"/>
              </a:lnSpc>
              <a:defRPr sz="7200"/>
            </a:lvl3pPr>
            <a:lvl4pPr>
              <a:lnSpc>
                <a:spcPct val="80000"/>
              </a:lnSpc>
              <a:defRPr sz="6600"/>
            </a:lvl4pPr>
            <a:lvl5pPr>
              <a:lnSpc>
                <a:spcPct val="80000"/>
              </a:lnSpc>
              <a:defRPr sz="5400"/>
            </a:lvl5pPr>
            <a:lvl6pPr>
              <a:lnSpc>
                <a:spcPct val="80000"/>
              </a:lnSpc>
              <a:defRPr sz="4800"/>
            </a:lvl6pPr>
            <a:lvl7pPr>
              <a:lnSpc>
                <a:spcPct val="80000"/>
              </a:lnSpc>
              <a:defRPr sz="4400"/>
            </a:lvl7pPr>
            <a:lvl8pPr>
              <a:lnSpc>
                <a:spcPct val="80000"/>
              </a:lnSpc>
              <a:defRPr sz="4000"/>
            </a:lvl8pPr>
            <a:lvl9pPr>
              <a:lnSpc>
                <a:spcPct val="75000"/>
              </a:lnSpc>
              <a:defRPr sz="11000"/>
            </a:lvl9pPr>
          </a:lstStyle>
          <a:p>
            <a:pPr lvl="0"/>
            <a:r>
              <a:rPr lang="en-GB" dirty="0"/>
              <a:t>Presentation title</a:t>
            </a:r>
          </a:p>
        </p:txBody>
      </p:sp>
      <p:sp>
        <p:nvSpPr>
          <p:cNvPr id="5" name="Subtitle">
            <a:extLst>
              <a:ext uri="{FF2B5EF4-FFF2-40B4-BE49-F238E27FC236}">
                <a16:creationId xmlns:a16="http://schemas.microsoft.com/office/drawing/2014/main" id="{DAE08EB1-54DB-1BAD-2D6C-7FFD0A44D79A}"/>
              </a:ext>
            </a:extLst>
          </p:cNvPr>
          <p:cNvSpPr>
            <a:spLocks noGrp="1"/>
          </p:cNvSpPr>
          <p:nvPr>
            <p:ph type="subTitle" idx="1" hasCustomPrompt="1"/>
          </p:nvPr>
        </p:nvSpPr>
        <p:spPr>
          <a:xfrm>
            <a:off x="1020763" y="5981700"/>
            <a:ext cx="4516438" cy="422275"/>
          </a:xfrm>
        </p:spPr>
        <p:txBody>
          <a:bodyPr anchor="b" anchorCtr="0"/>
          <a:lstStyle>
            <a:lvl1pPr marL="0" indent="0" algn="l">
              <a:lnSpc>
                <a:spcPct val="100000"/>
              </a:lnSpc>
              <a:spcBef>
                <a:spcPts val="0"/>
              </a:spcBef>
              <a:spcAft>
                <a:spcPts val="0"/>
              </a:spcAft>
              <a:buNone/>
              <a:defRPr sz="1600">
                <a:solidFill>
                  <a:schemeClr val="tx1"/>
                </a:solidFill>
                <a:latin typeface="Calibre Semibold" panose="020B0703030202060203" pitchFamily="34" charset="0"/>
              </a:defRPr>
            </a:lvl1pPr>
            <a:lvl2pPr marL="0" indent="0" algn="l">
              <a:lnSpc>
                <a:spcPct val="100000"/>
              </a:lnSpc>
              <a:spcBef>
                <a:spcPts val="0"/>
              </a:spcBef>
              <a:spcAft>
                <a:spcPts val="0"/>
              </a:spcAft>
              <a:buNone/>
              <a:defRPr sz="1600">
                <a:solidFill>
                  <a:schemeClr val="tx1"/>
                </a:solidFill>
                <a:latin typeface="+mn-lt"/>
              </a:defRPr>
            </a:lvl2pPr>
            <a:lvl3pPr marL="0" indent="0" algn="l">
              <a:buNone/>
              <a:defRPr sz="1200">
                <a:solidFill>
                  <a:schemeClr val="tx1"/>
                </a:solidFill>
                <a:latin typeface="+mn-lt"/>
              </a:defRPr>
            </a:lvl3pPr>
            <a:lvl4pPr marL="180000" indent="-180000" algn="l">
              <a:buFont typeface="Calibre" panose="020B0503030202060203" pitchFamily="34" charset="0"/>
              <a:buChar char="–"/>
              <a:defRPr sz="1200">
                <a:solidFill>
                  <a:schemeClr val="tx1"/>
                </a:solidFill>
                <a:latin typeface="+mn-lt"/>
              </a:defRPr>
            </a:lvl4pPr>
            <a:lvl5pPr marL="360000" indent="-180000" algn="l">
              <a:buFont typeface="Arial" panose="020B0604020202020204" pitchFamily="34" charset="0"/>
              <a:buChar char="•"/>
              <a:defRPr sz="1200">
                <a:solidFill>
                  <a:schemeClr val="tx1"/>
                </a:solidFill>
                <a:latin typeface="+mn-lt"/>
              </a:defRPr>
            </a:lvl5pPr>
            <a:lvl6pPr marL="0" indent="0" algn="l">
              <a:buNone/>
              <a:defRPr sz="1200">
                <a:solidFill>
                  <a:schemeClr val="tx1"/>
                </a:solidFill>
                <a:latin typeface="Calibre Semibold" panose="020B0703030202060203" pitchFamily="34" charset="0"/>
              </a:defRPr>
            </a:lvl6pPr>
            <a:lvl7pPr marL="0" indent="0" algn="l">
              <a:buNone/>
              <a:defRPr sz="1050">
                <a:solidFill>
                  <a:schemeClr val="tx1"/>
                </a:solidFill>
                <a:latin typeface="Calibre Semibold" panose="020B0703030202060203" pitchFamily="34" charset="0"/>
              </a:defRPr>
            </a:lvl7pPr>
            <a:lvl8pPr marL="0" indent="0" algn="l">
              <a:buNone/>
              <a:defRPr sz="1050">
                <a:solidFill>
                  <a:schemeClr val="tx1"/>
                </a:solidFill>
                <a:latin typeface="+mn-lt"/>
              </a:defRPr>
            </a:lvl8pPr>
            <a:lvl9pPr marL="180000" indent="-180000" algn="l">
              <a:buFont typeface="Calibre" panose="020B0503030202060203" pitchFamily="34" charset="0"/>
              <a:buChar char="–"/>
              <a:defRPr sz="1050">
                <a:solidFill>
                  <a:schemeClr val="tx1"/>
                </a:solidFill>
                <a:latin typeface="+mn-lt"/>
              </a:defRPr>
            </a:lvl9pPr>
          </a:lstStyle>
          <a:p>
            <a:r>
              <a:rPr lang="en-GB" dirty="0"/>
              <a:t>Presenter Name – Level 1</a:t>
            </a:r>
            <a:br>
              <a:rPr lang="en-GB" dirty="0"/>
            </a:br>
            <a:r>
              <a:rPr lang="en-GB" dirty="0"/>
              <a:t>Use level 2 for additional information</a:t>
            </a:r>
          </a:p>
          <a:p>
            <a:pPr lvl="1"/>
            <a:r>
              <a:rPr lang="en-GB" dirty="0"/>
              <a:t>Additional Information – Level 2</a:t>
            </a:r>
          </a:p>
          <a:p>
            <a:pPr lvl="2"/>
            <a:r>
              <a:rPr lang="en-GB" dirty="0"/>
              <a:t>Body Copy</a:t>
            </a:r>
          </a:p>
          <a:p>
            <a:pPr lvl="3"/>
            <a:r>
              <a:rPr lang="en-GB" dirty="0"/>
              <a:t>Body Bullet</a:t>
            </a:r>
          </a:p>
          <a:p>
            <a:pPr lvl="4"/>
            <a:r>
              <a:rPr lang="en-GB" dirty="0"/>
              <a:t>Body Bullet 2</a:t>
            </a:r>
          </a:p>
          <a:p>
            <a:pPr lvl="5"/>
            <a:r>
              <a:rPr lang="en-GB" dirty="0"/>
              <a:t>Heading 3</a:t>
            </a:r>
          </a:p>
          <a:p>
            <a:pPr lvl="6"/>
            <a:r>
              <a:rPr lang="en-GB" dirty="0"/>
              <a:t>Caption</a:t>
            </a:r>
          </a:p>
          <a:p>
            <a:pPr lvl="7"/>
            <a:r>
              <a:rPr lang="en-GB" dirty="0"/>
              <a:t>Caption copy</a:t>
            </a:r>
          </a:p>
          <a:p>
            <a:pPr lvl="8"/>
            <a:r>
              <a:rPr lang="en-GB" dirty="0"/>
              <a:t>Caption bullet</a:t>
            </a:r>
          </a:p>
        </p:txBody>
      </p:sp>
      <p:sp>
        <p:nvSpPr>
          <p:cNvPr id="3" name="Date Placeholder">
            <a:extLst>
              <a:ext uri="{FF2B5EF4-FFF2-40B4-BE49-F238E27FC236}">
                <a16:creationId xmlns:a16="http://schemas.microsoft.com/office/drawing/2014/main" id="{3717E46F-EF5A-3F36-B2B9-7BB442CA45BB}"/>
              </a:ext>
            </a:extLst>
          </p:cNvPr>
          <p:cNvSpPr>
            <a:spLocks noGrp="1"/>
          </p:cNvSpPr>
          <p:nvPr>
            <p:ph type="body" sz="half" idx="12" hasCustomPrompt="1"/>
          </p:nvPr>
        </p:nvSpPr>
        <p:spPr>
          <a:xfrm>
            <a:off x="1022080" y="431464"/>
            <a:ext cx="2471738" cy="144000"/>
          </a:xfrm>
          <a:prstGeom prst="rect">
            <a:avLst/>
          </a:prstGeom>
        </p:spPr>
        <p:txBody>
          <a:bodyPr lIns="0" tIns="0" rIns="0" bIns="0"/>
          <a:lstStyle>
            <a:lvl1pPr indent="0">
              <a:spcBef>
                <a:spcPts val="0"/>
              </a:spcBef>
              <a:spcAft>
                <a:spcPts val="0"/>
              </a:spcAft>
              <a:defRPr sz="1050" b="1" cap="all" normalizeH="0" baseline="0">
                <a:solidFill>
                  <a:schemeClr val="tx1"/>
                </a:solidFill>
                <a:latin typeface="Space Mono" panose="02000509040000020004" pitchFamily="49" charset="0"/>
              </a:defRPr>
            </a:lvl1pPr>
            <a:lvl2pPr indent="0">
              <a:spcBef>
                <a:spcPts val="0"/>
              </a:spcBef>
              <a:spcAft>
                <a:spcPts val="0"/>
              </a:spcAft>
              <a:defRPr sz="1050" b="1">
                <a:latin typeface="Space Mono" panose="02000509040000020004" pitchFamily="49" charset="0"/>
              </a:defRPr>
            </a:lvl2pPr>
            <a:lvl3pPr indent="0">
              <a:spcBef>
                <a:spcPts val="0"/>
              </a:spcBef>
              <a:spcAft>
                <a:spcPts val="0"/>
              </a:spcAft>
              <a:defRPr sz="1050" b="1">
                <a:latin typeface="Space Mono" panose="02000509040000020004" pitchFamily="49" charset="0"/>
              </a:defRPr>
            </a:lvl3pPr>
            <a:lvl4pPr indent="0">
              <a:spcBef>
                <a:spcPts val="0"/>
              </a:spcBef>
              <a:spcAft>
                <a:spcPts val="0"/>
              </a:spcAft>
              <a:defRPr sz="1050" b="1">
                <a:latin typeface="Space Mono" panose="02000509040000020004" pitchFamily="49" charset="0"/>
              </a:defRPr>
            </a:lvl4pPr>
            <a:lvl5pPr indent="0">
              <a:spcBef>
                <a:spcPts val="0"/>
              </a:spcBef>
              <a:spcAft>
                <a:spcPts val="0"/>
              </a:spcAft>
              <a:defRPr sz="1050" b="1">
                <a:latin typeface="Space Mono" panose="02000509040000020004" pitchFamily="49" charset="0"/>
              </a:defRPr>
            </a:lvl5pPr>
            <a:lvl6pPr indent="0">
              <a:spcBef>
                <a:spcPts val="0"/>
              </a:spcBef>
              <a:spcAft>
                <a:spcPts val="0"/>
              </a:spcAft>
              <a:defRPr sz="1050" b="1">
                <a:latin typeface="Space Mono" panose="02000509040000020004" pitchFamily="49" charset="0"/>
              </a:defRPr>
            </a:lvl6pPr>
            <a:lvl7pPr indent="0">
              <a:spcBef>
                <a:spcPts val="0"/>
              </a:spcBef>
              <a:spcAft>
                <a:spcPts val="0"/>
              </a:spcAft>
              <a:defRPr sz="1050" b="1">
                <a:latin typeface="Space Mono" panose="02000509040000020004" pitchFamily="49" charset="0"/>
              </a:defRPr>
            </a:lvl7pPr>
            <a:lvl8pPr indent="0">
              <a:spcBef>
                <a:spcPts val="0"/>
              </a:spcBef>
              <a:spcAft>
                <a:spcPts val="0"/>
              </a:spcAft>
              <a:defRPr sz="1050" b="1">
                <a:latin typeface="Space Mono" panose="02000509040000020004" pitchFamily="49" charset="0"/>
              </a:defRPr>
            </a:lvl8pPr>
            <a:lvl9pPr indent="0">
              <a:spcBef>
                <a:spcPts val="0"/>
              </a:spcBef>
              <a:spcAft>
                <a:spcPts val="0"/>
              </a:spcAft>
              <a:defRPr sz="1050" b="1">
                <a:latin typeface="Space Mono" panose="02000509040000020004" pitchFamily="49" charset="0"/>
              </a:defRPr>
            </a:lvl9pPr>
          </a:lstStyle>
          <a:p>
            <a:r>
              <a:rPr lang="en-GB" dirty="0"/>
              <a:t>DATE HERE</a:t>
            </a:r>
          </a:p>
        </p:txBody>
      </p:sp>
      <p:sp>
        <p:nvSpPr>
          <p:cNvPr id="2" name="CBRE Vector Logo" descr="CBRE logo">
            <a:extLst>
              <a:ext uri="{FF2B5EF4-FFF2-40B4-BE49-F238E27FC236}">
                <a16:creationId xmlns:a16="http://schemas.microsoft.com/office/drawing/2014/main" id="{872500B6-0911-E216-FACF-F947FFB8EA5E}"/>
              </a:ext>
              <a:ext uri="{C183D7F6-B498-43B3-948B-1728B52AA6E4}">
                <adec:decorative xmlns:adec="http://schemas.microsoft.com/office/drawing/2017/decorative" val="0"/>
              </a:ext>
            </a:extLst>
          </p:cNvPr>
          <p:cNvSpPr>
            <a:spLocks noChangeAspect="1"/>
          </p:cNvSpPr>
          <p:nvPr userDrawn="1"/>
        </p:nvSpPr>
        <p:spPr>
          <a:xfrm>
            <a:off x="10750535" y="452438"/>
            <a:ext cx="924217" cy="229615"/>
          </a:xfrm>
          <a:custGeom>
            <a:avLst/>
            <a:gdLst>
              <a:gd name="connsiteX0" fmla="*/ 306851 w 924217"/>
              <a:gd name="connsiteY0" fmla="*/ 137455 h 229615"/>
              <a:gd name="connsiteX1" fmla="*/ 306851 w 924217"/>
              <a:gd name="connsiteY1" fmla="*/ 175680 h 229615"/>
              <a:gd name="connsiteX2" fmla="*/ 383040 w 924217"/>
              <a:gd name="connsiteY2" fmla="*/ 175680 h 229615"/>
              <a:gd name="connsiteX3" fmla="*/ 402153 w 924217"/>
              <a:gd name="connsiteY3" fmla="*/ 156305 h 229615"/>
              <a:gd name="connsiteX4" fmla="*/ 385134 w 924217"/>
              <a:gd name="connsiteY4" fmla="*/ 137455 h 229615"/>
              <a:gd name="connsiteX5" fmla="*/ 384873 w 924217"/>
              <a:gd name="connsiteY5" fmla="*/ 137455 h 229615"/>
              <a:gd name="connsiteX6" fmla="*/ 384611 w 924217"/>
              <a:gd name="connsiteY6" fmla="*/ 137455 h 229615"/>
              <a:gd name="connsiteX7" fmla="*/ 539868 w 924217"/>
              <a:gd name="connsiteY7" fmla="*/ 50530 h 229615"/>
              <a:gd name="connsiteX8" fmla="*/ 539868 w 924217"/>
              <a:gd name="connsiteY8" fmla="*/ 87185 h 229615"/>
              <a:gd name="connsiteX9" fmla="*/ 618414 w 924217"/>
              <a:gd name="connsiteY9" fmla="*/ 87185 h 229615"/>
              <a:gd name="connsiteX10" fmla="*/ 636479 w 924217"/>
              <a:gd name="connsiteY10" fmla="*/ 71476 h 229615"/>
              <a:gd name="connsiteX11" fmla="*/ 636218 w 924217"/>
              <a:gd name="connsiteY11" fmla="*/ 71476 h 229615"/>
              <a:gd name="connsiteX12" fmla="*/ 636218 w 924217"/>
              <a:gd name="connsiteY12" fmla="*/ 66501 h 229615"/>
              <a:gd name="connsiteX13" fmla="*/ 618414 w 924217"/>
              <a:gd name="connsiteY13" fmla="*/ 50530 h 229615"/>
              <a:gd name="connsiteX14" fmla="*/ 306589 w 924217"/>
              <a:gd name="connsiteY14" fmla="*/ 49745 h 229615"/>
              <a:gd name="connsiteX15" fmla="*/ 306851 w 924217"/>
              <a:gd name="connsiteY15" fmla="*/ 87447 h 229615"/>
              <a:gd name="connsiteX16" fmla="*/ 386443 w 924217"/>
              <a:gd name="connsiteY16" fmla="*/ 87185 h 229615"/>
              <a:gd name="connsiteX17" fmla="*/ 402676 w 924217"/>
              <a:gd name="connsiteY17" fmla="*/ 68073 h 229615"/>
              <a:gd name="connsiteX18" fmla="*/ 386967 w 924217"/>
              <a:gd name="connsiteY18" fmla="*/ 49745 h 229615"/>
              <a:gd name="connsiteX19" fmla="*/ 386705 w 924217"/>
              <a:gd name="connsiteY19" fmla="*/ 49745 h 229615"/>
              <a:gd name="connsiteX20" fmla="*/ 386443 w 924217"/>
              <a:gd name="connsiteY20" fmla="*/ 49745 h 229615"/>
              <a:gd name="connsiteX21" fmla="*/ 484363 w 924217"/>
              <a:gd name="connsiteY21" fmla="*/ 261 h 229615"/>
              <a:gd name="connsiteX22" fmla="*/ 606108 w 924217"/>
              <a:gd name="connsiteY22" fmla="*/ 261 h 229615"/>
              <a:gd name="connsiteX23" fmla="*/ 688581 w 924217"/>
              <a:gd name="connsiteY23" fmla="*/ 60479 h 229615"/>
              <a:gd name="connsiteX24" fmla="*/ 654807 w 924217"/>
              <a:gd name="connsiteY24" fmla="*/ 111010 h 229615"/>
              <a:gd name="connsiteX25" fmla="*/ 687796 w 924217"/>
              <a:gd name="connsiteY25" fmla="*/ 155519 h 229615"/>
              <a:gd name="connsiteX26" fmla="*/ 687796 w 924217"/>
              <a:gd name="connsiteY26" fmla="*/ 229614 h 229615"/>
              <a:gd name="connsiteX27" fmla="*/ 633076 w 924217"/>
              <a:gd name="connsiteY27" fmla="*/ 229614 h 229615"/>
              <a:gd name="connsiteX28" fmla="*/ 633076 w 924217"/>
              <a:gd name="connsiteY28" fmla="*/ 169396 h 229615"/>
              <a:gd name="connsiteX29" fmla="*/ 601658 w 924217"/>
              <a:gd name="connsiteY29" fmla="*/ 136930 h 229615"/>
              <a:gd name="connsiteX30" fmla="*/ 540130 w 924217"/>
              <a:gd name="connsiteY30" fmla="*/ 136930 h 229615"/>
              <a:gd name="connsiteX31" fmla="*/ 540130 w 924217"/>
              <a:gd name="connsiteY31" fmla="*/ 229614 h 229615"/>
              <a:gd name="connsiteX32" fmla="*/ 484363 w 924217"/>
              <a:gd name="connsiteY32" fmla="*/ 229614 h 229615"/>
              <a:gd name="connsiteX33" fmla="*/ 722879 w 924217"/>
              <a:gd name="connsiteY33" fmla="*/ 0 h 229615"/>
              <a:gd name="connsiteX34" fmla="*/ 923955 w 924217"/>
              <a:gd name="connsiteY34" fmla="*/ 0 h 229615"/>
              <a:gd name="connsiteX35" fmla="*/ 923955 w 924217"/>
              <a:gd name="connsiteY35" fmla="*/ 50007 h 229615"/>
              <a:gd name="connsiteX36" fmla="*/ 778908 w 924217"/>
              <a:gd name="connsiteY36" fmla="*/ 50007 h 229615"/>
              <a:gd name="connsiteX37" fmla="*/ 779170 w 924217"/>
              <a:gd name="connsiteY37" fmla="*/ 86924 h 229615"/>
              <a:gd name="connsiteX38" fmla="*/ 909817 w 924217"/>
              <a:gd name="connsiteY38" fmla="*/ 86924 h 229615"/>
              <a:gd name="connsiteX39" fmla="*/ 909817 w 924217"/>
              <a:gd name="connsiteY39" fmla="*/ 137193 h 229615"/>
              <a:gd name="connsiteX40" fmla="*/ 779170 w 924217"/>
              <a:gd name="connsiteY40" fmla="*/ 137193 h 229615"/>
              <a:gd name="connsiteX41" fmla="*/ 779170 w 924217"/>
              <a:gd name="connsiteY41" fmla="*/ 177251 h 229615"/>
              <a:gd name="connsiteX42" fmla="*/ 924217 w 924217"/>
              <a:gd name="connsiteY42" fmla="*/ 177251 h 229615"/>
              <a:gd name="connsiteX43" fmla="*/ 924217 w 924217"/>
              <a:gd name="connsiteY43" fmla="*/ 229615 h 229615"/>
              <a:gd name="connsiteX44" fmla="*/ 723141 w 924217"/>
              <a:gd name="connsiteY44" fmla="*/ 229615 h 229615"/>
              <a:gd name="connsiteX45" fmla="*/ 722879 w 924217"/>
              <a:gd name="connsiteY45" fmla="*/ 0 h 229615"/>
              <a:gd name="connsiteX46" fmla="*/ 250298 w 924217"/>
              <a:gd name="connsiteY46" fmla="*/ 0 h 229615"/>
              <a:gd name="connsiteX47" fmla="*/ 369163 w 924217"/>
              <a:gd name="connsiteY47" fmla="*/ 0 h 229615"/>
              <a:gd name="connsiteX48" fmla="*/ 454254 w 924217"/>
              <a:gd name="connsiteY48" fmla="*/ 56815 h 229615"/>
              <a:gd name="connsiteX49" fmla="*/ 419956 w 924217"/>
              <a:gd name="connsiteY49" fmla="*/ 111011 h 229615"/>
              <a:gd name="connsiteX50" fmla="*/ 456611 w 924217"/>
              <a:gd name="connsiteY50" fmla="*/ 163113 h 229615"/>
              <a:gd name="connsiteX51" fmla="*/ 368902 w 924217"/>
              <a:gd name="connsiteY51" fmla="*/ 229091 h 229615"/>
              <a:gd name="connsiteX52" fmla="*/ 250298 w 924217"/>
              <a:gd name="connsiteY52" fmla="*/ 229091 h 229615"/>
              <a:gd name="connsiteX53" fmla="*/ 250298 w 924217"/>
              <a:gd name="connsiteY53" fmla="*/ 0 h 229615"/>
              <a:gd name="connsiteX54" fmla="*/ 213644 w 924217"/>
              <a:gd name="connsiteY54" fmla="*/ 0 h 229615"/>
              <a:gd name="connsiteX55" fmla="*/ 215476 w 924217"/>
              <a:gd name="connsiteY55" fmla="*/ 0 h 229615"/>
              <a:gd name="connsiteX56" fmla="*/ 215215 w 924217"/>
              <a:gd name="connsiteY56" fmla="*/ 52102 h 229615"/>
              <a:gd name="connsiteX57" fmla="*/ 213382 w 924217"/>
              <a:gd name="connsiteY57" fmla="*/ 52102 h 229615"/>
              <a:gd name="connsiteX58" fmla="*/ 109702 w 924217"/>
              <a:gd name="connsiteY58" fmla="*/ 53149 h 229615"/>
              <a:gd name="connsiteX59" fmla="*/ 54720 w 924217"/>
              <a:gd name="connsiteY59" fmla="*/ 112582 h 229615"/>
              <a:gd name="connsiteX60" fmla="*/ 111535 w 924217"/>
              <a:gd name="connsiteY60" fmla="*/ 173062 h 229615"/>
              <a:gd name="connsiteX61" fmla="*/ 213905 w 924217"/>
              <a:gd name="connsiteY61" fmla="*/ 174109 h 229615"/>
              <a:gd name="connsiteX62" fmla="*/ 216000 w 924217"/>
              <a:gd name="connsiteY62" fmla="*/ 174109 h 229615"/>
              <a:gd name="connsiteX63" fmla="*/ 215738 w 924217"/>
              <a:gd name="connsiteY63" fmla="*/ 229353 h 229615"/>
              <a:gd name="connsiteX64" fmla="*/ 213905 w 924217"/>
              <a:gd name="connsiteY64" fmla="*/ 229353 h 229615"/>
              <a:gd name="connsiteX65" fmla="*/ 145309 w 924217"/>
              <a:gd name="connsiteY65" fmla="*/ 229353 h 229615"/>
              <a:gd name="connsiteX66" fmla="*/ 126720 w 924217"/>
              <a:gd name="connsiteY66" fmla="*/ 229091 h 229615"/>
              <a:gd name="connsiteX67" fmla="*/ 64407 w 924217"/>
              <a:gd name="connsiteY67" fmla="*/ 216524 h 229615"/>
              <a:gd name="connsiteX68" fmla="*/ 1833 w 924217"/>
              <a:gd name="connsiteY68" fmla="*/ 137455 h 229615"/>
              <a:gd name="connsiteX69" fmla="*/ 0 w 924217"/>
              <a:gd name="connsiteY69" fmla="*/ 114415 h 229615"/>
              <a:gd name="connsiteX70" fmla="*/ 22516 w 924217"/>
              <a:gd name="connsiteY70" fmla="*/ 46080 h 229615"/>
              <a:gd name="connsiteX71" fmla="*/ 67811 w 924217"/>
              <a:gd name="connsiteY71" fmla="*/ 9687 h 229615"/>
              <a:gd name="connsiteX72" fmla="*/ 115462 w 924217"/>
              <a:gd name="connsiteY72" fmla="*/ 262 h 22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924217" h="229615">
                <a:moveTo>
                  <a:pt x="306851" y="137455"/>
                </a:moveTo>
                <a:lnTo>
                  <a:pt x="306851" y="175680"/>
                </a:lnTo>
                <a:lnTo>
                  <a:pt x="383040" y="175680"/>
                </a:lnTo>
                <a:cubicBezTo>
                  <a:pt x="393251" y="175680"/>
                  <a:pt x="402153" y="166778"/>
                  <a:pt x="402153" y="156305"/>
                </a:cubicBezTo>
                <a:cubicBezTo>
                  <a:pt x="402153" y="146618"/>
                  <a:pt x="394822" y="138502"/>
                  <a:pt x="385134" y="137455"/>
                </a:cubicBezTo>
                <a:lnTo>
                  <a:pt x="384873" y="137455"/>
                </a:lnTo>
                <a:lnTo>
                  <a:pt x="384611" y="137455"/>
                </a:lnTo>
                <a:close/>
                <a:moveTo>
                  <a:pt x="539868" y="50530"/>
                </a:moveTo>
                <a:lnTo>
                  <a:pt x="539868" y="87185"/>
                </a:lnTo>
                <a:lnTo>
                  <a:pt x="618414" y="87185"/>
                </a:lnTo>
                <a:cubicBezTo>
                  <a:pt x="627839" y="87185"/>
                  <a:pt x="635432" y="79068"/>
                  <a:pt x="636479" y="71476"/>
                </a:cubicBezTo>
                <a:lnTo>
                  <a:pt x="636218" y="71476"/>
                </a:lnTo>
                <a:lnTo>
                  <a:pt x="636218" y="66501"/>
                </a:lnTo>
                <a:cubicBezTo>
                  <a:pt x="635170" y="57337"/>
                  <a:pt x="627839" y="50530"/>
                  <a:pt x="618414" y="50530"/>
                </a:cubicBezTo>
                <a:close/>
                <a:moveTo>
                  <a:pt x="306589" y="49745"/>
                </a:moveTo>
                <a:lnTo>
                  <a:pt x="306851" y="87447"/>
                </a:lnTo>
                <a:lnTo>
                  <a:pt x="386443" y="87185"/>
                </a:lnTo>
                <a:cubicBezTo>
                  <a:pt x="395607" y="85876"/>
                  <a:pt x="402676" y="77236"/>
                  <a:pt x="402676" y="68073"/>
                </a:cubicBezTo>
                <a:cubicBezTo>
                  <a:pt x="402676" y="58909"/>
                  <a:pt x="396131" y="51316"/>
                  <a:pt x="386967" y="49745"/>
                </a:cubicBezTo>
                <a:lnTo>
                  <a:pt x="386705" y="49745"/>
                </a:lnTo>
                <a:lnTo>
                  <a:pt x="386443" y="49745"/>
                </a:lnTo>
                <a:close/>
                <a:moveTo>
                  <a:pt x="484363" y="261"/>
                </a:moveTo>
                <a:lnTo>
                  <a:pt x="606108" y="261"/>
                </a:lnTo>
                <a:cubicBezTo>
                  <a:pt x="645643" y="261"/>
                  <a:pt x="688319" y="10734"/>
                  <a:pt x="688581" y="60479"/>
                </a:cubicBezTo>
                <a:cubicBezTo>
                  <a:pt x="688581" y="100799"/>
                  <a:pt x="654807" y="111010"/>
                  <a:pt x="654807" y="111010"/>
                </a:cubicBezTo>
                <a:cubicBezTo>
                  <a:pt x="654807" y="111010"/>
                  <a:pt x="687796" y="121221"/>
                  <a:pt x="687796" y="155519"/>
                </a:cubicBezTo>
                <a:lnTo>
                  <a:pt x="687796" y="229614"/>
                </a:lnTo>
                <a:lnTo>
                  <a:pt x="633076" y="229614"/>
                </a:lnTo>
                <a:lnTo>
                  <a:pt x="633076" y="169396"/>
                </a:lnTo>
                <a:cubicBezTo>
                  <a:pt x="633076" y="151592"/>
                  <a:pt x="619199" y="137192"/>
                  <a:pt x="601658" y="136930"/>
                </a:cubicBezTo>
                <a:cubicBezTo>
                  <a:pt x="601658" y="136930"/>
                  <a:pt x="540130" y="136930"/>
                  <a:pt x="540130" y="136930"/>
                </a:cubicBezTo>
                <a:cubicBezTo>
                  <a:pt x="540130" y="136930"/>
                  <a:pt x="540130" y="223068"/>
                  <a:pt x="540130" y="229614"/>
                </a:cubicBezTo>
                <a:cubicBezTo>
                  <a:pt x="534370" y="229614"/>
                  <a:pt x="484363" y="229614"/>
                  <a:pt x="484363" y="229614"/>
                </a:cubicBezTo>
                <a:close/>
                <a:moveTo>
                  <a:pt x="722879" y="0"/>
                </a:moveTo>
                <a:lnTo>
                  <a:pt x="923955" y="0"/>
                </a:lnTo>
                <a:lnTo>
                  <a:pt x="923955" y="50007"/>
                </a:lnTo>
                <a:lnTo>
                  <a:pt x="778908" y="50007"/>
                </a:lnTo>
                <a:lnTo>
                  <a:pt x="779170" y="86924"/>
                </a:lnTo>
                <a:lnTo>
                  <a:pt x="909817" y="86924"/>
                </a:lnTo>
                <a:lnTo>
                  <a:pt x="909817" y="137193"/>
                </a:lnTo>
                <a:lnTo>
                  <a:pt x="779170" y="137193"/>
                </a:lnTo>
                <a:lnTo>
                  <a:pt x="779170" y="177251"/>
                </a:lnTo>
                <a:lnTo>
                  <a:pt x="924217" y="177251"/>
                </a:lnTo>
                <a:lnTo>
                  <a:pt x="924217" y="229615"/>
                </a:lnTo>
                <a:cubicBezTo>
                  <a:pt x="924217" y="229615"/>
                  <a:pt x="729948" y="229615"/>
                  <a:pt x="723141" y="229615"/>
                </a:cubicBezTo>
                <a:cubicBezTo>
                  <a:pt x="722879" y="223069"/>
                  <a:pt x="722879" y="0"/>
                  <a:pt x="722879" y="0"/>
                </a:cubicBezTo>
                <a:close/>
                <a:moveTo>
                  <a:pt x="250298" y="0"/>
                </a:moveTo>
                <a:lnTo>
                  <a:pt x="369163" y="0"/>
                </a:lnTo>
                <a:cubicBezTo>
                  <a:pt x="432785" y="0"/>
                  <a:pt x="454516" y="26444"/>
                  <a:pt x="454254" y="56815"/>
                </a:cubicBezTo>
                <a:cubicBezTo>
                  <a:pt x="454516" y="76713"/>
                  <a:pt x="449280" y="101324"/>
                  <a:pt x="419956" y="111011"/>
                </a:cubicBezTo>
                <a:cubicBezTo>
                  <a:pt x="419956" y="111011"/>
                  <a:pt x="456611" y="123316"/>
                  <a:pt x="456611" y="163113"/>
                </a:cubicBezTo>
                <a:cubicBezTo>
                  <a:pt x="456611" y="196102"/>
                  <a:pt x="433047" y="229091"/>
                  <a:pt x="368902" y="229091"/>
                </a:cubicBezTo>
                <a:cubicBezTo>
                  <a:pt x="368902" y="229091"/>
                  <a:pt x="256843" y="229091"/>
                  <a:pt x="250298" y="229091"/>
                </a:cubicBezTo>
                <a:cubicBezTo>
                  <a:pt x="250298" y="222545"/>
                  <a:pt x="250298" y="0"/>
                  <a:pt x="250298" y="0"/>
                </a:cubicBezTo>
                <a:close/>
                <a:moveTo>
                  <a:pt x="213644" y="0"/>
                </a:moveTo>
                <a:lnTo>
                  <a:pt x="215476" y="0"/>
                </a:lnTo>
                <a:lnTo>
                  <a:pt x="215215" y="52102"/>
                </a:lnTo>
                <a:lnTo>
                  <a:pt x="213382" y="52102"/>
                </a:lnTo>
                <a:cubicBezTo>
                  <a:pt x="212596" y="52102"/>
                  <a:pt x="125673" y="51055"/>
                  <a:pt x="109702" y="53149"/>
                </a:cubicBezTo>
                <a:cubicBezTo>
                  <a:pt x="76189" y="57600"/>
                  <a:pt x="54720" y="80902"/>
                  <a:pt x="54720" y="112582"/>
                </a:cubicBezTo>
                <a:cubicBezTo>
                  <a:pt x="54720" y="137978"/>
                  <a:pt x="69644" y="168873"/>
                  <a:pt x="111535" y="173062"/>
                </a:cubicBezTo>
                <a:cubicBezTo>
                  <a:pt x="137716" y="175680"/>
                  <a:pt x="213120" y="174109"/>
                  <a:pt x="213905" y="174109"/>
                </a:cubicBezTo>
                <a:lnTo>
                  <a:pt x="216000" y="174109"/>
                </a:lnTo>
                <a:lnTo>
                  <a:pt x="215738" y="229353"/>
                </a:lnTo>
                <a:lnTo>
                  <a:pt x="213905" y="229353"/>
                </a:lnTo>
                <a:cubicBezTo>
                  <a:pt x="213905" y="229353"/>
                  <a:pt x="145309" y="229353"/>
                  <a:pt x="145309" y="229353"/>
                </a:cubicBezTo>
                <a:cubicBezTo>
                  <a:pt x="145309" y="229353"/>
                  <a:pt x="126720" y="229091"/>
                  <a:pt x="126720" y="229091"/>
                </a:cubicBezTo>
                <a:cubicBezTo>
                  <a:pt x="92422" y="227258"/>
                  <a:pt x="75404" y="221498"/>
                  <a:pt x="64407" y="216524"/>
                </a:cubicBezTo>
                <a:cubicBezTo>
                  <a:pt x="31680" y="201076"/>
                  <a:pt x="8902" y="172276"/>
                  <a:pt x="1833" y="137455"/>
                </a:cubicBezTo>
                <a:cubicBezTo>
                  <a:pt x="524" y="129862"/>
                  <a:pt x="0" y="122269"/>
                  <a:pt x="0" y="114415"/>
                </a:cubicBezTo>
                <a:cubicBezTo>
                  <a:pt x="0" y="89542"/>
                  <a:pt x="7855" y="65978"/>
                  <a:pt x="22516" y="46080"/>
                </a:cubicBezTo>
                <a:cubicBezTo>
                  <a:pt x="34298" y="30371"/>
                  <a:pt x="49745" y="17804"/>
                  <a:pt x="67811" y="9687"/>
                </a:cubicBezTo>
                <a:cubicBezTo>
                  <a:pt x="86400" y="2095"/>
                  <a:pt x="104465" y="1047"/>
                  <a:pt x="115462" y="262"/>
                </a:cubicBezTo>
                <a:close/>
              </a:path>
            </a:pathLst>
          </a:custGeom>
          <a:solidFill>
            <a:schemeClr val="tx1"/>
          </a:solidFill>
          <a:ln w="2617" cap="flat">
            <a:noFill/>
            <a:prstDash val="solid"/>
            <a:miter/>
          </a:ln>
        </p:spPr>
        <p:txBody>
          <a:bodyPr wrap="square" rtlCol="0" anchor="ctr">
            <a:noAutofit/>
          </a:bodyPr>
          <a:lstStyle/>
          <a:p>
            <a:endParaRPr lang="en-GB" dirty="0">
              <a:solidFill>
                <a:schemeClr val="bg1"/>
              </a:solidFill>
            </a:endParaRPr>
          </a:p>
        </p:txBody>
      </p:sp>
      <p:cxnSp>
        <p:nvCxnSpPr>
          <p:cNvPr id="4" name="LoS - Fixed">
            <a:extLst>
              <a:ext uri="{FF2B5EF4-FFF2-40B4-BE49-F238E27FC236}">
                <a16:creationId xmlns:a16="http://schemas.microsoft.com/office/drawing/2014/main" id="{10B037B5-5AA6-EB1E-20C4-7B03CEEDB144}"/>
              </a:ext>
              <a:ext uri="{C183D7F6-B498-43B3-948B-1728B52AA6E4}">
                <adec:decorative xmlns:adec="http://schemas.microsoft.com/office/drawing/2017/decorative" val="1"/>
              </a:ext>
            </a:extLst>
          </p:cNvPr>
          <p:cNvCxnSpPr>
            <a:cxnSpLocks/>
          </p:cNvCxnSpPr>
          <p:nvPr userDrawn="1"/>
        </p:nvCxnSpPr>
        <p:spPr>
          <a:xfrm>
            <a:off x="538684" y="441325"/>
            <a:ext cx="0" cy="5962650"/>
          </a:xfrm>
          <a:prstGeom prst="line">
            <a:avLst/>
          </a:prstGeom>
          <a:ln w="63500">
            <a:solidFill>
              <a:srgbClr val="17E88F"/>
            </a:solidFill>
          </a:ln>
        </p:spPr>
        <p:style>
          <a:lnRef idx="1">
            <a:schemeClr val="accent1"/>
          </a:lnRef>
          <a:fillRef idx="0">
            <a:schemeClr val="accent1"/>
          </a:fillRef>
          <a:effectRef idx="0">
            <a:schemeClr val="accent1"/>
          </a:effectRef>
          <a:fontRef idx="minor">
            <a:schemeClr val="tx1"/>
          </a:fontRef>
        </p:style>
      </p:cxnSp>
      <p:grpSp>
        <p:nvGrpSpPr>
          <p:cNvPr id="28" name="Title Guidance">
            <a:extLst>
              <a:ext uri="{FF2B5EF4-FFF2-40B4-BE49-F238E27FC236}">
                <a16:creationId xmlns:a16="http://schemas.microsoft.com/office/drawing/2014/main" id="{29EA9FDE-0FF0-BF00-F1F8-B806C4B5F871}"/>
              </a:ext>
              <a:ext uri="{C183D7F6-B498-43B3-948B-1728B52AA6E4}">
                <adec:decorative xmlns:adec="http://schemas.microsoft.com/office/drawing/2017/decorative" val="1"/>
              </a:ext>
            </a:extLst>
          </p:cNvPr>
          <p:cNvGrpSpPr>
            <a:grpSpLocks noGrp="1" noUngrp="1" noRot="1" noMove="1" noResize="1"/>
          </p:cNvGrpSpPr>
          <p:nvPr userDrawn="1"/>
        </p:nvGrpSpPr>
        <p:grpSpPr>
          <a:xfrm>
            <a:off x="-2317919" y="1484313"/>
            <a:ext cx="1960563" cy="1554271"/>
            <a:chOff x="-2322513" y="195104"/>
            <a:chExt cx="1960563" cy="1554271"/>
          </a:xfrm>
        </p:grpSpPr>
        <p:sp>
          <p:nvSpPr>
            <p:cNvPr id="29" name="Guidance">
              <a:extLst>
                <a:ext uri="{FF2B5EF4-FFF2-40B4-BE49-F238E27FC236}">
                  <a16:creationId xmlns:a16="http://schemas.microsoft.com/office/drawing/2014/main" id="{42324625-5BB2-70E7-5C10-64BF972DAF96}"/>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1308050"/>
            </a:xfrm>
            <a:prstGeom prst="rect">
              <a:avLst/>
            </a:prstGeom>
            <a:solidFill>
              <a:srgbClr val="C0D4CB"/>
            </a:solidFill>
          </p:spPr>
          <p:txBody>
            <a:bodyPr wrap="square" lIns="72000" rIns="72000" rtlCol="0">
              <a:noAutofit/>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The Title of the presentation should be large and impactful. Nine pre-formatted styles are defined for you to use. </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To access the styles, use the keyboard shortcuts to Increase/Decrease List Levels to move through the nine available styles.</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‘ALT+SHIFT+RIGHT ARROW’ to next level</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‘ALT+SHIFT+LEFT ARROW’ to previous level</a:t>
              </a:r>
            </a:p>
          </p:txBody>
        </p:sp>
        <p:sp>
          <p:nvSpPr>
            <p:cNvPr id="30" name="Guidance">
              <a:extLst>
                <a:ext uri="{FF2B5EF4-FFF2-40B4-BE49-F238E27FC236}">
                  <a16:creationId xmlns:a16="http://schemas.microsoft.com/office/drawing/2014/main" id="{9CAF4DE8-481F-35EF-B3AB-9CA04DABEE8E}"/>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Title text</a:t>
              </a:r>
            </a:p>
          </p:txBody>
        </p:sp>
      </p:grpSp>
      <p:grpSp>
        <p:nvGrpSpPr>
          <p:cNvPr id="23" name="Date Guidance">
            <a:extLst>
              <a:ext uri="{FF2B5EF4-FFF2-40B4-BE49-F238E27FC236}">
                <a16:creationId xmlns:a16="http://schemas.microsoft.com/office/drawing/2014/main" id="{EBAA4CBE-2B9E-61E6-3845-1522901821A2}"/>
              </a:ext>
              <a:ext uri="{C183D7F6-B498-43B3-948B-1728B52AA6E4}">
                <adec:decorative xmlns:adec="http://schemas.microsoft.com/office/drawing/2017/decorative" val="1"/>
              </a:ext>
            </a:extLst>
          </p:cNvPr>
          <p:cNvGrpSpPr>
            <a:grpSpLocks noGrp="1" noUngrp="1" noRot="1" noMove="1" noResize="1"/>
          </p:cNvGrpSpPr>
          <p:nvPr userDrawn="1"/>
        </p:nvGrpSpPr>
        <p:grpSpPr>
          <a:xfrm>
            <a:off x="-2322513" y="442366"/>
            <a:ext cx="1960563" cy="784830"/>
            <a:chOff x="-2322513" y="195104"/>
            <a:chExt cx="1960563" cy="784830"/>
          </a:xfrm>
        </p:grpSpPr>
        <p:sp>
          <p:nvSpPr>
            <p:cNvPr id="24" name="Guidance">
              <a:extLst>
                <a:ext uri="{FF2B5EF4-FFF2-40B4-BE49-F238E27FC236}">
                  <a16:creationId xmlns:a16="http://schemas.microsoft.com/office/drawing/2014/main" id="{E7429756-C247-FC3D-5D6A-1D8234B30530}"/>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538609"/>
            </a:xfrm>
            <a:prstGeom prst="rect">
              <a:avLst/>
            </a:prstGeom>
            <a:solidFill>
              <a:srgbClr val="C0D4CB"/>
            </a:solidFill>
          </p:spPr>
          <p:txBody>
            <a:bodyPr wrap="square" lIns="72000" rIns="72000" rtlCol="0">
              <a:noAutofit/>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To set the Date, Select Insert &gt; Header &amp; Footer. Enter the date in the Fixed field.</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Select ‘Apply to All’</a:t>
              </a:r>
            </a:p>
          </p:txBody>
        </p:sp>
        <p:sp>
          <p:nvSpPr>
            <p:cNvPr id="27" name="Guidance">
              <a:extLst>
                <a:ext uri="{FF2B5EF4-FFF2-40B4-BE49-F238E27FC236}">
                  <a16:creationId xmlns:a16="http://schemas.microsoft.com/office/drawing/2014/main" id="{16416C82-A1C9-8A44-EA86-173B702D5DEB}"/>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Setting the Date</a:t>
              </a:r>
              <a:endParaRPr kumimoji="0" lang="en-GB" sz="800" b="0" i="0" u="none" strike="noStrike" kern="1200" cap="none" spc="0" normalizeH="0" baseline="0" noProof="0" dirty="0">
                <a:ln>
                  <a:noFill/>
                </a:ln>
                <a:solidFill>
                  <a:srgbClr val="FFFFFF"/>
                </a:solidFill>
                <a:effectLst/>
                <a:uLnTx/>
                <a:uFillTx/>
              </a:endParaRPr>
            </a:p>
          </p:txBody>
        </p:sp>
      </p:grpSp>
    </p:spTree>
    <p:extLst>
      <p:ext uri="{BB962C8B-B14F-4D97-AF65-F5344CB8AC3E}">
        <p14:creationId xmlns:p14="http://schemas.microsoft.com/office/powerpoint/2010/main" val="2065366318"/>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Title + image 01">
    <p:bg>
      <p:bgPr>
        <a:solidFill>
          <a:srgbClr val="003F2D"/>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A7F2D6A3-4326-ECEE-1960-EB4C60614FC9}"/>
              </a:ext>
            </a:extLst>
          </p:cNvPr>
          <p:cNvSpPr>
            <a:spLocks noGrp="1"/>
          </p:cNvSpPr>
          <p:nvPr>
            <p:ph type="title" hasCustomPrompt="1"/>
          </p:nvPr>
        </p:nvSpPr>
        <p:spPr>
          <a:xfrm>
            <a:off x="508000" y="973138"/>
            <a:ext cx="9123364" cy="1947672"/>
          </a:xfrm>
        </p:spPr>
        <p:txBody>
          <a:bodyPr anchor="b" anchorCtr="0"/>
          <a:lstStyle>
            <a:lvl1pPr>
              <a:lnSpc>
                <a:spcPct val="75000"/>
              </a:lnSpc>
              <a:defRPr sz="7200">
                <a:solidFill>
                  <a:schemeClr val="tx1"/>
                </a:solidFill>
              </a:defRPr>
            </a:lvl1pPr>
            <a:lvl2pPr>
              <a:lnSpc>
                <a:spcPct val="75000"/>
              </a:lnSpc>
              <a:defRPr sz="8000"/>
            </a:lvl2pPr>
            <a:lvl3pPr>
              <a:lnSpc>
                <a:spcPct val="80000"/>
              </a:lnSpc>
              <a:defRPr sz="7200"/>
            </a:lvl3pPr>
            <a:lvl4pPr>
              <a:lnSpc>
                <a:spcPct val="80000"/>
              </a:lnSpc>
              <a:defRPr sz="6600"/>
            </a:lvl4pPr>
            <a:lvl5pPr>
              <a:lnSpc>
                <a:spcPct val="80000"/>
              </a:lnSpc>
              <a:defRPr sz="5400"/>
            </a:lvl5pPr>
            <a:lvl6pPr>
              <a:lnSpc>
                <a:spcPct val="80000"/>
              </a:lnSpc>
              <a:defRPr sz="4800"/>
            </a:lvl6pPr>
            <a:lvl7pPr>
              <a:lnSpc>
                <a:spcPct val="80000"/>
              </a:lnSpc>
              <a:defRPr sz="4400"/>
            </a:lvl7pPr>
            <a:lvl8pPr>
              <a:lnSpc>
                <a:spcPct val="80000"/>
              </a:lnSpc>
              <a:defRPr sz="4000"/>
            </a:lvl8pPr>
            <a:lvl9pPr>
              <a:lnSpc>
                <a:spcPct val="75000"/>
              </a:lnSpc>
              <a:defRPr sz="11000"/>
            </a:lvl9pPr>
          </a:lstStyle>
          <a:p>
            <a:pPr lvl="0"/>
            <a:r>
              <a:rPr lang="en-GB" dirty="0"/>
              <a:t>Presentation title</a:t>
            </a:r>
          </a:p>
        </p:txBody>
      </p:sp>
      <p:sp>
        <p:nvSpPr>
          <p:cNvPr id="5" name="Subtitle">
            <a:extLst>
              <a:ext uri="{FF2B5EF4-FFF2-40B4-BE49-F238E27FC236}">
                <a16:creationId xmlns:a16="http://schemas.microsoft.com/office/drawing/2014/main" id="{DAE08EB1-54DB-1BAD-2D6C-7FFD0A44D79A}"/>
              </a:ext>
            </a:extLst>
          </p:cNvPr>
          <p:cNvSpPr>
            <a:spLocks noGrp="1"/>
          </p:cNvSpPr>
          <p:nvPr>
            <p:ph type="subTitle" idx="1" hasCustomPrompt="1"/>
          </p:nvPr>
        </p:nvSpPr>
        <p:spPr>
          <a:xfrm>
            <a:off x="507999" y="2852738"/>
            <a:ext cx="4516438" cy="625475"/>
          </a:xfrm>
        </p:spPr>
        <p:txBody>
          <a:bodyPr anchor="b" anchorCtr="0"/>
          <a:lstStyle>
            <a:lvl1pPr marL="0" indent="0" algn="l">
              <a:lnSpc>
                <a:spcPct val="100000"/>
              </a:lnSpc>
              <a:spcBef>
                <a:spcPts val="0"/>
              </a:spcBef>
              <a:spcAft>
                <a:spcPts val="0"/>
              </a:spcAft>
              <a:buNone/>
              <a:defRPr sz="1600">
                <a:solidFill>
                  <a:schemeClr val="tx1"/>
                </a:solidFill>
                <a:latin typeface="Calibre Semibold" panose="020B0703030202060203" pitchFamily="34" charset="0"/>
              </a:defRPr>
            </a:lvl1pPr>
            <a:lvl2pPr marL="0" indent="0" algn="l">
              <a:lnSpc>
                <a:spcPct val="100000"/>
              </a:lnSpc>
              <a:spcBef>
                <a:spcPts val="0"/>
              </a:spcBef>
              <a:spcAft>
                <a:spcPts val="0"/>
              </a:spcAft>
              <a:buNone/>
              <a:defRPr sz="1600">
                <a:solidFill>
                  <a:schemeClr val="tx1"/>
                </a:solidFill>
                <a:latin typeface="+mn-lt"/>
              </a:defRPr>
            </a:lvl2pPr>
            <a:lvl3pPr marL="0" indent="0" algn="l">
              <a:buNone/>
              <a:defRPr sz="1200">
                <a:solidFill>
                  <a:schemeClr val="tx1"/>
                </a:solidFill>
                <a:latin typeface="+mn-lt"/>
              </a:defRPr>
            </a:lvl3pPr>
            <a:lvl4pPr marL="180000" indent="-180000" algn="l">
              <a:buFont typeface="Calibre" panose="020B0503030202060203" pitchFamily="34" charset="0"/>
              <a:buChar char="–"/>
              <a:defRPr sz="1200">
                <a:solidFill>
                  <a:schemeClr val="tx1"/>
                </a:solidFill>
                <a:latin typeface="+mn-lt"/>
              </a:defRPr>
            </a:lvl4pPr>
            <a:lvl5pPr marL="360000" indent="-180000" algn="l">
              <a:buFont typeface="Arial" panose="020B0604020202020204" pitchFamily="34" charset="0"/>
              <a:buChar char="•"/>
              <a:defRPr sz="1200">
                <a:solidFill>
                  <a:schemeClr val="tx1"/>
                </a:solidFill>
                <a:latin typeface="+mn-lt"/>
              </a:defRPr>
            </a:lvl5pPr>
            <a:lvl6pPr marL="0" indent="0" algn="l">
              <a:buNone/>
              <a:defRPr sz="1200">
                <a:solidFill>
                  <a:schemeClr val="tx1"/>
                </a:solidFill>
                <a:latin typeface="Calibre Semibold" panose="020B0703030202060203" pitchFamily="34" charset="0"/>
              </a:defRPr>
            </a:lvl6pPr>
            <a:lvl7pPr marL="0" indent="0" algn="l">
              <a:buNone/>
              <a:defRPr sz="1050">
                <a:solidFill>
                  <a:schemeClr val="tx1"/>
                </a:solidFill>
                <a:latin typeface="Calibre Semibold" panose="020B0703030202060203" pitchFamily="34" charset="0"/>
              </a:defRPr>
            </a:lvl7pPr>
            <a:lvl8pPr marL="0" indent="0" algn="l">
              <a:buNone/>
              <a:defRPr sz="1050">
                <a:solidFill>
                  <a:schemeClr val="tx1"/>
                </a:solidFill>
                <a:latin typeface="+mn-lt"/>
              </a:defRPr>
            </a:lvl8pPr>
            <a:lvl9pPr marL="180000" indent="-180000" algn="l">
              <a:buFont typeface="Calibre" panose="020B0503030202060203" pitchFamily="34" charset="0"/>
              <a:buChar char="–"/>
              <a:defRPr sz="1050">
                <a:solidFill>
                  <a:schemeClr val="tx1"/>
                </a:solidFill>
                <a:latin typeface="+mn-lt"/>
              </a:defRPr>
            </a:lvl9pPr>
          </a:lstStyle>
          <a:p>
            <a:r>
              <a:rPr lang="en-GB" dirty="0"/>
              <a:t>Presenter Name – Level 1</a:t>
            </a:r>
            <a:br>
              <a:rPr lang="en-GB" dirty="0"/>
            </a:br>
            <a:r>
              <a:rPr lang="en-GB" dirty="0"/>
              <a:t>Use level 2 for additional information</a:t>
            </a:r>
          </a:p>
          <a:p>
            <a:pPr lvl="1"/>
            <a:r>
              <a:rPr lang="en-GB" dirty="0"/>
              <a:t>Additional Information – Level 2</a:t>
            </a:r>
          </a:p>
          <a:p>
            <a:pPr lvl="2"/>
            <a:r>
              <a:rPr lang="en-GB" dirty="0"/>
              <a:t>Body Copy</a:t>
            </a:r>
          </a:p>
          <a:p>
            <a:pPr lvl="3"/>
            <a:r>
              <a:rPr lang="en-GB" dirty="0"/>
              <a:t>Body Bullet</a:t>
            </a:r>
          </a:p>
          <a:p>
            <a:pPr lvl="4"/>
            <a:r>
              <a:rPr lang="en-GB" dirty="0"/>
              <a:t>Body Bullet 2</a:t>
            </a:r>
          </a:p>
          <a:p>
            <a:pPr lvl="5"/>
            <a:r>
              <a:rPr lang="en-GB" dirty="0"/>
              <a:t>Heading 3</a:t>
            </a:r>
          </a:p>
          <a:p>
            <a:pPr lvl="6"/>
            <a:r>
              <a:rPr lang="en-GB" dirty="0"/>
              <a:t>Caption</a:t>
            </a:r>
          </a:p>
          <a:p>
            <a:pPr lvl="7"/>
            <a:r>
              <a:rPr lang="en-GB" dirty="0"/>
              <a:t>Caption copy</a:t>
            </a:r>
          </a:p>
          <a:p>
            <a:pPr lvl="8"/>
            <a:r>
              <a:rPr lang="en-GB" dirty="0"/>
              <a:t>Caption bullet</a:t>
            </a:r>
          </a:p>
        </p:txBody>
      </p:sp>
      <p:sp>
        <p:nvSpPr>
          <p:cNvPr id="3" name="Date Placeholder">
            <a:extLst>
              <a:ext uri="{FF2B5EF4-FFF2-40B4-BE49-F238E27FC236}">
                <a16:creationId xmlns:a16="http://schemas.microsoft.com/office/drawing/2014/main" id="{3717E46F-EF5A-3F36-B2B9-7BB442CA45BB}"/>
              </a:ext>
            </a:extLst>
          </p:cNvPr>
          <p:cNvSpPr>
            <a:spLocks noGrp="1"/>
          </p:cNvSpPr>
          <p:nvPr>
            <p:ph type="body" sz="half" idx="12" hasCustomPrompt="1"/>
          </p:nvPr>
        </p:nvSpPr>
        <p:spPr>
          <a:xfrm>
            <a:off x="507999" y="431464"/>
            <a:ext cx="1436689" cy="144000"/>
          </a:xfrm>
          <a:prstGeom prst="rect">
            <a:avLst/>
          </a:prstGeom>
        </p:spPr>
        <p:txBody>
          <a:bodyPr lIns="0" tIns="0" rIns="0" bIns="0"/>
          <a:lstStyle>
            <a:lvl1pPr indent="0">
              <a:spcBef>
                <a:spcPts val="0"/>
              </a:spcBef>
              <a:spcAft>
                <a:spcPts val="0"/>
              </a:spcAft>
              <a:defRPr sz="1050" b="1" cap="all" normalizeH="0" baseline="0">
                <a:solidFill>
                  <a:schemeClr val="tx1"/>
                </a:solidFill>
                <a:latin typeface="Space Mono" panose="02000509040000020004" pitchFamily="49" charset="0"/>
              </a:defRPr>
            </a:lvl1pPr>
            <a:lvl2pPr indent="0">
              <a:spcBef>
                <a:spcPts val="0"/>
              </a:spcBef>
              <a:spcAft>
                <a:spcPts val="0"/>
              </a:spcAft>
              <a:defRPr sz="1050" b="1">
                <a:latin typeface="Space Mono" panose="02000509040000020004" pitchFamily="49" charset="0"/>
              </a:defRPr>
            </a:lvl2pPr>
            <a:lvl3pPr indent="0">
              <a:spcBef>
                <a:spcPts val="0"/>
              </a:spcBef>
              <a:spcAft>
                <a:spcPts val="0"/>
              </a:spcAft>
              <a:defRPr sz="1050" b="1">
                <a:latin typeface="Space Mono" panose="02000509040000020004" pitchFamily="49" charset="0"/>
              </a:defRPr>
            </a:lvl3pPr>
            <a:lvl4pPr indent="0">
              <a:spcBef>
                <a:spcPts val="0"/>
              </a:spcBef>
              <a:spcAft>
                <a:spcPts val="0"/>
              </a:spcAft>
              <a:defRPr sz="1050" b="1">
                <a:latin typeface="Space Mono" panose="02000509040000020004" pitchFamily="49" charset="0"/>
              </a:defRPr>
            </a:lvl4pPr>
            <a:lvl5pPr indent="0">
              <a:spcBef>
                <a:spcPts val="0"/>
              </a:spcBef>
              <a:spcAft>
                <a:spcPts val="0"/>
              </a:spcAft>
              <a:defRPr sz="1050" b="1">
                <a:latin typeface="Space Mono" panose="02000509040000020004" pitchFamily="49" charset="0"/>
              </a:defRPr>
            </a:lvl5pPr>
            <a:lvl6pPr indent="0">
              <a:spcBef>
                <a:spcPts val="0"/>
              </a:spcBef>
              <a:spcAft>
                <a:spcPts val="0"/>
              </a:spcAft>
              <a:defRPr sz="1050" b="1">
                <a:latin typeface="Space Mono" panose="02000509040000020004" pitchFamily="49" charset="0"/>
              </a:defRPr>
            </a:lvl6pPr>
            <a:lvl7pPr indent="0">
              <a:spcBef>
                <a:spcPts val="0"/>
              </a:spcBef>
              <a:spcAft>
                <a:spcPts val="0"/>
              </a:spcAft>
              <a:defRPr sz="1050" b="1">
                <a:latin typeface="Space Mono" panose="02000509040000020004" pitchFamily="49" charset="0"/>
              </a:defRPr>
            </a:lvl7pPr>
            <a:lvl8pPr indent="0">
              <a:spcBef>
                <a:spcPts val="0"/>
              </a:spcBef>
              <a:spcAft>
                <a:spcPts val="0"/>
              </a:spcAft>
              <a:defRPr sz="1050" b="1">
                <a:latin typeface="Space Mono" panose="02000509040000020004" pitchFamily="49" charset="0"/>
              </a:defRPr>
            </a:lvl8pPr>
            <a:lvl9pPr indent="0">
              <a:spcBef>
                <a:spcPts val="0"/>
              </a:spcBef>
              <a:spcAft>
                <a:spcPts val="0"/>
              </a:spcAft>
              <a:defRPr sz="1050" b="1">
                <a:latin typeface="Space Mono" panose="02000509040000020004" pitchFamily="49" charset="0"/>
              </a:defRPr>
            </a:lvl9pPr>
          </a:lstStyle>
          <a:p>
            <a:r>
              <a:rPr lang="en-GB" dirty="0"/>
              <a:t>DATE HERE</a:t>
            </a:r>
          </a:p>
        </p:txBody>
      </p:sp>
      <p:sp>
        <p:nvSpPr>
          <p:cNvPr id="13" name="Picture Placeholder 1">
            <a:extLst>
              <a:ext uri="{FF2B5EF4-FFF2-40B4-BE49-F238E27FC236}">
                <a16:creationId xmlns:a16="http://schemas.microsoft.com/office/drawing/2014/main" id="{61A6503D-49D7-962E-7144-05077FC51785}"/>
              </a:ext>
              <a:ext uri="{C183D7F6-B498-43B3-948B-1728B52AA6E4}">
                <adec:decorative xmlns:adec="http://schemas.microsoft.com/office/drawing/2017/decorative" val="1"/>
              </a:ext>
            </a:extLst>
          </p:cNvPr>
          <p:cNvSpPr>
            <a:spLocks noGrp="1"/>
          </p:cNvSpPr>
          <p:nvPr>
            <p:ph type="pic" sz="quarter" idx="13"/>
          </p:nvPr>
        </p:nvSpPr>
        <p:spPr>
          <a:xfrm>
            <a:off x="0" y="4005264"/>
            <a:ext cx="12192000" cy="2852736"/>
          </a:xfrm>
        </p:spPr>
        <p:txBody>
          <a:bodyPr anchor="ctr" anchorCtr="1"/>
          <a:lstStyle>
            <a:lvl1pPr algn="ctr">
              <a:defRPr sz="1800"/>
            </a:lvl1pPr>
          </a:lstStyle>
          <a:p>
            <a:r>
              <a:rPr lang="en-GB"/>
              <a:t>Click icon to add picture</a:t>
            </a:r>
            <a:endParaRPr lang="en-GB" dirty="0"/>
          </a:p>
        </p:txBody>
      </p:sp>
      <p:sp>
        <p:nvSpPr>
          <p:cNvPr id="4" name="CBRE Vector Logo" descr="CBRE logo">
            <a:extLst>
              <a:ext uri="{FF2B5EF4-FFF2-40B4-BE49-F238E27FC236}">
                <a16:creationId xmlns:a16="http://schemas.microsoft.com/office/drawing/2014/main" id="{1B533AF5-1A63-F747-BD4C-2B4D64F8BFB8}"/>
              </a:ext>
              <a:ext uri="{C183D7F6-B498-43B3-948B-1728B52AA6E4}">
                <adec:decorative xmlns:adec="http://schemas.microsoft.com/office/drawing/2017/decorative" val="0"/>
              </a:ext>
            </a:extLst>
          </p:cNvPr>
          <p:cNvSpPr>
            <a:spLocks noChangeAspect="1"/>
          </p:cNvSpPr>
          <p:nvPr userDrawn="1"/>
        </p:nvSpPr>
        <p:spPr>
          <a:xfrm>
            <a:off x="10750535" y="452438"/>
            <a:ext cx="924217" cy="229615"/>
          </a:xfrm>
          <a:custGeom>
            <a:avLst/>
            <a:gdLst>
              <a:gd name="connsiteX0" fmla="*/ 306851 w 924217"/>
              <a:gd name="connsiteY0" fmla="*/ 137455 h 229615"/>
              <a:gd name="connsiteX1" fmla="*/ 306851 w 924217"/>
              <a:gd name="connsiteY1" fmla="*/ 175680 h 229615"/>
              <a:gd name="connsiteX2" fmla="*/ 383040 w 924217"/>
              <a:gd name="connsiteY2" fmla="*/ 175680 h 229615"/>
              <a:gd name="connsiteX3" fmla="*/ 402153 w 924217"/>
              <a:gd name="connsiteY3" fmla="*/ 156305 h 229615"/>
              <a:gd name="connsiteX4" fmla="*/ 385134 w 924217"/>
              <a:gd name="connsiteY4" fmla="*/ 137455 h 229615"/>
              <a:gd name="connsiteX5" fmla="*/ 384873 w 924217"/>
              <a:gd name="connsiteY5" fmla="*/ 137455 h 229615"/>
              <a:gd name="connsiteX6" fmla="*/ 384611 w 924217"/>
              <a:gd name="connsiteY6" fmla="*/ 137455 h 229615"/>
              <a:gd name="connsiteX7" fmla="*/ 539868 w 924217"/>
              <a:gd name="connsiteY7" fmla="*/ 50530 h 229615"/>
              <a:gd name="connsiteX8" fmla="*/ 539868 w 924217"/>
              <a:gd name="connsiteY8" fmla="*/ 87185 h 229615"/>
              <a:gd name="connsiteX9" fmla="*/ 618414 w 924217"/>
              <a:gd name="connsiteY9" fmla="*/ 87185 h 229615"/>
              <a:gd name="connsiteX10" fmla="*/ 636479 w 924217"/>
              <a:gd name="connsiteY10" fmla="*/ 71476 h 229615"/>
              <a:gd name="connsiteX11" fmla="*/ 636218 w 924217"/>
              <a:gd name="connsiteY11" fmla="*/ 71476 h 229615"/>
              <a:gd name="connsiteX12" fmla="*/ 636218 w 924217"/>
              <a:gd name="connsiteY12" fmla="*/ 66501 h 229615"/>
              <a:gd name="connsiteX13" fmla="*/ 618414 w 924217"/>
              <a:gd name="connsiteY13" fmla="*/ 50530 h 229615"/>
              <a:gd name="connsiteX14" fmla="*/ 306589 w 924217"/>
              <a:gd name="connsiteY14" fmla="*/ 49745 h 229615"/>
              <a:gd name="connsiteX15" fmla="*/ 306851 w 924217"/>
              <a:gd name="connsiteY15" fmla="*/ 87447 h 229615"/>
              <a:gd name="connsiteX16" fmla="*/ 386443 w 924217"/>
              <a:gd name="connsiteY16" fmla="*/ 87185 h 229615"/>
              <a:gd name="connsiteX17" fmla="*/ 402676 w 924217"/>
              <a:gd name="connsiteY17" fmla="*/ 68073 h 229615"/>
              <a:gd name="connsiteX18" fmla="*/ 386967 w 924217"/>
              <a:gd name="connsiteY18" fmla="*/ 49745 h 229615"/>
              <a:gd name="connsiteX19" fmla="*/ 386705 w 924217"/>
              <a:gd name="connsiteY19" fmla="*/ 49745 h 229615"/>
              <a:gd name="connsiteX20" fmla="*/ 386443 w 924217"/>
              <a:gd name="connsiteY20" fmla="*/ 49745 h 229615"/>
              <a:gd name="connsiteX21" fmla="*/ 484363 w 924217"/>
              <a:gd name="connsiteY21" fmla="*/ 261 h 229615"/>
              <a:gd name="connsiteX22" fmla="*/ 606108 w 924217"/>
              <a:gd name="connsiteY22" fmla="*/ 261 h 229615"/>
              <a:gd name="connsiteX23" fmla="*/ 688581 w 924217"/>
              <a:gd name="connsiteY23" fmla="*/ 60479 h 229615"/>
              <a:gd name="connsiteX24" fmla="*/ 654807 w 924217"/>
              <a:gd name="connsiteY24" fmla="*/ 111010 h 229615"/>
              <a:gd name="connsiteX25" fmla="*/ 687796 w 924217"/>
              <a:gd name="connsiteY25" fmla="*/ 155519 h 229615"/>
              <a:gd name="connsiteX26" fmla="*/ 687796 w 924217"/>
              <a:gd name="connsiteY26" fmla="*/ 229614 h 229615"/>
              <a:gd name="connsiteX27" fmla="*/ 633076 w 924217"/>
              <a:gd name="connsiteY27" fmla="*/ 229614 h 229615"/>
              <a:gd name="connsiteX28" fmla="*/ 633076 w 924217"/>
              <a:gd name="connsiteY28" fmla="*/ 169396 h 229615"/>
              <a:gd name="connsiteX29" fmla="*/ 601658 w 924217"/>
              <a:gd name="connsiteY29" fmla="*/ 136930 h 229615"/>
              <a:gd name="connsiteX30" fmla="*/ 540130 w 924217"/>
              <a:gd name="connsiteY30" fmla="*/ 136930 h 229615"/>
              <a:gd name="connsiteX31" fmla="*/ 540130 w 924217"/>
              <a:gd name="connsiteY31" fmla="*/ 229614 h 229615"/>
              <a:gd name="connsiteX32" fmla="*/ 484363 w 924217"/>
              <a:gd name="connsiteY32" fmla="*/ 229614 h 229615"/>
              <a:gd name="connsiteX33" fmla="*/ 722879 w 924217"/>
              <a:gd name="connsiteY33" fmla="*/ 0 h 229615"/>
              <a:gd name="connsiteX34" fmla="*/ 923955 w 924217"/>
              <a:gd name="connsiteY34" fmla="*/ 0 h 229615"/>
              <a:gd name="connsiteX35" fmla="*/ 923955 w 924217"/>
              <a:gd name="connsiteY35" fmla="*/ 50007 h 229615"/>
              <a:gd name="connsiteX36" fmla="*/ 778908 w 924217"/>
              <a:gd name="connsiteY36" fmla="*/ 50007 h 229615"/>
              <a:gd name="connsiteX37" fmla="*/ 779170 w 924217"/>
              <a:gd name="connsiteY37" fmla="*/ 86924 h 229615"/>
              <a:gd name="connsiteX38" fmla="*/ 909817 w 924217"/>
              <a:gd name="connsiteY38" fmla="*/ 86924 h 229615"/>
              <a:gd name="connsiteX39" fmla="*/ 909817 w 924217"/>
              <a:gd name="connsiteY39" fmla="*/ 137193 h 229615"/>
              <a:gd name="connsiteX40" fmla="*/ 779170 w 924217"/>
              <a:gd name="connsiteY40" fmla="*/ 137193 h 229615"/>
              <a:gd name="connsiteX41" fmla="*/ 779170 w 924217"/>
              <a:gd name="connsiteY41" fmla="*/ 177251 h 229615"/>
              <a:gd name="connsiteX42" fmla="*/ 924217 w 924217"/>
              <a:gd name="connsiteY42" fmla="*/ 177251 h 229615"/>
              <a:gd name="connsiteX43" fmla="*/ 924217 w 924217"/>
              <a:gd name="connsiteY43" fmla="*/ 229615 h 229615"/>
              <a:gd name="connsiteX44" fmla="*/ 723141 w 924217"/>
              <a:gd name="connsiteY44" fmla="*/ 229615 h 229615"/>
              <a:gd name="connsiteX45" fmla="*/ 722879 w 924217"/>
              <a:gd name="connsiteY45" fmla="*/ 0 h 229615"/>
              <a:gd name="connsiteX46" fmla="*/ 250298 w 924217"/>
              <a:gd name="connsiteY46" fmla="*/ 0 h 229615"/>
              <a:gd name="connsiteX47" fmla="*/ 369163 w 924217"/>
              <a:gd name="connsiteY47" fmla="*/ 0 h 229615"/>
              <a:gd name="connsiteX48" fmla="*/ 454254 w 924217"/>
              <a:gd name="connsiteY48" fmla="*/ 56815 h 229615"/>
              <a:gd name="connsiteX49" fmla="*/ 419956 w 924217"/>
              <a:gd name="connsiteY49" fmla="*/ 111011 h 229615"/>
              <a:gd name="connsiteX50" fmla="*/ 456611 w 924217"/>
              <a:gd name="connsiteY50" fmla="*/ 163113 h 229615"/>
              <a:gd name="connsiteX51" fmla="*/ 368902 w 924217"/>
              <a:gd name="connsiteY51" fmla="*/ 229091 h 229615"/>
              <a:gd name="connsiteX52" fmla="*/ 250298 w 924217"/>
              <a:gd name="connsiteY52" fmla="*/ 229091 h 229615"/>
              <a:gd name="connsiteX53" fmla="*/ 250298 w 924217"/>
              <a:gd name="connsiteY53" fmla="*/ 0 h 229615"/>
              <a:gd name="connsiteX54" fmla="*/ 213644 w 924217"/>
              <a:gd name="connsiteY54" fmla="*/ 0 h 229615"/>
              <a:gd name="connsiteX55" fmla="*/ 215476 w 924217"/>
              <a:gd name="connsiteY55" fmla="*/ 0 h 229615"/>
              <a:gd name="connsiteX56" fmla="*/ 215215 w 924217"/>
              <a:gd name="connsiteY56" fmla="*/ 52102 h 229615"/>
              <a:gd name="connsiteX57" fmla="*/ 213382 w 924217"/>
              <a:gd name="connsiteY57" fmla="*/ 52102 h 229615"/>
              <a:gd name="connsiteX58" fmla="*/ 109702 w 924217"/>
              <a:gd name="connsiteY58" fmla="*/ 53149 h 229615"/>
              <a:gd name="connsiteX59" fmla="*/ 54720 w 924217"/>
              <a:gd name="connsiteY59" fmla="*/ 112582 h 229615"/>
              <a:gd name="connsiteX60" fmla="*/ 111535 w 924217"/>
              <a:gd name="connsiteY60" fmla="*/ 173062 h 229615"/>
              <a:gd name="connsiteX61" fmla="*/ 213905 w 924217"/>
              <a:gd name="connsiteY61" fmla="*/ 174109 h 229615"/>
              <a:gd name="connsiteX62" fmla="*/ 216000 w 924217"/>
              <a:gd name="connsiteY62" fmla="*/ 174109 h 229615"/>
              <a:gd name="connsiteX63" fmla="*/ 215738 w 924217"/>
              <a:gd name="connsiteY63" fmla="*/ 229353 h 229615"/>
              <a:gd name="connsiteX64" fmla="*/ 213905 w 924217"/>
              <a:gd name="connsiteY64" fmla="*/ 229353 h 229615"/>
              <a:gd name="connsiteX65" fmla="*/ 145309 w 924217"/>
              <a:gd name="connsiteY65" fmla="*/ 229353 h 229615"/>
              <a:gd name="connsiteX66" fmla="*/ 126720 w 924217"/>
              <a:gd name="connsiteY66" fmla="*/ 229091 h 229615"/>
              <a:gd name="connsiteX67" fmla="*/ 64407 w 924217"/>
              <a:gd name="connsiteY67" fmla="*/ 216524 h 229615"/>
              <a:gd name="connsiteX68" fmla="*/ 1833 w 924217"/>
              <a:gd name="connsiteY68" fmla="*/ 137455 h 229615"/>
              <a:gd name="connsiteX69" fmla="*/ 0 w 924217"/>
              <a:gd name="connsiteY69" fmla="*/ 114415 h 229615"/>
              <a:gd name="connsiteX70" fmla="*/ 22516 w 924217"/>
              <a:gd name="connsiteY70" fmla="*/ 46080 h 229615"/>
              <a:gd name="connsiteX71" fmla="*/ 67811 w 924217"/>
              <a:gd name="connsiteY71" fmla="*/ 9687 h 229615"/>
              <a:gd name="connsiteX72" fmla="*/ 115462 w 924217"/>
              <a:gd name="connsiteY72" fmla="*/ 262 h 22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924217" h="229615">
                <a:moveTo>
                  <a:pt x="306851" y="137455"/>
                </a:moveTo>
                <a:lnTo>
                  <a:pt x="306851" y="175680"/>
                </a:lnTo>
                <a:lnTo>
                  <a:pt x="383040" y="175680"/>
                </a:lnTo>
                <a:cubicBezTo>
                  <a:pt x="393251" y="175680"/>
                  <a:pt x="402153" y="166778"/>
                  <a:pt x="402153" y="156305"/>
                </a:cubicBezTo>
                <a:cubicBezTo>
                  <a:pt x="402153" y="146618"/>
                  <a:pt x="394822" y="138502"/>
                  <a:pt x="385134" y="137455"/>
                </a:cubicBezTo>
                <a:lnTo>
                  <a:pt x="384873" y="137455"/>
                </a:lnTo>
                <a:lnTo>
                  <a:pt x="384611" y="137455"/>
                </a:lnTo>
                <a:close/>
                <a:moveTo>
                  <a:pt x="539868" y="50530"/>
                </a:moveTo>
                <a:lnTo>
                  <a:pt x="539868" y="87185"/>
                </a:lnTo>
                <a:lnTo>
                  <a:pt x="618414" y="87185"/>
                </a:lnTo>
                <a:cubicBezTo>
                  <a:pt x="627839" y="87185"/>
                  <a:pt x="635432" y="79068"/>
                  <a:pt x="636479" y="71476"/>
                </a:cubicBezTo>
                <a:lnTo>
                  <a:pt x="636218" y="71476"/>
                </a:lnTo>
                <a:lnTo>
                  <a:pt x="636218" y="66501"/>
                </a:lnTo>
                <a:cubicBezTo>
                  <a:pt x="635170" y="57337"/>
                  <a:pt x="627839" y="50530"/>
                  <a:pt x="618414" y="50530"/>
                </a:cubicBezTo>
                <a:close/>
                <a:moveTo>
                  <a:pt x="306589" y="49745"/>
                </a:moveTo>
                <a:lnTo>
                  <a:pt x="306851" y="87447"/>
                </a:lnTo>
                <a:lnTo>
                  <a:pt x="386443" y="87185"/>
                </a:lnTo>
                <a:cubicBezTo>
                  <a:pt x="395607" y="85876"/>
                  <a:pt x="402676" y="77236"/>
                  <a:pt x="402676" y="68073"/>
                </a:cubicBezTo>
                <a:cubicBezTo>
                  <a:pt x="402676" y="58909"/>
                  <a:pt x="396131" y="51316"/>
                  <a:pt x="386967" y="49745"/>
                </a:cubicBezTo>
                <a:lnTo>
                  <a:pt x="386705" y="49745"/>
                </a:lnTo>
                <a:lnTo>
                  <a:pt x="386443" y="49745"/>
                </a:lnTo>
                <a:close/>
                <a:moveTo>
                  <a:pt x="484363" y="261"/>
                </a:moveTo>
                <a:lnTo>
                  <a:pt x="606108" y="261"/>
                </a:lnTo>
                <a:cubicBezTo>
                  <a:pt x="645643" y="261"/>
                  <a:pt x="688319" y="10734"/>
                  <a:pt x="688581" y="60479"/>
                </a:cubicBezTo>
                <a:cubicBezTo>
                  <a:pt x="688581" y="100799"/>
                  <a:pt x="654807" y="111010"/>
                  <a:pt x="654807" y="111010"/>
                </a:cubicBezTo>
                <a:cubicBezTo>
                  <a:pt x="654807" y="111010"/>
                  <a:pt x="687796" y="121221"/>
                  <a:pt x="687796" y="155519"/>
                </a:cubicBezTo>
                <a:lnTo>
                  <a:pt x="687796" y="229614"/>
                </a:lnTo>
                <a:lnTo>
                  <a:pt x="633076" y="229614"/>
                </a:lnTo>
                <a:lnTo>
                  <a:pt x="633076" y="169396"/>
                </a:lnTo>
                <a:cubicBezTo>
                  <a:pt x="633076" y="151592"/>
                  <a:pt x="619199" y="137192"/>
                  <a:pt x="601658" y="136930"/>
                </a:cubicBezTo>
                <a:cubicBezTo>
                  <a:pt x="601658" y="136930"/>
                  <a:pt x="540130" y="136930"/>
                  <a:pt x="540130" y="136930"/>
                </a:cubicBezTo>
                <a:cubicBezTo>
                  <a:pt x="540130" y="136930"/>
                  <a:pt x="540130" y="223068"/>
                  <a:pt x="540130" y="229614"/>
                </a:cubicBezTo>
                <a:cubicBezTo>
                  <a:pt x="534370" y="229614"/>
                  <a:pt x="484363" y="229614"/>
                  <a:pt x="484363" y="229614"/>
                </a:cubicBezTo>
                <a:close/>
                <a:moveTo>
                  <a:pt x="722879" y="0"/>
                </a:moveTo>
                <a:lnTo>
                  <a:pt x="923955" y="0"/>
                </a:lnTo>
                <a:lnTo>
                  <a:pt x="923955" y="50007"/>
                </a:lnTo>
                <a:lnTo>
                  <a:pt x="778908" y="50007"/>
                </a:lnTo>
                <a:lnTo>
                  <a:pt x="779170" y="86924"/>
                </a:lnTo>
                <a:lnTo>
                  <a:pt x="909817" y="86924"/>
                </a:lnTo>
                <a:lnTo>
                  <a:pt x="909817" y="137193"/>
                </a:lnTo>
                <a:lnTo>
                  <a:pt x="779170" y="137193"/>
                </a:lnTo>
                <a:lnTo>
                  <a:pt x="779170" y="177251"/>
                </a:lnTo>
                <a:lnTo>
                  <a:pt x="924217" y="177251"/>
                </a:lnTo>
                <a:lnTo>
                  <a:pt x="924217" y="229615"/>
                </a:lnTo>
                <a:cubicBezTo>
                  <a:pt x="924217" y="229615"/>
                  <a:pt x="729948" y="229615"/>
                  <a:pt x="723141" y="229615"/>
                </a:cubicBezTo>
                <a:cubicBezTo>
                  <a:pt x="722879" y="223069"/>
                  <a:pt x="722879" y="0"/>
                  <a:pt x="722879" y="0"/>
                </a:cubicBezTo>
                <a:close/>
                <a:moveTo>
                  <a:pt x="250298" y="0"/>
                </a:moveTo>
                <a:lnTo>
                  <a:pt x="369163" y="0"/>
                </a:lnTo>
                <a:cubicBezTo>
                  <a:pt x="432785" y="0"/>
                  <a:pt x="454516" y="26444"/>
                  <a:pt x="454254" y="56815"/>
                </a:cubicBezTo>
                <a:cubicBezTo>
                  <a:pt x="454516" y="76713"/>
                  <a:pt x="449280" y="101324"/>
                  <a:pt x="419956" y="111011"/>
                </a:cubicBezTo>
                <a:cubicBezTo>
                  <a:pt x="419956" y="111011"/>
                  <a:pt x="456611" y="123316"/>
                  <a:pt x="456611" y="163113"/>
                </a:cubicBezTo>
                <a:cubicBezTo>
                  <a:pt x="456611" y="196102"/>
                  <a:pt x="433047" y="229091"/>
                  <a:pt x="368902" y="229091"/>
                </a:cubicBezTo>
                <a:cubicBezTo>
                  <a:pt x="368902" y="229091"/>
                  <a:pt x="256843" y="229091"/>
                  <a:pt x="250298" y="229091"/>
                </a:cubicBezTo>
                <a:cubicBezTo>
                  <a:pt x="250298" y="222545"/>
                  <a:pt x="250298" y="0"/>
                  <a:pt x="250298" y="0"/>
                </a:cubicBezTo>
                <a:close/>
                <a:moveTo>
                  <a:pt x="213644" y="0"/>
                </a:moveTo>
                <a:lnTo>
                  <a:pt x="215476" y="0"/>
                </a:lnTo>
                <a:lnTo>
                  <a:pt x="215215" y="52102"/>
                </a:lnTo>
                <a:lnTo>
                  <a:pt x="213382" y="52102"/>
                </a:lnTo>
                <a:cubicBezTo>
                  <a:pt x="212596" y="52102"/>
                  <a:pt x="125673" y="51055"/>
                  <a:pt x="109702" y="53149"/>
                </a:cubicBezTo>
                <a:cubicBezTo>
                  <a:pt x="76189" y="57600"/>
                  <a:pt x="54720" y="80902"/>
                  <a:pt x="54720" y="112582"/>
                </a:cubicBezTo>
                <a:cubicBezTo>
                  <a:pt x="54720" y="137978"/>
                  <a:pt x="69644" y="168873"/>
                  <a:pt x="111535" y="173062"/>
                </a:cubicBezTo>
                <a:cubicBezTo>
                  <a:pt x="137716" y="175680"/>
                  <a:pt x="213120" y="174109"/>
                  <a:pt x="213905" y="174109"/>
                </a:cubicBezTo>
                <a:lnTo>
                  <a:pt x="216000" y="174109"/>
                </a:lnTo>
                <a:lnTo>
                  <a:pt x="215738" y="229353"/>
                </a:lnTo>
                <a:lnTo>
                  <a:pt x="213905" y="229353"/>
                </a:lnTo>
                <a:cubicBezTo>
                  <a:pt x="213905" y="229353"/>
                  <a:pt x="145309" y="229353"/>
                  <a:pt x="145309" y="229353"/>
                </a:cubicBezTo>
                <a:cubicBezTo>
                  <a:pt x="145309" y="229353"/>
                  <a:pt x="126720" y="229091"/>
                  <a:pt x="126720" y="229091"/>
                </a:cubicBezTo>
                <a:cubicBezTo>
                  <a:pt x="92422" y="227258"/>
                  <a:pt x="75404" y="221498"/>
                  <a:pt x="64407" y="216524"/>
                </a:cubicBezTo>
                <a:cubicBezTo>
                  <a:pt x="31680" y="201076"/>
                  <a:pt x="8902" y="172276"/>
                  <a:pt x="1833" y="137455"/>
                </a:cubicBezTo>
                <a:cubicBezTo>
                  <a:pt x="524" y="129862"/>
                  <a:pt x="0" y="122269"/>
                  <a:pt x="0" y="114415"/>
                </a:cubicBezTo>
                <a:cubicBezTo>
                  <a:pt x="0" y="89542"/>
                  <a:pt x="7855" y="65978"/>
                  <a:pt x="22516" y="46080"/>
                </a:cubicBezTo>
                <a:cubicBezTo>
                  <a:pt x="34298" y="30371"/>
                  <a:pt x="49745" y="17804"/>
                  <a:pt x="67811" y="9687"/>
                </a:cubicBezTo>
                <a:cubicBezTo>
                  <a:pt x="86400" y="2095"/>
                  <a:pt x="104465" y="1047"/>
                  <a:pt x="115462" y="262"/>
                </a:cubicBezTo>
                <a:close/>
              </a:path>
            </a:pathLst>
          </a:custGeom>
          <a:solidFill>
            <a:schemeClr val="tx1"/>
          </a:solidFill>
          <a:ln w="2617" cap="flat">
            <a:noFill/>
            <a:prstDash val="solid"/>
            <a:miter/>
          </a:ln>
        </p:spPr>
        <p:txBody>
          <a:bodyPr wrap="square" rtlCol="0" anchor="ctr">
            <a:noAutofit/>
          </a:bodyPr>
          <a:lstStyle/>
          <a:p>
            <a:endParaRPr lang="en-GB" dirty="0">
              <a:solidFill>
                <a:schemeClr val="bg1"/>
              </a:solidFill>
            </a:endParaRPr>
          </a:p>
        </p:txBody>
      </p:sp>
      <p:cxnSp>
        <p:nvCxnSpPr>
          <p:cNvPr id="12" name="LoS - Fixed">
            <a:extLst>
              <a:ext uri="{FF2B5EF4-FFF2-40B4-BE49-F238E27FC236}">
                <a16:creationId xmlns:a16="http://schemas.microsoft.com/office/drawing/2014/main" id="{0037FE5D-B3E1-20ED-A609-03F5AC1B497C}"/>
              </a:ext>
              <a:ext uri="{C183D7F6-B498-43B3-948B-1728B52AA6E4}">
                <adec:decorative xmlns:adec="http://schemas.microsoft.com/office/drawing/2017/decorative" val="1"/>
              </a:ext>
            </a:extLst>
          </p:cNvPr>
          <p:cNvCxnSpPr>
            <a:cxnSpLocks/>
          </p:cNvCxnSpPr>
          <p:nvPr userDrawn="1"/>
        </p:nvCxnSpPr>
        <p:spPr>
          <a:xfrm>
            <a:off x="2044700" y="573595"/>
            <a:ext cx="8199438" cy="0"/>
          </a:xfrm>
          <a:prstGeom prst="line">
            <a:avLst/>
          </a:prstGeom>
          <a:ln w="63500">
            <a:solidFill>
              <a:srgbClr val="17E88F"/>
            </a:solidFill>
          </a:ln>
        </p:spPr>
        <p:style>
          <a:lnRef idx="1">
            <a:schemeClr val="accent1"/>
          </a:lnRef>
          <a:fillRef idx="0">
            <a:schemeClr val="accent1"/>
          </a:fillRef>
          <a:effectRef idx="0">
            <a:schemeClr val="accent1"/>
          </a:effectRef>
          <a:fontRef idx="minor">
            <a:schemeClr val="tx1"/>
          </a:fontRef>
        </p:style>
      </p:cxnSp>
      <p:grpSp>
        <p:nvGrpSpPr>
          <p:cNvPr id="6" name="Title Guidance">
            <a:extLst>
              <a:ext uri="{FF2B5EF4-FFF2-40B4-BE49-F238E27FC236}">
                <a16:creationId xmlns:a16="http://schemas.microsoft.com/office/drawing/2014/main" id="{A5C595FA-93A2-2EAE-0389-0C69D18CF9D2}"/>
              </a:ext>
              <a:ext uri="{C183D7F6-B498-43B3-948B-1728B52AA6E4}">
                <adec:decorative xmlns:adec="http://schemas.microsoft.com/office/drawing/2017/decorative" val="1"/>
              </a:ext>
            </a:extLst>
          </p:cNvPr>
          <p:cNvGrpSpPr>
            <a:grpSpLocks noGrp="1" noUngrp="1" noRot="1" noMove="1" noResize="1"/>
          </p:cNvGrpSpPr>
          <p:nvPr userDrawn="1"/>
        </p:nvGrpSpPr>
        <p:grpSpPr>
          <a:xfrm>
            <a:off x="-2317919" y="1484313"/>
            <a:ext cx="1960563" cy="1554271"/>
            <a:chOff x="-2322513" y="195104"/>
            <a:chExt cx="1960563" cy="1554271"/>
          </a:xfrm>
        </p:grpSpPr>
        <p:sp>
          <p:nvSpPr>
            <p:cNvPr id="7" name="Guidance">
              <a:extLst>
                <a:ext uri="{FF2B5EF4-FFF2-40B4-BE49-F238E27FC236}">
                  <a16:creationId xmlns:a16="http://schemas.microsoft.com/office/drawing/2014/main" id="{2E3DAC4B-C1E1-8FD2-05B1-B2F8CA415DEF}"/>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1308050"/>
            </a:xfrm>
            <a:prstGeom prst="rect">
              <a:avLst/>
            </a:prstGeom>
            <a:solidFill>
              <a:srgbClr val="C0D4CB"/>
            </a:solidFill>
          </p:spPr>
          <p:txBody>
            <a:bodyPr wrap="square" lIns="72000" rIns="72000" rtlCol="0">
              <a:noAutofit/>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The Title of the presentation should be large and impactful. Nine pre-formatted styles are defined for you to use. </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To access the styles, use the keyboard shortcuts to Increase/Decrease List Levels to move through the nine available styles.</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‘ALT+SHIFT+RIGHT ARROW’ to next level</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‘ALT+SHIFT+LEFT ARROW’ to previous level</a:t>
              </a:r>
            </a:p>
          </p:txBody>
        </p:sp>
        <p:sp>
          <p:nvSpPr>
            <p:cNvPr id="8" name="Guidance">
              <a:extLst>
                <a:ext uri="{FF2B5EF4-FFF2-40B4-BE49-F238E27FC236}">
                  <a16:creationId xmlns:a16="http://schemas.microsoft.com/office/drawing/2014/main" id="{9DC5FEC0-E4C6-EB7F-FD6C-58495B97E4D0}"/>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Title text</a:t>
              </a:r>
            </a:p>
          </p:txBody>
        </p:sp>
      </p:grpSp>
      <p:grpSp>
        <p:nvGrpSpPr>
          <p:cNvPr id="14" name="Date Guidance">
            <a:extLst>
              <a:ext uri="{FF2B5EF4-FFF2-40B4-BE49-F238E27FC236}">
                <a16:creationId xmlns:a16="http://schemas.microsoft.com/office/drawing/2014/main" id="{C2D5D41C-A061-9014-E9A0-E1151FF83D70}"/>
              </a:ext>
              <a:ext uri="{C183D7F6-B498-43B3-948B-1728B52AA6E4}">
                <adec:decorative xmlns:adec="http://schemas.microsoft.com/office/drawing/2017/decorative" val="1"/>
              </a:ext>
            </a:extLst>
          </p:cNvPr>
          <p:cNvGrpSpPr>
            <a:grpSpLocks noGrp="1" noUngrp="1" noRot="1" noMove="1" noResize="1"/>
          </p:cNvGrpSpPr>
          <p:nvPr userDrawn="1"/>
        </p:nvGrpSpPr>
        <p:grpSpPr>
          <a:xfrm>
            <a:off x="-2322513" y="442366"/>
            <a:ext cx="1960563" cy="784830"/>
            <a:chOff x="-2322513" y="195104"/>
            <a:chExt cx="1960563" cy="784830"/>
          </a:xfrm>
        </p:grpSpPr>
        <p:sp>
          <p:nvSpPr>
            <p:cNvPr id="16" name="Guidance">
              <a:extLst>
                <a:ext uri="{FF2B5EF4-FFF2-40B4-BE49-F238E27FC236}">
                  <a16:creationId xmlns:a16="http://schemas.microsoft.com/office/drawing/2014/main" id="{FBFE8DF0-104F-E2F3-8ECC-A97E094467E7}"/>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538609"/>
            </a:xfrm>
            <a:prstGeom prst="rect">
              <a:avLst/>
            </a:prstGeom>
            <a:solidFill>
              <a:srgbClr val="C0D4CB"/>
            </a:solidFill>
          </p:spPr>
          <p:txBody>
            <a:bodyPr wrap="square" lIns="72000" rIns="72000" rtlCol="0">
              <a:noAutofit/>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To set the Date, Select Insert &gt; Header &amp; Footer. Enter the date in the Fixed field.</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Select ‘Apply to All’</a:t>
              </a:r>
            </a:p>
          </p:txBody>
        </p:sp>
        <p:sp>
          <p:nvSpPr>
            <p:cNvPr id="17" name="Guidance">
              <a:extLst>
                <a:ext uri="{FF2B5EF4-FFF2-40B4-BE49-F238E27FC236}">
                  <a16:creationId xmlns:a16="http://schemas.microsoft.com/office/drawing/2014/main" id="{04CE969F-C684-F181-92D8-E2E8AD76F6E8}"/>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Setting the Date</a:t>
              </a:r>
              <a:endParaRPr kumimoji="0" lang="en-GB" sz="800" b="0" i="0" u="none" strike="noStrike" kern="1200" cap="none" spc="0" normalizeH="0" baseline="0" noProof="0" dirty="0">
                <a:ln>
                  <a:noFill/>
                </a:ln>
                <a:solidFill>
                  <a:srgbClr val="FFFFFF"/>
                </a:solidFill>
                <a:effectLst/>
                <a:uLnTx/>
                <a:uFillTx/>
              </a:endParaRPr>
            </a:p>
          </p:txBody>
        </p:sp>
      </p:grpSp>
      <p:grpSp>
        <p:nvGrpSpPr>
          <p:cNvPr id="9" name="Image Guidance">
            <a:extLst>
              <a:ext uri="{FF2B5EF4-FFF2-40B4-BE49-F238E27FC236}">
                <a16:creationId xmlns:a16="http://schemas.microsoft.com/office/drawing/2014/main" id="{7B90FA12-970D-C3DE-136D-CAF431ECD5BA}"/>
              </a:ext>
              <a:ext uri="{C183D7F6-B498-43B3-948B-1728B52AA6E4}">
                <adec:decorative xmlns:adec="http://schemas.microsoft.com/office/drawing/2017/decorative" val="1"/>
              </a:ext>
            </a:extLst>
          </p:cNvPr>
          <p:cNvGrpSpPr>
            <a:grpSpLocks noGrp="1" noUngrp="1" noRot="1" noMove="1" noResize="1"/>
          </p:cNvGrpSpPr>
          <p:nvPr userDrawn="1"/>
        </p:nvGrpSpPr>
        <p:grpSpPr>
          <a:xfrm>
            <a:off x="12553950" y="441325"/>
            <a:ext cx="1960563" cy="3139321"/>
            <a:chOff x="-2322513" y="195104"/>
            <a:chExt cx="1960563" cy="3139321"/>
          </a:xfrm>
        </p:grpSpPr>
        <p:sp>
          <p:nvSpPr>
            <p:cNvPr id="10" name="Guidance">
              <a:extLst>
                <a:ext uri="{FF2B5EF4-FFF2-40B4-BE49-F238E27FC236}">
                  <a16:creationId xmlns:a16="http://schemas.microsoft.com/office/drawing/2014/main" id="{019C7FD1-67D9-B74C-0970-9D76F2C259B1}"/>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2893100"/>
            </a:xfrm>
            <a:prstGeom prst="rect">
              <a:avLst/>
            </a:prstGeom>
            <a:solidFill>
              <a:srgbClr val="C0D4CB"/>
            </a:solidFill>
          </p:spPr>
          <p:txBody>
            <a:bodyPr wrap="square" lIns="72000" rIns="72000" rtlCol="0">
              <a:noAutofit/>
            </a:bodyPr>
            <a:lstStyle/>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If there is already an image present, delete this first.</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Click on the </a:t>
              </a:r>
              <a:r>
                <a:rPr kumimoji="0" lang="en-GB" sz="800" b="1" i="0" u="none" strike="noStrike" kern="1200" cap="none" spc="0" normalizeH="0" baseline="0" noProof="0" dirty="0">
                  <a:ln>
                    <a:noFill/>
                  </a:ln>
                  <a:solidFill>
                    <a:srgbClr val="012A2D"/>
                  </a:solidFill>
                  <a:effectLst/>
                  <a:uLnTx/>
                  <a:uFillTx/>
                  <a:latin typeface="Calibre"/>
                </a:rPr>
                <a:t>icon</a:t>
              </a:r>
              <a:r>
                <a:rPr kumimoji="0" lang="en-GB" sz="800" b="0" i="0" u="none" strike="noStrike" kern="1200" cap="none" spc="0" normalizeH="0" baseline="0" noProof="0" dirty="0">
                  <a:ln>
                    <a:noFill/>
                  </a:ln>
                  <a:solidFill>
                    <a:srgbClr val="012A2D"/>
                  </a:solidFill>
                  <a:effectLst/>
                  <a:uLnTx/>
                  <a:uFillTx/>
                  <a:latin typeface="Calibre"/>
                </a:rPr>
                <a:t> in the middle of the placeholder and choose the image from your computer.</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Click on the </a:t>
              </a:r>
              <a:r>
                <a:rPr kumimoji="0" lang="en-GB" sz="800" b="1" i="0" u="none" strike="noStrike" kern="1200" cap="none" spc="0" normalizeH="0" baseline="0" noProof="0" dirty="0">
                  <a:ln>
                    <a:noFill/>
                  </a:ln>
                  <a:solidFill>
                    <a:srgbClr val="012A2D"/>
                  </a:solidFill>
                  <a:effectLst/>
                  <a:uLnTx/>
                  <a:uFillTx/>
                  <a:latin typeface="Calibre"/>
                </a:rPr>
                <a:t>Format Picture </a:t>
              </a:r>
              <a:r>
                <a:rPr kumimoji="0" lang="en-GB" sz="800" b="0" i="0" u="none" strike="noStrike" kern="1200" cap="none" spc="0" normalizeH="0" baseline="0" noProof="0" dirty="0">
                  <a:ln>
                    <a:noFill/>
                  </a:ln>
                  <a:solidFill>
                    <a:srgbClr val="012A2D"/>
                  </a:solidFill>
                  <a:effectLst/>
                  <a:uLnTx/>
                  <a:uFillTx/>
                  <a:latin typeface="Calibre"/>
                </a:rPr>
                <a:t>tab in the ribbon and use the tools to edit the image.</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Choose </a:t>
              </a:r>
              <a:r>
                <a:rPr kumimoji="0" lang="en-GB" sz="800" b="1" i="0" u="none" strike="noStrike" kern="1200" cap="none" spc="0" normalizeH="0" baseline="0" noProof="0" dirty="0">
                  <a:ln>
                    <a:noFill/>
                  </a:ln>
                  <a:solidFill>
                    <a:srgbClr val="012A2D"/>
                  </a:solidFill>
                  <a:effectLst/>
                  <a:uLnTx/>
                  <a:uFillTx/>
                  <a:latin typeface="Calibre"/>
                </a:rPr>
                <a:t>Crop to </a:t>
              </a:r>
              <a:r>
                <a:rPr kumimoji="0" lang="en-GB" sz="800" b="0" i="0" u="none" strike="noStrike" kern="1200" cap="none" spc="0" normalizeH="0" baseline="0" noProof="0" dirty="0">
                  <a:ln>
                    <a:noFill/>
                  </a:ln>
                  <a:solidFill>
                    <a:srgbClr val="012A2D"/>
                  </a:solidFill>
                  <a:effectLst/>
                  <a:uLnTx/>
                  <a:uFillTx/>
                  <a:latin typeface="Calibre"/>
                </a:rPr>
                <a:t>resize and move the image within the placeholder, using the white circles in the corners of the image. Click on the drop down arrow and choose </a:t>
              </a:r>
              <a:r>
                <a:rPr kumimoji="0" lang="en-GB" sz="800" b="1" i="0" u="none" strike="noStrike" kern="1200" cap="none" spc="0" normalizeH="0" baseline="0" noProof="0" dirty="0">
                  <a:ln>
                    <a:noFill/>
                  </a:ln>
                  <a:solidFill>
                    <a:srgbClr val="012A2D"/>
                  </a:solidFill>
                  <a:effectLst/>
                  <a:uLnTx/>
                  <a:uFillTx/>
                  <a:latin typeface="Calibre"/>
                </a:rPr>
                <a:t>Fit</a:t>
              </a:r>
              <a:r>
                <a:rPr kumimoji="0" lang="en-GB" sz="800" b="0" i="0" u="none" strike="noStrike" kern="1200" cap="none" spc="0" normalizeH="0" baseline="0" noProof="0" dirty="0">
                  <a:ln>
                    <a:noFill/>
                  </a:ln>
                  <a:solidFill>
                    <a:srgbClr val="012A2D"/>
                  </a:solidFill>
                  <a:effectLst/>
                  <a:uLnTx/>
                  <a:uFillTx/>
                  <a:latin typeface="Calibre"/>
                </a:rPr>
                <a:t> </a:t>
              </a:r>
              <a:br>
                <a:rPr kumimoji="0" lang="en-GB" sz="800" b="0" i="0" u="none" strike="noStrike" kern="1200" cap="none" spc="0" normalizeH="0" baseline="0" noProof="0" dirty="0">
                  <a:ln>
                    <a:noFill/>
                  </a:ln>
                  <a:solidFill>
                    <a:srgbClr val="012A2D"/>
                  </a:solidFill>
                  <a:effectLst/>
                  <a:uLnTx/>
                  <a:uFillTx/>
                  <a:latin typeface="Calibre"/>
                </a:rPr>
              </a:br>
              <a:r>
                <a:rPr kumimoji="0" lang="en-GB" sz="800" b="0" i="0" u="none" strike="noStrike" kern="1200" cap="none" spc="0" normalizeH="0" baseline="0" noProof="0" dirty="0">
                  <a:ln>
                    <a:noFill/>
                  </a:ln>
                  <a:solidFill>
                    <a:srgbClr val="012A2D"/>
                  </a:solidFill>
                  <a:effectLst/>
                  <a:uLnTx/>
                  <a:uFillTx/>
                  <a:latin typeface="Calibre"/>
                </a:rPr>
                <a:t>to fit the image to the placeholder.</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Choose </a:t>
              </a:r>
              <a:r>
                <a:rPr kumimoji="0" lang="en-GB" sz="800" b="1" i="0" u="none" strike="noStrike" kern="1200" cap="none" spc="0" normalizeH="0" baseline="0" noProof="0" dirty="0">
                  <a:ln>
                    <a:noFill/>
                  </a:ln>
                  <a:solidFill>
                    <a:srgbClr val="012A2D"/>
                  </a:solidFill>
                  <a:effectLst/>
                  <a:uLnTx/>
                  <a:uFillTx/>
                  <a:latin typeface="Calibre"/>
                </a:rPr>
                <a:t>Picture Colour </a:t>
              </a:r>
              <a:r>
                <a:rPr kumimoji="0" lang="en-GB" sz="800" b="0" i="0" u="none" strike="noStrike" kern="1200" cap="none" spc="0" normalizeH="0" baseline="0" noProof="0" dirty="0">
                  <a:ln>
                    <a:noFill/>
                  </a:ln>
                  <a:solidFill>
                    <a:srgbClr val="012A2D"/>
                  </a:solidFill>
                  <a:effectLst/>
                  <a:uLnTx/>
                  <a:uFillTx/>
                  <a:latin typeface="Calibre"/>
                </a:rPr>
                <a:t>to adjust the Saturation, Tone, and Colour.</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Choose </a:t>
              </a:r>
              <a:r>
                <a:rPr kumimoji="0" lang="en-GB" sz="800" b="1" i="0" u="none" strike="noStrike" kern="1200" cap="none" spc="0" normalizeH="0" baseline="0" noProof="0" dirty="0">
                  <a:ln>
                    <a:noFill/>
                  </a:ln>
                  <a:solidFill>
                    <a:srgbClr val="012A2D"/>
                  </a:solidFill>
                  <a:effectLst/>
                  <a:uLnTx/>
                  <a:uFillTx/>
                  <a:latin typeface="Calibre"/>
                </a:rPr>
                <a:t>Picture Correction </a:t>
              </a:r>
              <a:br>
                <a:rPr kumimoji="0" lang="en-GB" sz="800" b="0" i="0" u="none" strike="noStrike" kern="1200" cap="none" spc="0" normalizeH="0" baseline="0" noProof="0" dirty="0">
                  <a:ln>
                    <a:noFill/>
                  </a:ln>
                  <a:solidFill>
                    <a:srgbClr val="012A2D"/>
                  </a:solidFill>
                  <a:effectLst/>
                  <a:uLnTx/>
                  <a:uFillTx/>
                  <a:latin typeface="Calibre"/>
                </a:rPr>
              </a:br>
              <a:r>
                <a:rPr kumimoji="0" lang="en-GB" sz="800" b="0" i="0" u="none" strike="noStrike" kern="1200" cap="none" spc="0" normalizeH="0" baseline="0" noProof="0" dirty="0">
                  <a:ln>
                    <a:noFill/>
                  </a:ln>
                  <a:solidFill>
                    <a:srgbClr val="012A2D"/>
                  </a:solidFill>
                  <a:effectLst/>
                  <a:uLnTx/>
                  <a:uFillTx/>
                  <a:latin typeface="Calibre"/>
                </a:rPr>
                <a:t>to adjust the Sharpness, Brightness, and Contrast.</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Once you are happy with your image, right click on it and select </a:t>
              </a:r>
              <a:r>
                <a:rPr kumimoji="0" lang="en-GB" sz="800" b="1" i="0" u="none" strike="noStrike" kern="1200" cap="none" spc="0" normalizeH="0" baseline="0" noProof="0" dirty="0">
                  <a:ln>
                    <a:noFill/>
                  </a:ln>
                  <a:solidFill>
                    <a:srgbClr val="012A2D"/>
                  </a:solidFill>
                  <a:effectLst/>
                  <a:uLnTx/>
                  <a:uFillTx/>
                  <a:latin typeface="Calibre"/>
                </a:rPr>
                <a:t>‘Send to back’</a:t>
              </a:r>
              <a:r>
                <a:rPr kumimoji="0" lang="en-GB" sz="800" b="0" i="0" u="none" strike="noStrike" kern="1200" cap="none" spc="0" normalizeH="0" baseline="0" noProof="0" dirty="0">
                  <a:ln>
                    <a:noFill/>
                  </a:ln>
                  <a:solidFill>
                    <a:srgbClr val="012A2D"/>
                  </a:solidFill>
                  <a:effectLst/>
                  <a:uLnTx/>
                  <a:uFillTx/>
                  <a:latin typeface="Calibre"/>
                </a:rPr>
                <a:t>. </a:t>
              </a:r>
            </a:p>
          </p:txBody>
        </p:sp>
        <p:sp>
          <p:nvSpPr>
            <p:cNvPr id="11" name="Guidance">
              <a:extLst>
                <a:ext uri="{FF2B5EF4-FFF2-40B4-BE49-F238E27FC236}">
                  <a16:creationId xmlns:a16="http://schemas.microsoft.com/office/drawing/2014/main" id="{32141267-82D5-046D-248D-9CDCFE3798E9}"/>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How to Insert an image</a:t>
              </a:r>
            </a:p>
          </p:txBody>
        </p:sp>
      </p:grpSp>
    </p:spTree>
    <p:extLst>
      <p:ext uri="{BB962C8B-B14F-4D97-AF65-F5344CB8AC3E}">
        <p14:creationId xmlns:p14="http://schemas.microsoft.com/office/powerpoint/2010/main" val="1542515433"/>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Title + image 02">
    <p:bg>
      <p:bgPr>
        <a:solidFill>
          <a:srgbClr val="003F2D"/>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A7F2D6A3-4326-ECEE-1960-EB4C60614FC9}"/>
              </a:ext>
            </a:extLst>
          </p:cNvPr>
          <p:cNvSpPr>
            <a:spLocks noGrp="1"/>
          </p:cNvSpPr>
          <p:nvPr>
            <p:ph type="title" hasCustomPrompt="1"/>
          </p:nvPr>
        </p:nvSpPr>
        <p:spPr>
          <a:xfrm>
            <a:off x="5119688" y="973138"/>
            <a:ext cx="6567486" cy="3897312"/>
          </a:xfrm>
        </p:spPr>
        <p:txBody>
          <a:bodyPr anchor="b" anchorCtr="0"/>
          <a:lstStyle>
            <a:lvl1pPr>
              <a:lnSpc>
                <a:spcPct val="75000"/>
              </a:lnSpc>
              <a:defRPr sz="7200">
                <a:solidFill>
                  <a:schemeClr val="tx1"/>
                </a:solidFill>
              </a:defRPr>
            </a:lvl1pPr>
            <a:lvl2pPr>
              <a:lnSpc>
                <a:spcPct val="75000"/>
              </a:lnSpc>
              <a:defRPr sz="8000"/>
            </a:lvl2pPr>
            <a:lvl3pPr>
              <a:lnSpc>
                <a:spcPct val="80000"/>
              </a:lnSpc>
              <a:defRPr sz="7200"/>
            </a:lvl3pPr>
            <a:lvl4pPr>
              <a:lnSpc>
                <a:spcPct val="80000"/>
              </a:lnSpc>
              <a:defRPr sz="6600"/>
            </a:lvl4pPr>
            <a:lvl5pPr>
              <a:lnSpc>
                <a:spcPct val="80000"/>
              </a:lnSpc>
              <a:defRPr sz="5400"/>
            </a:lvl5pPr>
            <a:lvl6pPr>
              <a:lnSpc>
                <a:spcPct val="80000"/>
              </a:lnSpc>
              <a:defRPr sz="4800"/>
            </a:lvl6pPr>
            <a:lvl7pPr>
              <a:lnSpc>
                <a:spcPct val="80000"/>
              </a:lnSpc>
              <a:defRPr sz="4400"/>
            </a:lvl7pPr>
            <a:lvl8pPr>
              <a:lnSpc>
                <a:spcPct val="80000"/>
              </a:lnSpc>
              <a:defRPr sz="4000"/>
            </a:lvl8pPr>
            <a:lvl9pPr>
              <a:lnSpc>
                <a:spcPct val="75000"/>
              </a:lnSpc>
              <a:defRPr sz="11000"/>
            </a:lvl9pPr>
          </a:lstStyle>
          <a:p>
            <a:pPr lvl="0"/>
            <a:r>
              <a:rPr lang="en-GB" dirty="0"/>
              <a:t>Presentation title</a:t>
            </a:r>
          </a:p>
        </p:txBody>
      </p:sp>
      <p:sp>
        <p:nvSpPr>
          <p:cNvPr id="5" name="Subtitle">
            <a:extLst>
              <a:ext uri="{FF2B5EF4-FFF2-40B4-BE49-F238E27FC236}">
                <a16:creationId xmlns:a16="http://schemas.microsoft.com/office/drawing/2014/main" id="{DAE08EB1-54DB-1BAD-2D6C-7FFD0A44D79A}"/>
              </a:ext>
            </a:extLst>
          </p:cNvPr>
          <p:cNvSpPr>
            <a:spLocks noGrp="1"/>
          </p:cNvSpPr>
          <p:nvPr>
            <p:ph type="subTitle" idx="1" hasCustomPrompt="1"/>
          </p:nvPr>
        </p:nvSpPr>
        <p:spPr>
          <a:xfrm>
            <a:off x="7170736" y="5576463"/>
            <a:ext cx="4516438" cy="625475"/>
          </a:xfrm>
        </p:spPr>
        <p:txBody>
          <a:bodyPr anchor="b" anchorCtr="0"/>
          <a:lstStyle>
            <a:lvl1pPr marL="0" indent="0" algn="r">
              <a:lnSpc>
                <a:spcPct val="100000"/>
              </a:lnSpc>
              <a:spcBef>
                <a:spcPts val="0"/>
              </a:spcBef>
              <a:spcAft>
                <a:spcPts val="0"/>
              </a:spcAft>
              <a:buNone/>
              <a:defRPr sz="1600">
                <a:solidFill>
                  <a:schemeClr val="tx1"/>
                </a:solidFill>
                <a:latin typeface="Calibre Semibold" panose="020B0703030202060203" pitchFamily="34" charset="0"/>
              </a:defRPr>
            </a:lvl1pPr>
            <a:lvl2pPr marL="0" indent="0" algn="r">
              <a:lnSpc>
                <a:spcPct val="100000"/>
              </a:lnSpc>
              <a:spcBef>
                <a:spcPts val="0"/>
              </a:spcBef>
              <a:spcAft>
                <a:spcPts val="0"/>
              </a:spcAft>
              <a:buNone/>
              <a:defRPr sz="1600">
                <a:solidFill>
                  <a:schemeClr val="tx1"/>
                </a:solidFill>
                <a:latin typeface="+mn-lt"/>
              </a:defRPr>
            </a:lvl2pPr>
            <a:lvl3pPr marL="0" indent="0" algn="r">
              <a:buNone/>
              <a:defRPr sz="1200">
                <a:solidFill>
                  <a:schemeClr val="tx1"/>
                </a:solidFill>
                <a:latin typeface="+mn-lt"/>
              </a:defRPr>
            </a:lvl3pPr>
            <a:lvl4pPr marL="180000" indent="-180000" algn="l">
              <a:buFont typeface="Calibre" panose="020B0503030202060203" pitchFamily="34" charset="0"/>
              <a:buChar char="–"/>
              <a:defRPr sz="1200">
                <a:solidFill>
                  <a:schemeClr val="tx1"/>
                </a:solidFill>
                <a:latin typeface="+mn-lt"/>
              </a:defRPr>
            </a:lvl4pPr>
            <a:lvl5pPr marL="360000" indent="-180000" algn="l">
              <a:buFont typeface="Arial" panose="020B0604020202020204" pitchFamily="34" charset="0"/>
              <a:buChar char="•"/>
              <a:defRPr sz="1200">
                <a:solidFill>
                  <a:schemeClr val="tx1"/>
                </a:solidFill>
                <a:latin typeface="+mn-lt"/>
              </a:defRPr>
            </a:lvl5pPr>
            <a:lvl6pPr marL="0" indent="0" algn="l">
              <a:buNone/>
              <a:defRPr sz="1200">
                <a:solidFill>
                  <a:schemeClr val="tx1"/>
                </a:solidFill>
                <a:latin typeface="Calibre Semibold" panose="020B0703030202060203" pitchFamily="34" charset="0"/>
              </a:defRPr>
            </a:lvl6pPr>
            <a:lvl7pPr marL="0" indent="0" algn="l">
              <a:buNone/>
              <a:defRPr sz="1050">
                <a:solidFill>
                  <a:schemeClr val="tx1"/>
                </a:solidFill>
                <a:latin typeface="Calibre Semibold" panose="020B0703030202060203" pitchFamily="34" charset="0"/>
              </a:defRPr>
            </a:lvl7pPr>
            <a:lvl8pPr marL="0" indent="0" algn="l">
              <a:buNone/>
              <a:defRPr sz="1050">
                <a:solidFill>
                  <a:schemeClr val="tx1"/>
                </a:solidFill>
                <a:latin typeface="+mn-lt"/>
              </a:defRPr>
            </a:lvl8pPr>
            <a:lvl9pPr marL="180000" indent="-180000" algn="l">
              <a:buFont typeface="Calibre" panose="020B0503030202060203" pitchFamily="34" charset="0"/>
              <a:buChar char="–"/>
              <a:defRPr sz="1050">
                <a:solidFill>
                  <a:schemeClr val="tx1"/>
                </a:solidFill>
                <a:latin typeface="+mn-lt"/>
              </a:defRPr>
            </a:lvl9pPr>
          </a:lstStyle>
          <a:p>
            <a:r>
              <a:rPr lang="en-GB" dirty="0"/>
              <a:t>Presenter Name – Level 1</a:t>
            </a:r>
            <a:br>
              <a:rPr lang="en-GB" dirty="0"/>
            </a:br>
            <a:r>
              <a:rPr lang="en-GB" dirty="0"/>
              <a:t>Use level 2 for additional information</a:t>
            </a:r>
          </a:p>
          <a:p>
            <a:pPr lvl="1"/>
            <a:r>
              <a:rPr lang="en-GB" dirty="0"/>
              <a:t>Additional Information – Level 2</a:t>
            </a:r>
          </a:p>
          <a:p>
            <a:pPr lvl="2"/>
            <a:r>
              <a:rPr lang="en-GB" dirty="0"/>
              <a:t>Body Copy</a:t>
            </a:r>
          </a:p>
          <a:p>
            <a:pPr lvl="3"/>
            <a:r>
              <a:rPr lang="en-GB" dirty="0"/>
              <a:t>Body Bullet</a:t>
            </a:r>
          </a:p>
          <a:p>
            <a:pPr lvl="4"/>
            <a:r>
              <a:rPr lang="en-GB" dirty="0"/>
              <a:t>Body Bullet 2</a:t>
            </a:r>
          </a:p>
          <a:p>
            <a:pPr lvl="5"/>
            <a:r>
              <a:rPr lang="en-GB" dirty="0"/>
              <a:t>Heading 3</a:t>
            </a:r>
          </a:p>
          <a:p>
            <a:pPr lvl="6"/>
            <a:r>
              <a:rPr lang="en-GB" dirty="0"/>
              <a:t>Caption</a:t>
            </a:r>
          </a:p>
          <a:p>
            <a:pPr lvl="7"/>
            <a:r>
              <a:rPr lang="en-GB" dirty="0"/>
              <a:t>Caption copy</a:t>
            </a:r>
          </a:p>
          <a:p>
            <a:pPr lvl="8"/>
            <a:r>
              <a:rPr lang="en-GB" dirty="0"/>
              <a:t>Caption bullet</a:t>
            </a:r>
          </a:p>
        </p:txBody>
      </p:sp>
      <p:sp>
        <p:nvSpPr>
          <p:cNvPr id="3" name="Date Placeholder">
            <a:extLst>
              <a:ext uri="{FF2B5EF4-FFF2-40B4-BE49-F238E27FC236}">
                <a16:creationId xmlns:a16="http://schemas.microsoft.com/office/drawing/2014/main" id="{3717E46F-EF5A-3F36-B2B9-7BB442CA45BB}"/>
              </a:ext>
            </a:extLst>
          </p:cNvPr>
          <p:cNvSpPr>
            <a:spLocks noGrp="1"/>
          </p:cNvSpPr>
          <p:nvPr>
            <p:ph type="body" sz="half" idx="12" hasCustomPrompt="1"/>
          </p:nvPr>
        </p:nvSpPr>
        <p:spPr>
          <a:xfrm>
            <a:off x="5119688" y="431464"/>
            <a:ext cx="1436689" cy="144000"/>
          </a:xfrm>
          <a:prstGeom prst="rect">
            <a:avLst/>
          </a:prstGeom>
        </p:spPr>
        <p:txBody>
          <a:bodyPr lIns="0" tIns="0" rIns="0" bIns="0"/>
          <a:lstStyle>
            <a:lvl1pPr indent="0">
              <a:spcBef>
                <a:spcPts val="0"/>
              </a:spcBef>
              <a:spcAft>
                <a:spcPts val="0"/>
              </a:spcAft>
              <a:defRPr sz="1050" b="1" cap="all" normalizeH="0" baseline="0">
                <a:solidFill>
                  <a:schemeClr val="tx1"/>
                </a:solidFill>
                <a:latin typeface="Space Mono" panose="02000509040000020004" pitchFamily="49" charset="0"/>
              </a:defRPr>
            </a:lvl1pPr>
            <a:lvl2pPr indent="0">
              <a:spcBef>
                <a:spcPts val="0"/>
              </a:spcBef>
              <a:spcAft>
                <a:spcPts val="0"/>
              </a:spcAft>
              <a:defRPr sz="1050" b="1">
                <a:latin typeface="Space Mono" panose="02000509040000020004" pitchFamily="49" charset="0"/>
              </a:defRPr>
            </a:lvl2pPr>
            <a:lvl3pPr indent="0">
              <a:spcBef>
                <a:spcPts val="0"/>
              </a:spcBef>
              <a:spcAft>
                <a:spcPts val="0"/>
              </a:spcAft>
              <a:defRPr sz="1050" b="1">
                <a:latin typeface="Space Mono" panose="02000509040000020004" pitchFamily="49" charset="0"/>
              </a:defRPr>
            </a:lvl3pPr>
            <a:lvl4pPr indent="0">
              <a:spcBef>
                <a:spcPts val="0"/>
              </a:spcBef>
              <a:spcAft>
                <a:spcPts val="0"/>
              </a:spcAft>
              <a:defRPr sz="1050" b="1">
                <a:latin typeface="Space Mono" panose="02000509040000020004" pitchFamily="49" charset="0"/>
              </a:defRPr>
            </a:lvl4pPr>
            <a:lvl5pPr indent="0">
              <a:spcBef>
                <a:spcPts val="0"/>
              </a:spcBef>
              <a:spcAft>
                <a:spcPts val="0"/>
              </a:spcAft>
              <a:defRPr sz="1050" b="1">
                <a:latin typeface="Space Mono" panose="02000509040000020004" pitchFamily="49" charset="0"/>
              </a:defRPr>
            </a:lvl5pPr>
            <a:lvl6pPr indent="0">
              <a:spcBef>
                <a:spcPts val="0"/>
              </a:spcBef>
              <a:spcAft>
                <a:spcPts val="0"/>
              </a:spcAft>
              <a:defRPr sz="1050" b="1">
                <a:latin typeface="Space Mono" panose="02000509040000020004" pitchFamily="49" charset="0"/>
              </a:defRPr>
            </a:lvl6pPr>
            <a:lvl7pPr indent="0">
              <a:spcBef>
                <a:spcPts val="0"/>
              </a:spcBef>
              <a:spcAft>
                <a:spcPts val="0"/>
              </a:spcAft>
              <a:defRPr sz="1050" b="1">
                <a:latin typeface="Space Mono" panose="02000509040000020004" pitchFamily="49" charset="0"/>
              </a:defRPr>
            </a:lvl7pPr>
            <a:lvl8pPr indent="0">
              <a:spcBef>
                <a:spcPts val="0"/>
              </a:spcBef>
              <a:spcAft>
                <a:spcPts val="0"/>
              </a:spcAft>
              <a:defRPr sz="1050" b="1">
                <a:latin typeface="Space Mono" panose="02000509040000020004" pitchFamily="49" charset="0"/>
              </a:defRPr>
            </a:lvl8pPr>
            <a:lvl9pPr indent="0">
              <a:spcBef>
                <a:spcPts val="0"/>
              </a:spcBef>
              <a:spcAft>
                <a:spcPts val="0"/>
              </a:spcAft>
              <a:defRPr sz="1050" b="1">
                <a:latin typeface="Space Mono" panose="02000509040000020004" pitchFamily="49" charset="0"/>
              </a:defRPr>
            </a:lvl9pPr>
          </a:lstStyle>
          <a:p>
            <a:r>
              <a:rPr lang="en-GB" dirty="0"/>
              <a:t>DATE HERE</a:t>
            </a:r>
          </a:p>
        </p:txBody>
      </p:sp>
      <p:sp>
        <p:nvSpPr>
          <p:cNvPr id="6" name="Picture Placeholder 1">
            <a:extLst>
              <a:ext uri="{FF2B5EF4-FFF2-40B4-BE49-F238E27FC236}">
                <a16:creationId xmlns:a16="http://schemas.microsoft.com/office/drawing/2014/main" id="{E3E372D0-DC5F-991B-D2B6-E7CE2AAFB183}"/>
              </a:ext>
              <a:ext uri="{C183D7F6-B498-43B3-948B-1728B52AA6E4}">
                <adec:decorative xmlns:adec="http://schemas.microsoft.com/office/drawing/2017/decorative" val="1"/>
              </a:ext>
            </a:extLst>
          </p:cNvPr>
          <p:cNvSpPr>
            <a:spLocks noGrp="1"/>
          </p:cNvSpPr>
          <p:nvPr>
            <p:ph type="pic" sz="quarter" idx="13"/>
          </p:nvPr>
        </p:nvSpPr>
        <p:spPr>
          <a:xfrm>
            <a:off x="0" y="0"/>
            <a:ext cx="4516438" cy="6858000"/>
          </a:xfrm>
          <a:custGeom>
            <a:avLst/>
            <a:gdLst>
              <a:gd name="connsiteX0" fmla="*/ 0 w 4516438"/>
              <a:gd name="connsiteY0" fmla="*/ 0 h 6858000"/>
              <a:gd name="connsiteX1" fmla="*/ 4516438 w 4516438"/>
              <a:gd name="connsiteY1" fmla="*/ 0 h 6858000"/>
              <a:gd name="connsiteX2" fmla="*/ 4516438 w 4516438"/>
              <a:gd name="connsiteY2" fmla="*/ 5305425 h 6858000"/>
              <a:gd name="connsiteX3" fmla="*/ 503238 w 4516438"/>
              <a:gd name="connsiteY3" fmla="*/ 5305425 h 6858000"/>
              <a:gd name="connsiteX4" fmla="*/ 503238 w 4516438"/>
              <a:gd name="connsiteY4" fmla="*/ 5368925 h 6858000"/>
              <a:gd name="connsiteX5" fmla="*/ 4516438 w 4516438"/>
              <a:gd name="connsiteY5" fmla="*/ 5368925 h 6858000"/>
              <a:gd name="connsiteX6" fmla="*/ 4516438 w 4516438"/>
              <a:gd name="connsiteY6" fmla="*/ 6858000 h 6858000"/>
              <a:gd name="connsiteX7" fmla="*/ 0 w 4516438"/>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16438" h="6858000">
                <a:moveTo>
                  <a:pt x="0" y="0"/>
                </a:moveTo>
                <a:lnTo>
                  <a:pt x="4516438" y="0"/>
                </a:lnTo>
                <a:lnTo>
                  <a:pt x="4516438" y="5305425"/>
                </a:lnTo>
                <a:lnTo>
                  <a:pt x="503238" y="5305425"/>
                </a:lnTo>
                <a:lnTo>
                  <a:pt x="503238" y="5368925"/>
                </a:lnTo>
                <a:lnTo>
                  <a:pt x="4516438" y="5368925"/>
                </a:lnTo>
                <a:lnTo>
                  <a:pt x="4516438" y="6858000"/>
                </a:lnTo>
                <a:lnTo>
                  <a:pt x="0" y="6858000"/>
                </a:lnTo>
                <a:close/>
              </a:path>
            </a:pathLst>
          </a:custGeom>
        </p:spPr>
        <p:txBody>
          <a:bodyPr wrap="square" anchor="ctr" anchorCtr="1">
            <a:noAutofit/>
          </a:bodyPr>
          <a:lstStyle>
            <a:lvl1pPr algn="ctr">
              <a:defRPr sz="1800"/>
            </a:lvl1pPr>
          </a:lstStyle>
          <a:p>
            <a:r>
              <a:rPr lang="en-GB"/>
              <a:t>Click icon to add picture</a:t>
            </a:r>
            <a:endParaRPr lang="en-GB" dirty="0"/>
          </a:p>
        </p:txBody>
      </p:sp>
      <p:sp>
        <p:nvSpPr>
          <p:cNvPr id="4" name="CBRE Vector Logo" descr="CBRE logo">
            <a:extLst>
              <a:ext uri="{FF2B5EF4-FFF2-40B4-BE49-F238E27FC236}">
                <a16:creationId xmlns:a16="http://schemas.microsoft.com/office/drawing/2014/main" id="{E097F5CA-ACD7-328F-C997-CFF81656A182}"/>
              </a:ext>
              <a:ext uri="{C183D7F6-B498-43B3-948B-1728B52AA6E4}">
                <adec:decorative xmlns:adec="http://schemas.microsoft.com/office/drawing/2017/decorative" val="0"/>
              </a:ext>
            </a:extLst>
          </p:cNvPr>
          <p:cNvSpPr>
            <a:spLocks noChangeAspect="1"/>
          </p:cNvSpPr>
          <p:nvPr userDrawn="1"/>
        </p:nvSpPr>
        <p:spPr>
          <a:xfrm>
            <a:off x="10750535" y="452438"/>
            <a:ext cx="924217" cy="229615"/>
          </a:xfrm>
          <a:custGeom>
            <a:avLst/>
            <a:gdLst>
              <a:gd name="connsiteX0" fmla="*/ 306851 w 924217"/>
              <a:gd name="connsiteY0" fmla="*/ 137455 h 229615"/>
              <a:gd name="connsiteX1" fmla="*/ 306851 w 924217"/>
              <a:gd name="connsiteY1" fmla="*/ 175680 h 229615"/>
              <a:gd name="connsiteX2" fmla="*/ 383040 w 924217"/>
              <a:gd name="connsiteY2" fmla="*/ 175680 h 229615"/>
              <a:gd name="connsiteX3" fmla="*/ 402153 w 924217"/>
              <a:gd name="connsiteY3" fmla="*/ 156305 h 229615"/>
              <a:gd name="connsiteX4" fmla="*/ 385134 w 924217"/>
              <a:gd name="connsiteY4" fmla="*/ 137455 h 229615"/>
              <a:gd name="connsiteX5" fmla="*/ 384873 w 924217"/>
              <a:gd name="connsiteY5" fmla="*/ 137455 h 229615"/>
              <a:gd name="connsiteX6" fmla="*/ 384611 w 924217"/>
              <a:gd name="connsiteY6" fmla="*/ 137455 h 229615"/>
              <a:gd name="connsiteX7" fmla="*/ 539868 w 924217"/>
              <a:gd name="connsiteY7" fmla="*/ 50530 h 229615"/>
              <a:gd name="connsiteX8" fmla="*/ 539868 w 924217"/>
              <a:gd name="connsiteY8" fmla="*/ 87185 h 229615"/>
              <a:gd name="connsiteX9" fmla="*/ 618414 w 924217"/>
              <a:gd name="connsiteY9" fmla="*/ 87185 h 229615"/>
              <a:gd name="connsiteX10" fmla="*/ 636479 w 924217"/>
              <a:gd name="connsiteY10" fmla="*/ 71476 h 229615"/>
              <a:gd name="connsiteX11" fmla="*/ 636218 w 924217"/>
              <a:gd name="connsiteY11" fmla="*/ 71476 h 229615"/>
              <a:gd name="connsiteX12" fmla="*/ 636218 w 924217"/>
              <a:gd name="connsiteY12" fmla="*/ 66501 h 229615"/>
              <a:gd name="connsiteX13" fmla="*/ 618414 w 924217"/>
              <a:gd name="connsiteY13" fmla="*/ 50530 h 229615"/>
              <a:gd name="connsiteX14" fmla="*/ 306589 w 924217"/>
              <a:gd name="connsiteY14" fmla="*/ 49745 h 229615"/>
              <a:gd name="connsiteX15" fmla="*/ 306851 w 924217"/>
              <a:gd name="connsiteY15" fmla="*/ 87447 h 229615"/>
              <a:gd name="connsiteX16" fmla="*/ 386443 w 924217"/>
              <a:gd name="connsiteY16" fmla="*/ 87185 h 229615"/>
              <a:gd name="connsiteX17" fmla="*/ 402676 w 924217"/>
              <a:gd name="connsiteY17" fmla="*/ 68073 h 229615"/>
              <a:gd name="connsiteX18" fmla="*/ 386967 w 924217"/>
              <a:gd name="connsiteY18" fmla="*/ 49745 h 229615"/>
              <a:gd name="connsiteX19" fmla="*/ 386705 w 924217"/>
              <a:gd name="connsiteY19" fmla="*/ 49745 h 229615"/>
              <a:gd name="connsiteX20" fmla="*/ 386443 w 924217"/>
              <a:gd name="connsiteY20" fmla="*/ 49745 h 229615"/>
              <a:gd name="connsiteX21" fmla="*/ 484363 w 924217"/>
              <a:gd name="connsiteY21" fmla="*/ 261 h 229615"/>
              <a:gd name="connsiteX22" fmla="*/ 606108 w 924217"/>
              <a:gd name="connsiteY22" fmla="*/ 261 h 229615"/>
              <a:gd name="connsiteX23" fmla="*/ 688581 w 924217"/>
              <a:gd name="connsiteY23" fmla="*/ 60479 h 229615"/>
              <a:gd name="connsiteX24" fmla="*/ 654807 w 924217"/>
              <a:gd name="connsiteY24" fmla="*/ 111010 h 229615"/>
              <a:gd name="connsiteX25" fmla="*/ 687796 w 924217"/>
              <a:gd name="connsiteY25" fmla="*/ 155519 h 229615"/>
              <a:gd name="connsiteX26" fmla="*/ 687796 w 924217"/>
              <a:gd name="connsiteY26" fmla="*/ 229614 h 229615"/>
              <a:gd name="connsiteX27" fmla="*/ 633076 w 924217"/>
              <a:gd name="connsiteY27" fmla="*/ 229614 h 229615"/>
              <a:gd name="connsiteX28" fmla="*/ 633076 w 924217"/>
              <a:gd name="connsiteY28" fmla="*/ 169396 h 229615"/>
              <a:gd name="connsiteX29" fmla="*/ 601658 w 924217"/>
              <a:gd name="connsiteY29" fmla="*/ 136930 h 229615"/>
              <a:gd name="connsiteX30" fmla="*/ 540130 w 924217"/>
              <a:gd name="connsiteY30" fmla="*/ 136930 h 229615"/>
              <a:gd name="connsiteX31" fmla="*/ 540130 w 924217"/>
              <a:gd name="connsiteY31" fmla="*/ 229614 h 229615"/>
              <a:gd name="connsiteX32" fmla="*/ 484363 w 924217"/>
              <a:gd name="connsiteY32" fmla="*/ 229614 h 229615"/>
              <a:gd name="connsiteX33" fmla="*/ 722879 w 924217"/>
              <a:gd name="connsiteY33" fmla="*/ 0 h 229615"/>
              <a:gd name="connsiteX34" fmla="*/ 923955 w 924217"/>
              <a:gd name="connsiteY34" fmla="*/ 0 h 229615"/>
              <a:gd name="connsiteX35" fmla="*/ 923955 w 924217"/>
              <a:gd name="connsiteY35" fmla="*/ 50007 h 229615"/>
              <a:gd name="connsiteX36" fmla="*/ 778908 w 924217"/>
              <a:gd name="connsiteY36" fmla="*/ 50007 h 229615"/>
              <a:gd name="connsiteX37" fmla="*/ 779170 w 924217"/>
              <a:gd name="connsiteY37" fmla="*/ 86924 h 229615"/>
              <a:gd name="connsiteX38" fmla="*/ 909817 w 924217"/>
              <a:gd name="connsiteY38" fmla="*/ 86924 h 229615"/>
              <a:gd name="connsiteX39" fmla="*/ 909817 w 924217"/>
              <a:gd name="connsiteY39" fmla="*/ 137193 h 229615"/>
              <a:gd name="connsiteX40" fmla="*/ 779170 w 924217"/>
              <a:gd name="connsiteY40" fmla="*/ 137193 h 229615"/>
              <a:gd name="connsiteX41" fmla="*/ 779170 w 924217"/>
              <a:gd name="connsiteY41" fmla="*/ 177251 h 229615"/>
              <a:gd name="connsiteX42" fmla="*/ 924217 w 924217"/>
              <a:gd name="connsiteY42" fmla="*/ 177251 h 229615"/>
              <a:gd name="connsiteX43" fmla="*/ 924217 w 924217"/>
              <a:gd name="connsiteY43" fmla="*/ 229615 h 229615"/>
              <a:gd name="connsiteX44" fmla="*/ 723141 w 924217"/>
              <a:gd name="connsiteY44" fmla="*/ 229615 h 229615"/>
              <a:gd name="connsiteX45" fmla="*/ 722879 w 924217"/>
              <a:gd name="connsiteY45" fmla="*/ 0 h 229615"/>
              <a:gd name="connsiteX46" fmla="*/ 250298 w 924217"/>
              <a:gd name="connsiteY46" fmla="*/ 0 h 229615"/>
              <a:gd name="connsiteX47" fmla="*/ 369163 w 924217"/>
              <a:gd name="connsiteY47" fmla="*/ 0 h 229615"/>
              <a:gd name="connsiteX48" fmla="*/ 454254 w 924217"/>
              <a:gd name="connsiteY48" fmla="*/ 56815 h 229615"/>
              <a:gd name="connsiteX49" fmla="*/ 419956 w 924217"/>
              <a:gd name="connsiteY49" fmla="*/ 111011 h 229615"/>
              <a:gd name="connsiteX50" fmla="*/ 456611 w 924217"/>
              <a:gd name="connsiteY50" fmla="*/ 163113 h 229615"/>
              <a:gd name="connsiteX51" fmla="*/ 368902 w 924217"/>
              <a:gd name="connsiteY51" fmla="*/ 229091 h 229615"/>
              <a:gd name="connsiteX52" fmla="*/ 250298 w 924217"/>
              <a:gd name="connsiteY52" fmla="*/ 229091 h 229615"/>
              <a:gd name="connsiteX53" fmla="*/ 250298 w 924217"/>
              <a:gd name="connsiteY53" fmla="*/ 0 h 229615"/>
              <a:gd name="connsiteX54" fmla="*/ 213644 w 924217"/>
              <a:gd name="connsiteY54" fmla="*/ 0 h 229615"/>
              <a:gd name="connsiteX55" fmla="*/ 215476 w 924217"/>
              <a:gd name="connsiteY55" fmla="*/ 0 h 229615"/>
              <a:gd name="connsiteX56" fmla="*/ 215215 w 924217"/>
              <a:gd name="connsiteY56" fmla="*/ 52102 h 229615"/>
              <a:gd name="connsiteX57" fmla="*/ 213382 w 924217"/>
              <a:gd name="connsiteY57" fmla="*/ 52102 h 229615"/>
              <a:gd name="connsiteX58" fmla="*/ 109702 w 924217"/>
              <a:gd name="connsiteY58" fmla="*/ 53149 h 229615"/>
              <a:gd name="connsiteX59" fmla="*/ 54720 w 924217"/>
              <a:gd name="connsiteY59" fmla="*/ 112582 h 229615"/>
              <a:gd name="connsiteX60" fmla="*/ 111535 w 924217"/>
              <a:gd name="connsiteY60" fmla="*/ 173062 h 229615"/>
              <a:gd name="connsiteX61" fmla="*/ 213905 w 924217"/>
              <a:gd name="connsiteY61" fmla="*/ 174109 h 229615"/>
              <a:gd name="connsiteX62" fmla="*/ 216000 w 924217"/>
              <a:gd name="connsiteY62" fmla="*/ 174109 h 229615"/>
              <a:gd name="connsiteX63" fmla="*/ 215738 w 924217"/>
              <a:gd name="connsiteY63" fmla="*/ 229353 h 229615"/>
              <a:gd name="connsiteX64" fmla="*/ 213905 w 924217"/>
              <a:gd name="connsiteY64" fmla="*/ 229353 h 229615"/>
              <a:gd name="connsiteX65" fmla="*/ 145309 w 924217"/>
              <a:gd name="connsiteY65" fmla="*/ 229353 h 229615"/>
              <a:gd name="connsiteX66" fmla="*/ 126720 w 924217"/>
              <a:gd name="connsiteY66" fmla="*/ 229091 h 229615"/>
              <a:gd name="connsiteX67" fmla="*/ 64407 w 924217"/>
              <a:gd name="connsiteY67" fmla="*/ 216524 h 229615"/>
              <a:gd name="connsiteX68" fmla="*/ 1833 w 924217"/>
              <a:gd name="connsiteY68" fmla="*/ 137455 h 229615"/>
              <a:gd name="connsiteX69" fmla="*/ 0 w 924217"/>
              <a:gd name="connsiteY69" fmla="*/ 114415 h 229615"/>
              <a:gd name="connsiteX70" fmla="*/ 22516 w 924217"/>
              <a:gd name="connsiteY70" fmla="*/ 46080 h 229615"/>
              <a:gd name="connsiteX71" fmla="*/ 67811 w 924217"/>
              <a:gd name="connsiteY71" fmla="*/ 9687 h 229615"/>
              <a:gd name="connsiteX72" fmla="*/ 115462 w 924217"/>
              <a:gd name="connsiteY72" fmla="*/ 262 h 22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924217" h="229615">
                <a:moveTo>
                  <a:pt x="306851" y="137455"/>
                </a:moveTo>
                <a:lnTo>
                  <a:pt x="306851" y="175680"/>
                </a:lnTo>
                <a:lnTo>
                  <a:pt x="383040" y="175680"/>
                </a:lnTo>
                <a:cubicBezTo>
                  <a:pt x="393251" y="175680"/>
                  <a:pt x="402153" y="166778"/>
                  <a:pt x="402153" y="156305"/>
                </a:cubicBezTo>
                <a:cubicBezTo>
                  <a:pt x="402153" y="146618"/>
                  <a:pt x="394822" y="138502"/>
                  <a:pt x="385134" y="137455"/>
                </a:cubicBezTo>
                <a:lnTo>
                  <a:pt x="384873" y="137455"/>
                </a:lnTo>
                <a:lnTo>
                  <a:pt x="384611" y="137455"/>
                </a:lnTo>
                <a:close/>
                <a:moveTo>
                  <a:pt x="539868" y="50530"/>
                </a:moveTo>
                <a:lnTo>
                  <a:pt x="539868" y="87185"/>
                </a:lnTo>
                <a:lnTo>
                  <a:pt x="618414" y="87185"/>
                </a:lnTo>
                <a:cubicBezTo>
                  <a:pt x="627839" y="87185"/>
                  <a:pt x="635432" y="79068"/>
                  <a:pt x="636479" y="71476"/>
                </a:cubicBezTo>
                <a:lnTo>
                  <a:pt x="636218" y="71476"/>
                </a:lnTo>
                <a:lnTo>
                  <a:pt x="636218" y="66501"/>
                </a:lnTo>
                <a:cubicBezTo>
                  <a:pt x="635170" y="57337"/>
                  <a:pt x="627839" y="50530"/>
                  <a:pt x="618414" y="50530"/>
                </a:cubicBezTo>
                <a:close/>
                <a:moveTo>
                  <a:pt x="306589" y="49745"/>
                </a:moveTo>
                <a:lnTo>
                  <a:pt x="306851" y="87447"/>
                </a:lnTo>
                <a:lnTo>
                  <a:pt x="386443" y="87185"/>
                </a:lnTo>
                <a:cubicBezTo>
                  <a:pt x="395607" y="85876"/>
                  <a:pt x="402676" y="77236"/>
                  <a:pt x="402676" y="68073"/>
                </a:cubicBezTo>
                <a:cubicBezTo>
                  <a:pt x="402676" y="58909"/>
                  <a:pt x="396131" y="51316"/>
                  <a:pt x="386967" y="49745"/>
                </a:cubicBezTo>
                <a:lnTo>
                  <a:pt x="386705" y="49745"/>
                </a:lnTo>
                <a:lnTo>
                  <a:pt x="386443" y="49745"/>
                </a:lnTo>
                <a:close/>
                <a:moveTo>
                  <a:pt x="484363" y="261"/>
                </a:moveTo>
                <a:lnTo>
                  <a:pt x="606108" y="261"/>
                </a:lnTo>
                <a:cubicBezTo>
                  <a:pt x="645643" y="261"/>
                  <a:pt x="688319" y="10734"/>
                  <a:pt x="688581" y="60479"/>
                </a:cubicBezTo>
                <a:cubicBezTo>
                  <a:pt x="688581" y="100799"/>
                  <a:pt x="654807" y="111010"/>
                  <a:pt x="654807" y="111010"/>
                </a:cubicBezTo>
                <a:cubicBezTo>
                  <a:pt x="654807" y="111010"/>
                  <a:pt x="687796" y="121221"/>
                  <a:pt x="687796" y="155519"/>
                </a:cubicBezTo>
                <a:lnTo>
                  <a:pt x="687796" y="229614"/>
                </a:lnTo>
                <a:lnTo>
                  <a:pt x="633076" y="229614"/>
                </a:lnTo>
                <a:lnTo>
                  <a:pt x="633076" y="169396"/>
                </a:lnTo>
                <a:cubicBezTo>
                  <a:pt x="633076" y="151592"/>
                  <a:pt x="619199" y="137192"/>
                  <a:pt x="601658" y="136930"/>
                </a:cubicBezTo>
                <a:cubicBezTo>
                  <a:pt x="601658" y="136930"/>
                  <a:pt x="540130" y="136930"/>
                  <a:pt x="540130" y="136930"/>
                </a:cubicBezTo>
                <a:cubicBezTo>
                  <a:pt x="540130" y="136930"/>
                  <a:pt x="540130" y="223068"/>
                  <a:pt x="540130" y="229614"/>
                </a:cubicBezTo>
                <a:cubicBezTo>
                  <a:pt x="534370" y="229614"/>
                  <a:pt x="484363" y="229614"/>
                  <a:pt x="484363" y="229614"/>
                </a:cubicBezTo>
                <a:close/>
                <a:moveTo>
                  <a:pt x="722879" y="0"/>
                </a:moveTo>
                <a:lnTo>
                  <a:pt x="923955" y="0"/>
                </a:lnTo>
                <a:lnTo>
                  <a:pt x="923955" y="50007"/>
                </a:lnTo>
                <a:lnTo>
                  <a:pt x="778908" y="50007"/>
                </a:lnTo>
                <a:lnTo>
                  <a:pt x="779170" y="86924"/>
                </a:lnTo>
                <a:lnTo>
                  <a:pt x="909817" y="86924"/>
                </a:lnTo>
                <a:lnTo>
                  <a:pt x="909817" y="137193"/>
                </a:lnTo>
                <a:lnTo>
                  <a:pt x="779170" y="137193"/>
                </a:lnTo>
                <a:lnTo>
                  <a:pt x="779170" y="177251"/>
                </a:lnTo>
                <a:lnTo>
                  <a:pt x="924217" y="177251"/>
                </a:lnTo>
                <a:lnTo>
                  <a:pt x="924217" y="229615"/>
                </a:lnTo>
                <a:cubicBezTo>
                  <a:pt x="924217" y="229615"/>
                  <a:pt x="729948" y="229615"/>
                  <a:pt x="723141" y="229615"/>
                </a:cubicBezTo>
                <a:cubicBezTo>
                  <a:pt x="722879" y="223069"/>
                  <a:pt x="722879" y="0"/>
                  <a:pt x="722879" y="0"/>
                </a:cubicBezTo>
                <a:close/>
                <a:moveTo>
                  <a:pt x="250298" y="0"/>
                </a:moveTo>
                <a:lnTo>
                  <a:pt x="369163" y="0"/>
                </a:lnTo>
                <a:cubicBezTo>
                  <a:pt x="432785" y="0"/>
                  <a:pt x="454516" y="26444"/>
                  <a:pt x="454254" y="56815"/>
                </a:cubicBezTo>
                <a:cubicBezTo>
                  <a:pt x="454516" y="76713"/>
                  <a:pt x="449280" y="101324"/>
                  <a:pt x="419956" y="111011"/>
                </a:cubicBezTo>
                <a:cubicBezTo>
                  <a:pt x="419956" y="111011"/>
                  <a:pt x="456611" y="123316"/>
                  <a:pt x="456611" y="163113"/>
                </a:cubicBezTo>
                <a:cubicBezTo>
                  <a:pt x="456611" y="196102"/>
                  <a:pt x="433047" y="229091"/>
                  <a:pt x="368902" y="229091"/>
                </a:cubicBezTo>
                <a:cubicBezTo>
                  <a:pt x="368902" y="229091"/>
                  <a:pt x="256843" y="229091"/>
                  <a:pt x="250298" y="229091"/>
                </a:cubicBezTo>
                <a:cubicBezTo>
                  <a:pt x="250298" y="222545"/>
                  <a:pt x="250298" y="0"/>
                  <a:pt x="250298" y="0"/>
                </a:cubicBezTo>
                <a:close/>
                <a:moveTo>
                  <a:pt x="213644" y="0"/>
                </a:moveTo>
                <a:lnTo>
                  <a:pt x="215476" y="0"/>
                </a:lnTo>
                <a:lnTo>
                  <a:pt x="215215" y="52102"/>
                </a:lnTo>
                <a:lnTo>
                  <a:pt x="213382" y="52102"/>
                </a:lnTo>
                <a:cubicBezTo>
                  <a:pt x="212596" y="52102"/>
                  <a:pt x="125673" y="51055"/>
                  <a:pt x="109702" y="53149"/>
                </a:cubicBezTo>
                <a:cubicBezTo>
                  <a:pt x="76189" y="57600"/>
                  <a:pt x="54720" y="80902"/>
                  <a:pt x="54720" y="112582"/>
                </a:cubicBezTo>
                <a:cubicBezTo>
                  <a:pt x="54720" y="137978"/>
                  <a:pt x="69644" y="168873"/>
                  <a:pt x="111535" y="173062"/>
                </a:cubicBezTo>
                <a:cubicBezTo>
                  <a:pt x="137716" y="175680"/>
                  <a:pt x="213120" y="174109"/>
                  <a:pt x="213905" y="174109"/>
                </a:cubicBezTo>
                <a:lnTo>
                  <a:pt x="216000" y="174109"/>
                </a:lnTo>
                <a:lnTo>
                  <a:pt x="215738" y="229353"/>
                </a:lnTo>
                <a:lnTo>
                  <a:pt x="213905" y="229353"/>
                </a:lnTo>
                <a:cubicBezTo>
                  <a:pt x="213905" y="229353"/>
                  <a:pt x="145309" y="229353"/>
                  <a:pt x="145309" y="229353"/>
                </a:cubicBezTo>
                <a:cubicBezTo>
                  <a:pt x="145309" y="229353"/>
                  <a:pt x="126720" y="229091"/>
                  <a:pt x="126720" y="229091"/>
                </a:cubicBezTo>
                <a:cubicBezTo>
                  <a:pt x="92422" y="227258"/>
                  <a:pt x="75404" y="221498"/>
                  <a:pt x="64407" y="216524"/>
                </a:cubicBezTo>
                <a:cubicBezTo>
                  <a:pt x="31680" y="201076"/>
                  <a:pt x="8902" y="172276"/>
                  <a:pt x="1833" y="137455"/>
                </a:cubicBezTo>
                <a:cubicBezTo>
                  <a:pt x="524" y="129862"/>
                  <a:pt x="0" y="122269"/>
                  <a:pt x="0" y="114415"/>
                </a:cubicBezTo>
                <a:cubicBezTo>
                  <a:pt x="0" y="89542"/>
                  <a:pt x="7855" y="65978"/>
                  <a:pt x="22516" y="46080"/>
                </a:cubicBezTo>
                <a:cubicBezTo>
                  <a:pt x="34298" y="30371"/>
                  <a:pt x="49745" y="17804"/>
                  <a:pt x="67811" y="9687"/>
                </a:cubicBezTo>
                <a:cubicBezTo>
                  <a:pt x="86400" y="2095"/>
                  <a:pt x="104465" y="1047"/>
                  <a:pt x="115462" y="262"/>
                </a:cubicBezTo>
                <a:close/>
              </a:path>
            </a:pathLst>
          </a:custGeom>
          <a:solidFill>
            <a:schemeClr val="tx1"/>
          </a:solidFill>
          <a:ln w="2617" cap="flat">
            <a:noFill/>
            <a:prstDash val="solid"/>
            <a:miter/>
          </a:ln>
        </p:spPr>
        <p:txBody>
          <a:bodyPr wrap="square" rtlCol="0" anchor="ctr">
            <a:noAutofit/>
          </a:bodyPr>
          <a:lstStyle/>
          <a:p>
            <a:endParaRPr lang="en-GB" dirty="0">
              <a:solidFill>
                <a:schemeClr val="bg1"/>
              </a:solidFill>
            </a:endParaRPr>
          </a:p>
        </p:txBody>
      </p:sp>
      <p:sp>
        <p:nvSpPr>
          <p:cNvPr id="7" name="LoS - Fixed shape">
            <a:extLst>
              <a:ext uri="{FF2B5EF4-FFF2-40B4-BE49-F238E27FC236}">
                <a16:creationId xmlns:a16="http://schemas.microsoft.com/office/drawing/2014/main" id="{D4B16EEC-A793-DB51-611C-F648754B4A3E}"/>
              </a:ext>
            </a:extLst>
          </p:cNvPr>
          <p:cNvSpPr/>
          <p:nvPr userDrawn="1"/>
        </p:nvSpPr>
        <p:spPr>
          <a:xfrm>
            <a:off x="503238" y="5305425"/>
            <a:ext cx="11183936" cy="63500"/>
          </a:xfrm>
          <a:prstGeom prst="rect">
            <a:avLst/>
          </a:prstGeom>
          <a:solidFill>
            <a:srgbClr val="17E88F"/>
          </a:solidFill>
        </p:spPr>
        <p:txBody>
          <a:bodyPr wrap="square" lIns="72000" tIns="46800" rIns="72000" bIns="46800" rtlCol="0" anchor="ctr" anchorCtr="1">
            <a:noAutofit/>
          </a:bodyPr>
          <a:lstStyle/>
          <a:p>
            <a:pPr algn="ctr"/>
            <a:endParaRPr lang="en-GB" dirty="0">
              <a:solidFill>
                <a:schemeClr val="bg1"/>
              </a:solidFill>
            </a:endParaRPr>
          </a:p>
        </p:txBody>
      </p:sp>
      <p:grpSp>
        <p:nvGrpSpPr>
          <p:cNvPr id="8" name="Title Guidance">
            <a:extLst>
              <a:ext uri="{FF2B5EF4-FFF2-40B4-BE49-F238E27FC236}">
                <a16:creationId xmlns:a16="http://schemas.microsoft.com/office/drawing/2014/main" id="{5CF13762-F137-5204-D626-BAA96ED2CB3D}"/>
              </a:ext>
              <a:ext uri="{C183D7F6-B498-43B3-948B-1728B52AA6E4}">
                <adec:decorative xmlns:adec="http://schemas.microsoft.com/office/drawing/2017/decorative" val="1"/>
              </a:ext>
            </a:extLst>
          </p:cNvPr>
          <p:cNvGrpSpPr>
            <a:grpSpLocks noGrp="1" noUngrp="1" noRot="1" noMove="1" noResize="1"/>
          </p:cNvGrpSpPr>
          <p:nvPr userDrawn="1"/>
        </p:nvGrpSpPr>
        <p:grpSpPr>
          <a:xfrm>
            <a:off x="-2317919" y="1484313"/>
            <a:ext cx="1960563" cy="1554271"/>
            <a:chOff x="-2322513" y="195104"/>
            <a:chExt cx="1960563" cy="1554271"/>
          </a:xfrm>
        </p:grpSpPr>
        <p:sp>
          <p:nvSpPr>
            <p:cNvPr id="12" name="Guidance">
              <a:extLst>
                <a:ext uri="{FF2B5EF4-FFF2-40B4-BE49-F238E27FC236}">
                  <a16:creationId xmlns:a16="http://schemas.microsoft.com/office/drawing/2014/main" id="{FC745FCD-FDBD-06E6-0867-3D8BA4BA9B7A}"/>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1308050"/>
            </a:xfrm>
            <a:prstGeom prst="rect">
              <a:avLst/>
            </a:prstGeom>
            <a:solidFill>
              <a:srgbClr val="C0D4CB"/>
            </a:solidFill>
          </p:spPr>
          <p:txBody>
            <a:bodyPr wrap="square" lIns="72000" rIns="72000" rtlCol="0">
              <a:noAutofit/>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The Title of the presentation should be large and impactful. Nine pre-formatted styles are defined for you to use. </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To access the styles, use the keyboard shortcuts to Increase/Decrease List Levels to move through the nine available styles.</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‘ALT+SHIFT+RIGHT ARROW’ to next level</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‘ALT+SHIFT+LEFT ARROW’ to previous level</a:t>
              </a:r>
            </a:p>
          </p:txBody>
        </p:sp>
        <p:sp>
          <p:nvSpPr>
            <p:cNvPr id="13" name="Guidance">
              <a:extLst>
                <a:ext uri="{FF2B5EF4-FFF2-40B4-BE49-F238E27FC236}">
                  <a16:creationId xmlns:a16="http://schemas.microsoft.com/office/drawing/2014/main" id="{6CFDEA05-6991-5AC1-D467-C0CE5CAD2697}"/>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Title text</a:t>
              </a:r>
            </a:p>
          </p:txBody>
        </p:sp>
      </p:grpSp>
      <p:grpSp>
        <p:nvGrpSpPr>
          <p:cNvPr id="14" name="Date Guidance">
            <a:extLst>
              <a:ext uri="{FF2B5EF4-FFF2-40B4-BE49-F238E27FC236}">
                <a16:creationId xmlns:a16="http://schemas.microsoft.com/office/drawing/2014/main" id="{51B8DADA-55E6-1BEA-CDFD-9257D735A960}"/>
              </a:ext>
              <a:ext uri="{C183D7F6-B498-43B3-948B-1728B52AA6E4}">
                <adec:decorative xmlns:adec="http://schemas.microsoft.com/office/drawing/2017/decorative" val="1"/>
              </a:ext>
            </a:extLst>
          </p:cNvPr>
          <p:cNvGrpSpPr>
            <a:grpSpLocks noGrp="1" noUngrp="1" noRot="1" noMove="1" noResize="1"/>
          </p:cNvGrpSpPr>
          <p:nvPr userDrawn="1"/>
        </p:nvGrpSpPr>
        <p:grpSpPr>
          <a:xfrm>
            <a:off x="-2322513" y="442366"/>
            <a:ext cx="1960563" cy="784830"/>
            <a:chOff x="-2322513" y="195104"/>
            <a:chExt cx="1960563" cy="784830"/>
          </a:xfrm>
        </p:grpSpPr>
        <p:sp>
          <p:nvSpPr>
            <p:cNvPr id="16" name="Guidance">
              <a:extLst>
                <a:ext uri="{FF2B5EF4-FFF2-40B4-BE49-F238E27FC236}">
                  <a16:creationId xmlns:a16="http://schemas.microsoft.com/office/drawing/2014/main" id="{CEEAB780-9AAE-F31E-51C7-2A037AF83E4F}"/>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538609"/>
            </a:xfrm>
            <a:prstGeom prst="rect">
              <a:avLst/>
            </a:prstGeom>
            <a:solidFill>
              <a:srgbClr val="C0D4CB"/>
            </a:solidFill>
          </p:spPr>
          <p:txBody>
            <a:bodyPr wrap="square" lIns="72000" rIns="72000" rtlCol="0">
              <a:noAutofit/>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To set the Date, Select Insert &gt; Header &amp; Footer. Enter the date in the Fixed field.</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Select ‘Apply to All’</a:t>
              </a:r>
            </a:p>
          </p:txBody>
        </p:sp>
        <p:sp>
          <p:nvSpPr>
            <p:cNvPr id="17" name="Guidance">
              <a:extLst>
                <a:ext uri="{FF2B5EF4-FFF2-40B4-BE49-F238E27FC236}">
                  <a16:creationId xmlns:a16="http://schemas.microsoft.com/office/drawing/2014/main" id="{75633B9D-5B56-77B4-BF35-61AEFEC596C6}"/>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Setting the Date</a:t>
              </a:r>
              <a:endParaRPr kumimoji="0" lang="en-GB" sz="800" b="0" i="0" u="none" strike="noStrike" kern="1200" cap="none" spc="0" normalizeH="0" baseline="0" noProof="0" dirty="0">
                <a:ln>
                  <a:noFill/>
                </a:ln>
                <a:solidFill>
                  <a:srgbClr val="FFFFFF"/>
                </a:solidFill>
                <a:effectLst/>
                <a:uLnTx/>
                <a:uFillTx/>
              </a:endParaRPr>
            </a:p>
          </p:txBody>
        </p:sp>
      </p:grpSp>
      <p:grpSp>
        <p:nvGrpSpPr>
          <p:cNvPr id="2" name="Image Guidance">
            <a:extLst>
              <a:ext uri="{FF2B5EF4-FFF2-40B4-BE49-F238E27FC236}">
                <a16:creationId xmlns:a16="http://schemas.microsoft.com/office/drawing/2014/main" id="{47FF0486-BFA3-EA01-5149-D9956355005B}"/>
              </a:ext>
              <a:ext uri="{C183D7F6-B498-43B3-948B-1728B52AA6E4}">
                <adec:decorative xmlns:adec="http://schemas.microsoft.com/office/drawing/2017/decorative" val="1"/>
              </a:ext>
            </a:extLst>
          </p:cNvPr>
          <p:cNvGrpSpPr>
            <a:grpSpLocks noGrp="1" noUngrp="1" noRot="1" noMove="1" noResize="1"/>
          </p:cNvGrpSpPr>
          <p:nvPr userDrawn="1"/>
        </p:nvGrpSpPr>
        <p:grpSpPr>
          <a:xfrm>
            <a:off x="12553950" y="441325"/>
            <a:ext cx="1960563" cy="3139321"/>
            <a:chOff x="-2322513" y="195104"/>
            <a:chExt cx="1960563" cy="3139321"/>
          </a:xfrm>
        </p:grpSpPr>
        <p:sp>
          <p:nvSpPr>
            <p:cNvPr id="9" name="Guidance">
              <a:extLst>
                <a:ext uri="{FF2B5EF4-FFF2-40B4-BE49-F238E27FC236}">
                  <a16:creationId xmlns:a16="http://schemas.microsoft.com/office/drawing/2014/main" id="{7A4F3813-244E-1367-89E9-7F8DA08895FE}"/>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2893100"/>
            </a:xfrm>
            <a:prstGeom prst="rect">
              <a:avLst/>
            </a:prstGeom>
            <a:solidFill>
              <a:srgbClr val="C0D4CB"/>
            </a:solidFill>
          </p:spPr>
          <p:txBody>
            <a:bodyPr wrap="square" lIns="72000" rIns="72000" rtlCol="0">
              <a:noAutofit/>
            </a:bodyPr>
            <a:lstStyle/>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If there is already an image present, delete this first.</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Click on the </a:t>
              </a:r>
              <a:r>
                <a:rPr kumimoji="0" lang="en-GB" sz="800" b="1" i="0" u="none" strike="noStrike" kern="1200" cap="none" spc="0" normalizeH="0" baseline="0" noProof="0" dirty="0">
                  <a:ln>
                    <a:noFill/>
                  </a:ln>
                  <a:solidFill>
                    <a:srgbClr val="012A2D"/>
                  </a:solidFill>
                  <a:effectLst/>
                  <a:uLnTx/>
                  <a:uFillTx/>
                  <a:latin typeface="Calibre"/>
                </a:rPr>
                <a:t>icon </a:t>
              </a:r>
              <a:r>
                <a:rPr kumimoji="0" lang="en-GB" sz="800" b="0" i="0" u="none" strike="noStrike" kern="1200" cap="none" spc="0" normalizeH="0" baseline="0" noProof="0" dirty="0">
                  <a:ln>
                    <a:noFill/>
                  </a:ln>
                  <a:solidFill>
                    <a:srgbClr val="012A2D"/>
                  </a:solidFill>
                  <a:effectLst/>
                  <a:uLnTx/>
                  <a:uFillTx/>
                  <a:latin typeface="Calibre"/>
                </a:rPr>
                <a:t>in the middle of the placeholder and choose the image from your computer.</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Click on the </a:t>
              </a:r>
              <a:r>
                <a:rPr kumimoji="0" lang="en-GB" sz="800" b="1" i="0" u="none" strike="noStrike" kern="1200" cap="none" spc="0" normalizeH="0" baseline="0" noProof="0" dirty="0">
                  <a:ln>
                    <a:noFill/>
                  </a:ln>
                  <a:solidFill>
                    <a:srgbClr val="012A2D"/>
                  </a:solidFill>
                  <a:effectLst/>
                  <a:uLnTx/>
                  <a:uFillTx/>
                  <a:latin typeface="Calibre"/>
                </a:rPr>
                <a:t>Format Picture </a:t>
              </a:r>
              <a:r>
                <a:rPr kumimoji="0" lang="en-GB" sz="800" b="0" i="0" u="none" strike="noStrike" kern="1200" cap="none" spc="0" normalizeH="0" baseline="0" noProof="0" dirty="0">
                  <a:ln>
                    <a:noFill/>
                  </a:ln>
                  <a:solidFill>
                    <a:srgbClr val="012A2D"/>
                  </a:solidFill>
                  <a:effectLst/>
                  <a:uLnTx/>
                  <a:uFillTx/>
                  <a:latin typeface="Calibre"/>
                </a:rPr>
                <a:t>tab in the ribbon and use the tools to edit the image.</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Choose </a:t>
              </a:r>
              <a:r>
                <a:rPr kumimoji="0" lang="en-GB" sz="800" b="1" i="0" u="none" strike="noStrike" kern="1200" cap="none" spc="0" normalizeH="0" baseline="0" noProof="0" dirty="0">
                  <a:ln>
                    <a:noFill/>
                  </a:ln>
                  <a:solidFill>
                    <a:srgbClr val="012A2D"/>
                  </a:solidFill>
                  <a:effectLst/>
                  <a:uLnTx/>
                  <a:uFillTx/>
                  <a:latin typeface="Calibre"/>
                </a:rPr>
                <a:t>Crop to </a:t>
              </a:r>
              <a:r>
                <a:rPr kumimoji="0" lang="en-GB" sz="800" b="0" i="0" u="none" strike="noStrike" kern="1200" cap="none" spc="0" normalizeH="0" baseline="0" noProof="0" dirty="0">
                  <a:ln>
                    <a:noFill/>
                  </a:ln>
                  <a:solidFill>
                    <a:srgbClr val="012A2D"/>
                  </a:solidFill>
                  <a:effectLst/>
                  <a:uLnTx/>
                  <a:uFillTx/>
                  <a:latin typeface="Calibre"/>
                </a:rPr>
                <a:t>resize and move the image within the placeholder, using the white circles in the corners of the image. Click on the drop down arrow and choose </a:t>
              </a:r>
              <a:r>
                <a:rPr kumimoji="0" lang="en-GB" sz="800" b="1" i="0" u="none" strike="noStrike" kern="1200" cap="none" spc="0" normalizeH="0" baseline="0" noProof="0" dirty="0">
                  <a:ln>
                    <a:noFill/>
                  </a:ln>
                  <a:solidFill>
                    <a:srgbClr val="012A2D"/>
                  </a:solidFill>
                  <a:effectLst/>
                  <a:uLnTx/>
                  <a:uFillTx/>
                  <a:latin typeface="Calibre"/>
                </a:rPr>
                <a:t>Fit</a:t>
              </a:r>
              <a:br>
                <a:rPr kumimoji="0" lang="en-GB" sz="800" b="0" i="0" u="none" strike="noStrike" kern="1200" cap="none" spc="0" normalizeH="0" baseline="0" noProof="0" dirty="0">
                  <a:ln>
                    <a:noFill/>
                  </a:ln>
                  <a:solidFill>
                    <a:srgbClr val="012A2D"/>
                  </a:solidFill>
                  <a:effectLst/>
                  <a:uLnTx/>
                  <a:uFillTx/>
                  <a:latin typeface="Calibre"/>
                </a:rPr>
              </a:br>
              <a:r>
                <a:rPr kumimoji="0" lang="en-GB" sz="800" b="0" i="0" u="none" strike="noStrike" kern="1200" cap="none" spc="0" normalizeH="0" baseline="0" noProof="0" dirty="0">
                  <a:ln>
                    <a:noFill/>
                  </a:ln>
                  <a:solidFill>
                    <a:srgbClr val="012A2D"/>
                  </a:solidFill>
                  <a:effectLst/>
                  <a:uLnTx/>
                  <a:uFillTx/>
                  <a:latin typeface="Calibre"/>
                </a:rPr>
                <a:t>to fit the image to the placeholder.</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Choose </a:t>
              </a:r>
              <a:r>
                <a:rPr kumimoji="0" lang="en-GB" sz="800" b="1" i="0" u="none" strike="noStrike" kern="1200" cap="none" spc="0" normalizeH="0" baseline="0" noProof="0" dirty="0">
                  <a:ln>
                    <a:noFill/>
                  </a:ln>
                  <a:solidFill>
                    <a:srgbClr val="012A2D"/>
                  </a:solidFill>
                  <a:effectLst/>
                  <a:uLnTx/>
                  <a:uFillTx/>
                  <a:latin typeface="Calibre"/>
                </a:rPr>
                <a:t>Picture Colour </a:t>
              </a:r>
              <a:r>
                <a:rPr kumimoji="0" lang="en-GB" sz="800" b="0" i="0" u="none" strike="noStrike" kern="1200" cap="none" spc="0" normalizeH="0" baseline="0" noProof="0" dirty="0">
                  <a:ln>
                    <a:noFill/>
                  </a:ln>
                  <a:solidFill>
                    <a:srgbClr val="012A2D"/>
                  </a:solidFill>
                  <a:effectLst/>
                  <a:uLnTx/>
                  <a:uFillTx/>
                  <a:latin typeface="Calibre"/>
                </a:rPr>
                <a:t>to adjust the Saturation, Tone, and Colour.</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Choose </a:t>
              </a:r>
              <a:r>
                <a:rPr kumimoji="0" lang="en-GB" sz="800" b="1" i="0" u="none" strike="noStrike" kern="1200" cap="none" spc="0" normalizeH="0" baseline="0" noProof="0" dirty="0">
                  <a:ln>
                    <a:noFill/>
                  </a:ln>
                  <a:solidFill>
                    <a:srgbClr val="012A2D"/>
                  </a:solidFill>
                  <a:effectLst/>
                  <a:uLnTx/>
                  <a:uFillTx/>
                  <a:latin typeface="Calibre"/>
                </a:rPr>
                <a:t>Picture Correction</a:t>
              </a:r>
              <a:br>
                <a:rPr kumimoji="0" lang="en-GB" sz="800" b="0" i="0" u="none" strike="noStrike" kern="1200" cap="none" spc="0" normalizeH="0" baseline="0" noProof="0" dirty="0">
                  <a:ln>
                    <a:noFill/>
                  </a:ln>
                  <a:solidFill>
                    <a:srgbClr val="012A2D"/>
                  </a:solidFill>
                  <a:effectLst/>
                  <a:uLnTx/>
                  <a:uFillTx/>
                  <a:latin typeface="Calibre"/>
                </a:rPr>
              </a:br>
              <a:r>
                <a:rPr kumimoji="0" lang="en-GB" sz="800" b="0" i="0" u="none" strike="noStrike" kern="1200" cap="none" spc="0" normalizeH="0" baseline="0" noProof="0" dirty="0">
                  <a:ln>
                    <a:noFill/>
                  </a:ln>
                  <a:solidFill>
                    <a:srgbClr val="012A2D"/>
                  </a:solidFill>
                  <a:effectLst/>
                  <a:uLnTx/>
                  <a:uFillTx/>
                  <a:latin typeface="Calibre"/>
                </a:rPr>
                <a:t>to adjust the Sharpness, Brightness, and Contrast.</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Once you are happy with your image, right click on it and select </a:t>
              </a:r>
              <a:r>
                <a:rPr kumimoji="0" lang="en-GB" sz="800" b="1" i="0" u="none" strike="noStrike" kern="1200" cap="none" spc="0" normalizeH="0" baseline="0" noProof="0" dirty="0">
                  <a:ln>
                    <a:noFill/>
                  </a:ln>
                  <a:solidFill>
                    <a:srgbClr val="012A2D"/>
                  </a:solidFill>
                  <a:effectLst/>
                  <a:uLnTx/>
                  <a:uFillTx/>
                  <a:latin typeface="Calibre"/>
                </a:rPr>
                <a:t>‘Send to back’</a:t>
              </a:r>
              <a:r>
                <a:rPr kumimoji="0" lang="en-GB" sz="800" b="0" i="0" u="none" strike="noStrike" kern="1200" cap="none" spc="0" normalizeH="0" baseline="0" noProof="0" dirty="0">
                  <a:ln>
                    <a:noFill/>
                  </a:ln>
                  <a:solidFill>
                    <a:srgbClr val="012A2D"/>
                  </a:solidFill>
                  <a:effectLst/>
                  <a:uLnTx/>
                  <a:uFillTx/>
                  <a:latin typeface="Calibre"/>
                </a:rPr>
                <a:t>.</a:t>
              </a:r>
            </a:p>
          </p:txBody>
        </p:sp>
        <p:sp>
          <p:nvSpPr>
            <p:cNvPr id="10" name="Guidance">
              <a:extLst>
                <a:ext uri="{FF2B5EF4-FFF2-40B4-BE49-F238E27FC236}">
                  <a16:creationId xmlns:a16="http://schemas.microsoft.com/office/drawing/2014/main" id="{C5C39A22-BBF5-5F8D-C052-5B2D87F13DB2}"/>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How to Insert an image</a:t>
              </a:r>
            </a:p>
          </p:txBody>
        </p:sp>
      </p:grpSp>
    </p:spTree>
    <p:extLst>
      <p:ext uri="{BB962C8B-B14F-4D97-AF65-F5344CB8AC3E}">
        <p14:creationId xmlns:p14="http://schemas.microsoft.com/office/powerpoint/2010/main" val="93183750"/>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slide: Text Only">
    <p:bg>
      <p:bgPr>
        <a:solidFill>
          <a:srgbClr val="012A2D"/>
        </a:solidFill>
        <a:effectLst/>
      </p:bgPr>
    </p:bg>
    <p:spTree>
      <p:nvGrpSpPr>
        <p:cNvPr id="1" name=""/>
        <p:cNvGrpSpPr/>
        <p:nvPr/>
      </p:nvGrpSpPr>
      <p:grpSpPr>
        <a:xfrm>
          <a:off x="0" y="0"/>
          <a:ext cx="0" cy="0"/>
          <a:chOff x="0" y="0"/>
          <a:chExt cx="0" cy="0"/>
        </a:xfrm>
      </p:grpSpPr>
      <p:sp>
        <p:nvSpPr>
          <p:cNvPr id="54" name="Title Placeholder">
            <a:extLst>
              <a:ext uri="{FF2B5EF4-FFF2-40B4-BE49-F238E27FC236}">
                <a16:creationId xmlns:a16="http://schemas.microsoft.com/office/drawing/2014/main" id="{5071CA8D-7B5B-CD89-1E3A-7660353A36F4}"/>
              </a:ext>
            </a:extLst>
          </p:cNvPr>
          <p:cNvSpPr>
            <a:spLocks noGrp="1"/>
          </p:cNvSpPr>
          <p:nvPr>
            <p:ph type="title" hasCustomPrompt="1"/>
          </p:nvPr>
        </p:nvSpPr>
        <p:spPr>
          <a:xfrm>
            <a:off x="503237" y="1484313"/>
            <a:ext cx="4010026" cy="757235"/>
          </a:xfrm>
        </p:spPr>
        <p:txBody>
          <a:bodyPr anchor="ctr" anchorCtr="0"/>
          <a:lstStyle>
            <a:lvl1pPr>
              <a:defRPr/>
            </a:lvl1pPr>
          </a:lstStyle>
          <a:p>
            <a:r>
              <a:rPr lang="en-GB" dirty="0"/>
              <a:t>Agenda title</a:t>
            </a:r>
          </a:p>
        </p:txBody>
      </p:sp>
      <p:sp>
        <p:nvSpPr>
          <p:cNvPr id="53" name="Text Placeholder 1">
            <a:extLst>
              <a:ext uri="{FF2B5EF4-FFF2-40B4-BE49-F238E27FC236}">
                <a16:creationId xmlns:a16="http://schemas.microsoft.com/office/drawing/2014/main" id="{6FA40D64-1941-D804-C735-2063FEF4A44B}"/>
              </a:ext>
            </a:extLst>
          </p:cNvPr>
          <p:cNvSpPr>
            <a:spLocks noGrp="1"/>
          </p:cNvSpPr>
          <p:nvPr>
            <p:ph type="body" sz="quarter" idx="12" hasCustomPrompt="1"/>
          </p:nvPr>
        </p:nvSpPr>
        <p:spPr>
          <a:xfrm>
            <a:off x="7164388" y="1706879"/>
            <a:ext cx="3497261" cy="4270059"/>
          </a:xfrm>
        </p:spPr>
        <p:txBody>
          <a:bodyPr/>
          <a:lstStyle>
            <a:lvl1pPr marL="342900" indent="-342900">
              <a:spcBef>
                <a:spcPts val="600"/>
              </a:spcBef>
              <a:spcAft>
                <a:spcPts val="300"/>
              </a:spcAft>
              <a:buFont typeface="+mj-lt"/>
              <a:buAutoNum type="arabicPeriod"/>
              <a:defRPr sz="1600">
                <a:latin typeface="+mn-lt"/>
              </a:defRPr>
            </a:lvl1pPr>
            <a:lvl2pPr marL="522000" indent="-180000">
              <a:spcBef>
                <a:spcPts val="0"/>
              </a:spcBef>
              <a:spcAft>
                <a:spcPts val="300"/>
              </a:spcAft>
              <a:buFont typeface="Calibre" panose="020B0503030202060203" pitchFamily="34" charset="0"/>
              <a:buChar char="–"/>
              <a:defRPr sz="1200">
                <a:latin typeface="+mn-lt"/>
              </a:defRPr>
            </a:lvl2pPr>
          </a:lstStyle>
          <a:p>
            <a:pPr lvl="0"/>
            <a:r>
              <a:rPr lang="en-GB" dirty="0"/>
              <a:t>Agenda item – use level 2 for sub items</a:t>
            </a:r>
          </a:p>
          <a:p>
            <a:pPr lvl="1"/>
            <a:r>
              <a:rPr lang="en-GB" dirty="0"/>
              <a:t>Second level</a:t>
            </a:r>
          </a:p>
          <a:p>
            <a:pPr lvl="2"/>
            <a:r>
              <a:rPr lang="en-GB" dirty="0"/>
              <a:t>Body Copy</a:t>
            </a:r>
          </a:p>
          <a:p>
            <a:pPr lvl="3"/>
            <a:r>
              <a:rPr lang="en-GB" dirty="0"/>
              <a:t>Body Bullet</a:t>
            </a:r>
          </a:p>
          <a:p>
            <a:pPr lvl="4"/>
            <a:r>
              <a:rPr lang="en-GB" dirty="0"/>
              <a:t>Body Bullet 2</a:t>
            </a:r>
          </a:p>
          <a:p>
            <a:pPr lvl="5"/>
            <a:r>
              <a:rPr lang="en-GB" dirty="0"/>
              <a:t>Heading 3</a:t>
            </a:r>
          </a:p>
          <a:p>
            <a:pPr lvl="6"/>
            <a:r>
              <a:rPr lang="en-GB" dirty="0"/>
              <a:t>Caption</a:t>
            </a:r>
          </a:p>
          <a:p>
            <a:pPr lvl="7"/>
            <a:r>
              <a:rPr lang="en-GB" dirty="0"/>
              <a:t>Caption copy</a:t>
            </a:r>
          </a:p>
          <a:p>
            <a:pPr lvl="8"/>
            <a:r>
              <a:rPr lang="en-GB" dirty="0"/>
              <a:t>Caption bullet</a:t>
            </a:r>
          </a:p>
        </p:txBody>
      </p:sp>
      <p:sp>
        <p:nvSpPr>
          <p:cNvPr id="52" name="LoS - Dynamic">
            <a:extLst>
              <a:ext uri="{FF2B5EF4-FFF2-40B4-BE49-F238E27FC236}">
                <a16:creationId xmlns:a16="http://schemas.microsoft.com/office/drawing/2014/main" id="{9328AD3D-AEFA-877E-5B41-1FDF7F32AACE}"/>
              </a:ext>
              <a:ext uri="{C183D7F6-B498-43B3-948B-1728B52AA6E4}">
                <adec:decorative xmlns:adec="http://schemas.microsoft.com/office/drawing/2017/decorative" val="1"/>
              </a:ext>
            </a:extLst>
          </p:cNvPr>
          <p:cNvSpPr>
            <a:spLocks noGrp="1"/>
          </p:cNvSpPr>
          <p:nvPr>
            <p:ph type="media" sz="quarter" idx="13" hasCustomPrompt="1"/>
          </p:nvPr>
        </p:nvSpPr>
        <p:spPr>
          <a:xfrm>
            <a:off x="2039939" y="1862930"/>
            <a:ext cx="4522788" cy="0"/>
          </a:xfrm>
          <a:prstGeom prst="callout1">
            <a:avLst>
              <a:gd name="adj1" fmla="val 0"/>
              <a:gd name="adj2" fmla="val 0"/>
              <a:gd name="adj3" fmla="val 0"/>
              <a:gd name="adj4" fmla="val 100000"/>
            </a:avLst>
          </a:prstGeom>
          <a:ln w="25400">
            <a:solidFill>
              <a:srgbClr val="17E88F"/>
            </a:solidFill>
          </a:ln>
        </p:spPr>
        <p:style>
          <a:lnRef idx="1">
            <a:schemeClr val="accent1"/>
          </a:lnRef>
          <a:fillRef idx="0">
            <a:schemeClr val="accent1"/>
          </a:fillRef>
          <a:effectRef idx="0">
            <a:schemeClr val="accent1"/>
          </a:effectRef>
          <a:fontRef idx="minor">
            <a:schemeClr val="tx1"/>
          </a:fontRef>
        </p:style>
        <p:txBody>
          <a:bodyPr/>
          <a:lstStyle>
            <a:lvl1pPr>
              <a:defRPr/>
            </a:lvl1pPr>
          </a:lstStyle>
          <a:p>
            <a:r>
              <a:rPr lang="en-GB" dirty="0"/>
              <a:t> </a:t>
            </a:r>
          </a:p>
        </p:txBody>
      </p:sp>
      <p:grpSp>
        <p:nvGrpSpPr>
          <p:cNvPr id="33" name="Agenda Title Guidance">
            <a:extLst>
              <a:ext uri="{FF2B5EF4-FFF2-40B4-BE49-F238E27FC236}">
                <a16:creationId xmlns:a16="http://schemas.microsoft.com/office/drawing/2014/main" id="{D052CD83-9CE4-A495-211F-F74BA2B9E68B}"/>
              </a:ext>
              <a:ext uri="{C183D7F6-B498-43B3-948B-1728B52AA6E4}">
                <adec:decorative xmlns:adec="http://schemas.microsoft.com/office/drawing/2017/decorative" val="1"/>
              </a:ext>
            </a:extLst>
          </p:cNvPr>
          <p:cNvGrpSpPr>
            <a:grpSpLocks noGrp="1" noUngrp="1" noRot="1" noMove="1" noResize="1"/>
          </p:cNvGrpSpPr>
          <p:nvPr userDrawn="1"/>
        </p:nvGrpSpPr>
        <p:grpSpPr>
          <a:xfrm>
            <a:off x="-2322513" y="442366"/>
            <a:ext cx="1960563" cy="907941"/>
            <a:chOff x="-2322513" y="195104"/>
            <a:chExt cx="1960563" cy="907941"/>
          </a:xfrm>
        </p:grpSpPr>
        <p:sp>
          <p:nvSpPr>
            <p:cNvPr id="34" name="Guidance">
              <a:extLst>
                <a:ext uri="{FF2B5EF4-FFF2-40B4-BE49-F238E27FC236}">
                  <a16:creationId xmlns:a16="http://schemas.microsoft.com/office/drawing/2014/main" id="{F50961B7-BFDC-4FFD-BC3E-A3A66412CB33}"/>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661720"/>
            </a:xfrm>
            <a:prstGeom prst="rect">
              <a:avLst/>
            </a:prstGeom>
            <a:solidFill>
              <a:srgbClr val="C0D4CB"/>
            </a:solidFill>
          </p:spPr>
          <p:txBody>
            <a:bodyPr wrap="square" lIns="72000" rIns="72000" rtlCol="0">
              <a:noAutofit/>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To access the styles, use the Keyboard shortcuts for Increase/Decrease List Level:</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Increase: ALT + SHIFT + RIGHT ARROW</a:t>
              </a:r>
              <a:br>
                <a:rPr kumimoji="0" lang="en-GB" sz="800" b="0" i="0" u="none" strike="noStrike" kern="1200" cap="none" spc="0" normalizeH="0" baseline="0" noProof="0" dirty="0">
                  <a:ln>
                    <a:noFill/>
                  </a:ln>
                  <a:solidFill>
                    <a:srgbClr val="012A2D"/>
                  </a:solidFill>
                  <a:effectLst/>
                  <a:uLnTx/>
                  <a:uFillTx/>
                  <a:latin typeface="Calibre"/>
                </a:rPr>
              </a:br>
              <a:r>
                <a:rPr kumimoji="0" lang="en-GB" sz="800" b="0" i="0" u="none" strike="noStrike" kern="1200" cap="none" spc="0" normalizeH="0" baseline="0" noProof="0" dirty="0">
                  <a:ln>
                    <a:noFill/>
                  </a:ln>
                  <a:solidFill>
                    <a:srgbClr val="012A2D"/>
                  </a:solidFill>
                  <a:effectLst/>
                  <a:uLnTx/>
                  <a:uFillTx/>
                  <a:latin typeface="Calibre"/>
                </a:rPr>
                <a:t>Decrease: ALT + SHIFT + LEFT ARROW</a:t>
              </a:r>
            </a:p>
          </p:txBody>
        </p:sp>
        <p:sp>
          <p:nvSpPr>
            <p:cNvPr id="35" name="Guidance">
              <a:extLst>
                <a:ext uri="{FF2B5EF4-FFF2-40B4-BE49-F238E27FC236}">
                  <a16:creationId xmlns:a16="http://schemas.microsoft.com/office/drawing/2014/main" id="{4DBECEEE-E600-D2A4-0AAE-2C3CE9C79604}"/>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Agenda Title</a:t>
              </a:r>
            </a:p>
          </p:txBody>
        </p:sp>
      </p:grpSp>
      <p:grpSp>
        <p:nvGrpSpPr>
          <p:cNvPr id="36" name="Text Styles Guidance">
            <a:extLst>
              <a:ext uri="{FF2B5EF4-FFF2-40B4-BE49-F238E27FC236}">
                <a16:creationId xmlns:a16="http://schemas.microsoft.com/office/drawing/2014/main" id="{5942852C-D2C7-6D53-47F7-28D632C250EB}"/>
              </a:ext>
              <a:ext uri="{C183D7F6-B498-43B3-948B-1728B52AA6E4}">
                <adec:decorative xmlns:adec="http://schemas.microsoft.com/office/drawing/2017/decorative" val="1"/>
              </a:ext>
            </a:extLst>
          </p:cNvPr>
          <p:cNvGrpSpPr>
            <a:grpSpLocks noGrp="1" noUngrp="1" noRot="1" noMove="1" noResize="1"/>
          </p:cNvGrpSpPr>
          <p:nvPr userDrawn="1"/>
        </p:nvGrpSpPr>
        <p:grpSpPr>
          <a:xfrm>
            <a:off x="-2322513" y="1503496"/>
            <a:ext cx="1969750" cy="1731874"/>
            <a:chOff x="-2322513" y="1484313"/>
            <a:chExt cx="1969750" cy="1731874"/>
          </a:xfrm>
        </p:grpSpPr>
        <p:grpSp>
          <p:nvGrpSpPr>
            <p:cNvPr id="37" name="Group 36">
              <a:extLst>
                <a:ext uri="{FF2B5EF4-FFF2-40B4-BE49-F238E27FC236}">
                  <a16:creationId xmlns:a16="http://schemas.microsoft.com/office/drawing/2014/main" id="{79D65843-CCA4-D6B1-C3C3-BE1D02C84076}"/>
                </a:ext>
              </a:extLst>
            </p:cNvPr>
            <p:cNvGrpSpPr>
              <a:grpSpLocks noGrp="1" noUngrp="1" noRot="1" noMove="1" noResize="1"/>
            </p:cNvGrpSpPr>
            <p:nvPr userDrawn="1"/>
          </p:nvGrpSpPr>
          <p:grpSpPr>
            <a:xfrm>
              <a:off x="-2317919" y="1484313"/>
              <a:ext cx="1960563" cy="1154162"/>
              <a:chOff x="-2322513" y="195104"/>
              <a:chExt cx="1960563" cy="1154162"/>
            </a:xfrm>
          </p:grpSpPr>
          <p:sp>
            <p:nvSpPr>
              <p:cNvPr id="41" name="Guidance">
                <a:extLst>
                  <a:ext uri="{FF2B5EF4-FFF2-40B4-BE49-F238E27FC236}">
                    <a16:creationId xmlns:a16="http://schemas.microsoft.com/office/drawing/2014/main" id="{DAF15FC3-CEE3-8DE4-DFE1-6ED730DC1C0B}"/>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907941"/>
              </a:xfrm>
              <a:prstGeom prst="rect">
                <a:avLst/>
              </a:prstGeom>
              <a:solidFill>
                <a:srgbClr val="C0D4CB"/>
              </a:solidFill>
            </p:spPr>
            <p:txBody>
              <a:bodyPr wrap="square" lIns="72000" rIns="72000" rtlCol="0">
                <a:noAutofit/>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Each text frame has nine pre-formatted styles defined for you to use. </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To access the styles, use the Increase/Decrease List Level commands found in Home &gt; Paragraph tools:</a:t>
                </a:r>
                <a:br>
                  <a:rPr kumimoji="0" lang="en-GB" sz="800" b="0" i="0" u="none" strike="noStrike" kern="1200" cap="none" spc="0" normalizeH="0" baseline="0" noProof="0" dirty="0">
                    <a:ln>
                      <a:noFill/>
                    </a:ln>
                    <a:solidFill>
                      <a:srgbClr val="012A2D"/>
                    </a:solidFill>
                    <a:effectLst/>
                    <a:uLnTx/>
                    <a:uFillTx/>
                    <a:latin typeface="Calibre"/>
                  </a:rPr>
                </a:br>
                <a:r>
                  <a:rPr kumimoji="0" lang="en-GB" sz="800" b="0" i="0" u="none" strike="noStrike" kern="1200" cap="none" spc="0" normalizeH="0" baseline="0" noProof="0" dirty="0">
                    <a:ln>
                      <a:noFill/>
                    </a:ln>
                    <a:solidFill>
                      <a:srgbClr val="012A2D"/>
                    </a:solidFill>
                    <a:effectLst/>
                    <a:uLnTx/>
                    <a:uFillTx/>
                    <a:latin typeface="Calibre"/>
                  </a:rPr>
                  <a:t> </a:t>
                </a:r>
              </a:p>
            </p:txBody>
          </p:sp>
          <p:sp>
            <p:nvSpPr>
              <p:cNvPr id="42" name="Guidance">
                <a:extLst>
                  <a:ext uri="{FF2B5EF4-FFF2-40B4-BE49-F238E27FC236}">
                    <a16:creationId xmlns:a16="http://schemas.microsoft.com/office/drawing/2014/main" id="{CA0AA8C2-3E23-9FC9-2381-57B51595B1C6}"/>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Text styles</a:t>
                </a:r>
              </a:p>
            </p:txBody>
          </p:sp>
        </p:grpSp>
        <p:grpSp>
          <p:nvGrpSpPr>
            <p:cNvPr id="38" name="Group 37">
              <a:extLst>
                <a:ext uri="{FF2B5EF4-FFF2-40B4-BE49-F238E27FC236}">
                  <a16:creationId xmlns:a16="http://schemas.microsoft.com/office/drawing/2014/main" id="{D2DDA991-F560-A672-45DE-0F2C7037E92B}"/>
                </a:ext>
              </a:extLst>
            </p:cNvPr>
            <p:cNvGrpSpPr>
              <a:grpSpLocks noGrp="1" noUngrp="1" noRot="1" noMove="1" noResize="1"/>
            </p:cNvGrpSpPr>
            <p:nvPr userDrawn="1"/>
          </p:nvGrpSpPr>
          <p:grpSpPr>
            <a:xfrm>
              <a:off x="-2322513" y="2655826"/>
              <a:ext cx="1969750" cy="560361"/>
              <a:chOff x="3911096" y="2800206"/>
              <a:chExt cx="4420607" cy="1257587"/>
            </a:xfrm>
          </p:grpSpPr>
          <p:pic>
            <p:nvPicPr>
              <p:cNvPr id="39" name="Picture 38">
                <a:extLst>
                  <a:ext uri="{FF2B5EF4-FFF2-40B4-BE49-F238E27FC236}">
                    <a16:creationId xmlns:a16="http://schemas.microsoft.com/office/drawing/2014/main" id="{3033D1DA-6EDB-C5C4-A6BB-88EA644D933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3911096" y="2800206"/>
                <a:ext cx="4420607" cy="1257587"/>
              </a:xfrm>
              <a:prstGeom prst="rect">
                <a:avLst/>
              </a:prstGeom>
            </p:spPr>
          </p:pic>
          <p:sp>
            <p:nvSpPr>
              <p:cNvPr id="40" name="Rectangle 39">
                <a:extLst>
                  <a:ext uri="{FF2B5EF4-FFF2-40B4-BE49-F238E27FC236}">
                    <a16:creationId xmlns:a16="http://schemas.microsoft.com/office/drawing/2014/main" id="{01B220A3-EB1C-0B90-A370-11BD455F7841}"/>
                  </a:ext>
                </a:extLst>
              </p:cNvPr>
              <p:cNvSpPr>
                <a:spLocks noGrp="1" noRot="1" noMove="1" noResize="1" noEditPoints="1" noAdjustHandles="1" noChangeArrowheads="1" noChangeShapeType="1"/>
              </p:cNvSpPr>
              <p:nvPr/>
            </p:nvSpPr>
            <p:spPr>
              <a:xfrm>
                <a:off x="5074444" y="2959894"/>
                <a:ext cx="669131" cy="285750"/>
              </a:xfrm>
              <a:prstGeom prst="rect">
                <a:avLst/>
              </a:prstGeom>
              <a:noFill/>
              <a:ln w="6350" cap="flat" cmpd="sng" algn="ctr">
                <a:solidFill>
                  <a:srgbClr val="FF0000"/>
                </a:solidFill>
                <a:prstDash val="solid"/>
                <a:miter lim="800000"/>
              </a:ln>
              <a:effectLst/>
            </p:spPr>
            <p:txBody>
              <a:bodyPr rtlCol="0" anchor="ctr">
                <a:noAutofit/>
              </a:bodyPr>
              <a:lstStyle/>
              <a:p>
                <a:pPr marL="0" marR="0" lvl="0" indent="0" algn="ctr"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1200" b="0" i="0" u="none" strike="noStrike" kern="1200" cap="none" spc="0" normalizeH="0" baseline="0" noProof="0" dirty="0">
                  <a:ln>
                    <a:noFill/>
                  </a:ln>
                  <a:solidFill>
                    <a:srgbClr val="FFFFFF"/>
                  </a:solidFill>
                  <a:effectLst/>
                  <a:uLnTx/>
                  <a:uFillTx/>
                  <a:latin typeface="Calibre"/>
                  <a:ea typeface="+mn-ea"/>
                  <a:cs typeface="+mn-cs"/>
                </a:endParaRPr>
              </a:p>
            </p:txBody>
          </p:sp>
        </p:grpSp>
      </p:grpSp>
      <p:grpSp>
        <p:nvGrpSpPr>
          <p:cNvPr id="49" name="Dynamic LoS Guidance">
            <a:extLst>
              <a:ext uri="{FF2B5EF4-FFF2-40B4-BE49-F238E27FC236}">
                <a16:creationId xmlns:a16="http://schemas.microsoft.com/office/drawing/2014/main" id="{A6350BF5-BB89-921F-79AC-36783E076246}"/>
              </a:ext>
              <a:ext uri="{C183D7F6-B498-43B3-948B-1728B52AA6E4}">
                <adec:decorative xmlns:adec="http://schemas.microsoft.com/office/drawing/2017/decorative" val="1"/>
              </a:ext>
            </a:extLst>
          </p:cNvPr>
          <p:cNvGrpSpPr>
            <a:grpSpLocks noGrp="1" noUngrp="1" noRot="1" noMove="1" noResize="1"/>
          </p:cNvGrpSpPr>
          <p:nvPr userDrawn="1"/>
        </p:nvGrpSpPr>
        <p:grpSpPr>
          <a:xfrm>
            <a:off x="12553950" y="452438"/>
            <a:ext cx="1960563" cy="1431161"/>
            <a:chOff x="-2322513" y="195104"/>
            <a:chExt cx="1960563" cy="1431161"/>
          </a:xfrm>
        </p:grpSpPr>
        <p:sp>
          <p:nvSpPr>
            <p:cNvPr id="50" name="Guidance">
              <a:extLst>
                <a:ext uri="{FF2B5EF4-FFF2-40B4-BE49-F238E27FC236}">
                  <a16:creationId xmlns:a16="http://schemas.microsoft.com/office/drawing/2014/main" id="{DFC76334-0616-7678-9F7F-A4BC00578912}"/>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1184940"/>
            </a:xfrm>
            <a:prstGeom prst="rect">
              <a:avLst/>
            </a:prstGeom>
            <a:solidFill>
              <a:srgbClr val="C0D4CB"/>
            </a:solidFill>
          </p:spPr>
          <p:txBody>
            <a:bodyPr wrap="square" lIns="72000" rIns="72000" rtlCol="0">
              <a:noAutofit/>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The Line of Site on this layout is dynamic and can be adjusted, it should NOT be removed.</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You may adjust the width if the Title is long.</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To reset to default either ‘Reapply’ the layout or ‘Reset Slide’. These commands can be found in Home &gt; Slides.</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Refer to brand guidelines for correct usage.</a:t>
              </a:r>
            </a:p>
          </p:txBody>
        </p:sp>
        <p:sp>
          <p:nvSpPr>
            <p:cNvPr id="51" name="Guidance">
              <a:extLst>
                <a:ext uri="{FF2B5EF4-FFF2-40B4-BE49-F238E27FC236}">
                  <a16:creationId xmlns:a16="http://schemas.microsoft.com/office/drawing/2014/main" id="{ECB6B94C-AE89-003E-8980-29FE4E2351AB}"/>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Line of Site</a:t>
              </a:r>
            </a:p>
          </p:txBody>
        </p:sp>
      </p:grpSp>
      <p:grpSp>
        <p:nvGrpSpPr>
          <p:cNvPr id="2" name="Update Agenda Guidance">
            <a:extLst>
              <a:ext uri="{FF2B5EF4-FFF2-40B4-BE49-F238E27FC236}">
                <a16:creationId xmlns:a16="http://schemas.microsoft.com/office/drawing/2014/main" id="{F384876A-50C9-BF12-B6F2-5CB66A8E1544}"/>
              </a:ext>
              <a:ext uri="{C183D7F6-B498-43B3-948B-1728B52AA6E4}">
                <adec:decorative xmlns:adec="http://schemas.microsoft.com/office/drawing/2017/decorative" val="1"/>
              </a:ext>
            </a:extLst>
          </p:cNvPr>
          <p:cNvGrpSpPr>
            <a:grpSpLocks noGrp="1" noUngrp="1" noRot="1" noMove="1" noResize="1"/>
          </p:cNvGrpSpPr>
          <p:nvPr userDrawn="1"/>
        </p:nvGrpSpPr>
        <p:grpSpPr>
          <a:xfrm>
            <a:off x="12553949" y="2125663"/>
            <a:ext cx="1960563" cy="1109707"/>
            <a:chOff x="-2322513" y="195104"/>
            <a:chExt cx="1960563" cy="1109707"/>
          </a:xfrm>
        </p:grpSpPr>
        <p:sp>
          <p:nvSpPr>
            <p:cNvPr id="3" name="Guidance">
              <a:extLst>
                <a:ext uri="{FF2B5EF4-FFF2-40B4-BE49-F238E27FC236}">
                  <a16:creationId xmlns:a16="http://schemas.microsoft.com/office/drawing/2014/main" id="{38CC494E-A5B7-E46F-024C-5192014A1CBB}"/>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863486"/>
            </a:xfrm>
            <a:prstGeom prst="rect">
              <a:avLst/>
            </a:prstGeom>
            <a:solidFill>
              <a:srgbClr val="C0D4CB"/>
            </a:solidFill>
          </p:spPr>
          <p:txBody>
            <a:bodyPr wrap="square" lIns="72000" rIns="72000" rtlCol="0">
              <a:noAutofit/>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If you use the “Update Agenda” function found in the CBRE Templates ribbon, you will need to manually edit the numbering and/or  sub-number but the section titles will all be correct assuming </a:t>
              </a:r>
              <a:r>
                <a:rPr kumimoji="0" lang="en-GB" sz="800" b="0" i="1" u="none" strike="noStrike" kern="1200" cap="none" spc="0" normalizeH="0" baseline="0" noProof="0" dirty="0">
                  <a:ln>
                    <a:noFill/>
                  </a:ln>
                  <a:solidFill>
                    <a:srgbClr val="012A2D"/>
                  </a:solidFill>
                  <a:effectLst/>
                  <a:uLnTx/>
                  <a:uFillTx/>
                  <a:latin typeface="Calibre"/>
                </a:rPr>
                <a:t>Section Opener </a:t>
              </a:r>
              <a:r>
                <a:rPr kumimoji="0" lang="en-GB" sz="800" b="0" i="0" u="none" strike="noStrike" kern="1200" cap="none" spc="0" normalizeH="0" baseline="0" noProof="0" dirty="0">
                  <a:ln>
                    <a:noFill/>
                  </a:ln>
                  <a:solidFill>
                    <a:srgbClr val="012A2D"/>
                  </a:solidFill>
                  <a:effectLst/>
                  <a:uLnTx/>
                  <a:uFillTx/>
                  <a:latin typeface="Calibre"/>
                </a:rPr>
                <a:t>layouts were used.</a:t>
              </a:r>
            </a:p>
          </p:txBody>
        </p:sp>
        <p:sp>
          <p:nvSpPr>
            <p:cNvPr id="4" name="Guidance">
              <a:extLst>
                <a:ext uri="{FF2B5EF4-FFF2-40B4-BE49-F238E27FC236}">
                  <a16:creationId xmlns:a16="http://schemas.microsoft.com/office/drawing/2014/main" id="{2D70AE42-24D9-ECCF-5CAC-34ECAB796768}"/>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Update Agenda Function</a:t>
              </a:r>
            </a:p>
          </p:txBody>
        </p:sp>
      </p:grpSp>
    </p:spTree>
    <p:extLst>
      <p:ext uri="{BB962C8B-B14F-4D97-AF65-F5344CB8AC3E}">
        <p14:creationId xmlns:p14="http://schemas.microsoft.com/office/powerpoint/2010/main" val="278232884"/>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ection Opener: Text only">
    <p:bg>
      <p:bgPr>
        <a:solidFill>
          <a:srgbClr val="012A2D"/>
        </a:solidFill>
        <a:effectLst/>
      </p:bgPr>
    </p:bg>
    <p:spTree>
      <p:nvGrpSpPr>
        <p:cNvPr id="1" name=""/>
        <p:cNvGrpSpPr/>
        <p:nvPr/>
      </p:nvGrpSpPr>
      <p:grpSpPr>
        <a:xfrm>
          <a:off x="0" y="0"/>
          <a:ext cx="0" cy="0"/>
          <a:chOff x="0" y="0"/>
          <a:chExt cx="0" cy="0"/>
        </a:xfrm>
      </p:grpSpPr>
      <p:sp>
        <p:nvSpPr>
          <p:cNvPr id="15" name="Divider Number Placeholder 1">
            <a:extLst>
              <a:ext uri="{FF2B5EF4-FFF2-40B4-BE49-F238E27FC236}">
                <a16:creationId xmlns:a16="http://schemas.microsoft.com/office/drawing/2014/main" id="{6A45599E-0173-F544-424F-F2226C087CCA}"/>
              </a:ext>
            </a:extLst>
          </p:cNvPr>
          <p:cNvSpPr>
            <a:spLocks noGrp="1"/>
          </p:cNvSpPr>
          <p:nvPr>
            <p:ph type="body" sz="quarter" idx="10" hasCustomPrompt="1"/>
          </p:nvPr>
        </p:nvSpPr>
        <p:spPr>
          <a:xfrm>
            <a:off x="1438274" y="1484313"/>
            <a:ext cx="3163824" cy="3136392"/>
          </a:xfrm>
        </p:spPr>
        <p:txBody>
          <a:bodyPr anchor="ctr" anchorCtr="0"/>
          <a:lstStyle>
            <a:lvl1pPr marL="0" indent="0" algn="r">
              <a:lnSpc>
                <a:spcPct val="80000"/>
              </a:lnSpc>
              <a:spcBef>
                <a:spcPts val="0"/>
              </a:spcBef>
              <a:spcAft>
                <a:spcPts val="0"/>
              </a:spcAft>
              <a:buFont typeface="Arial" panose="020B0604020202020204" pitchFamily="34" charset="0"/>
              <a:buNone/>
              <a:defRPr sz="28000">
                <a:solidFill>
                  <a:schemeClr val="tx1">
                    <a:alpha val="80000"/>
                  </a:schemeClr>
                </a:solidFill>
                <a:latin typeface="Calibre Light" panose="020B0303030202060203" pitchFamily="34" charset="0"/>
              </a:defRPr>
            </a:lvl1pPr>
            <a:lvl2pPr marL="0" indent="0" algn="r">
              <a:lnSpc>
                <a:spcPct val="80000"/>
              </a:lnSpc>
              <a:spcBef>
                <a:spcPts val="0"/>
              </a:spcBef>
              <a:spcAft>
                <a:spcPts val="0"/>
              </a:spcAft>
              <a:buFont typeface="Arial" panose="020B0604020202020204" pitchFamily="34" charset="0"/>
              <a:buNone/>
              <a:defRPr sz="23300">
                <a:solidFill>
                  <a:schemeClr val="tx1">
                    <a:alpha val="80000"/>
                  </a:schemeClr>
                </a:solidFill>
                <a:latin typeface="Calibre Light" panose="020B0303030202060203" pitchFamily="34" charset="0"/>
              </a:defRPr>
            </a:lvl2pPr>
            <a:lvl3pPr marL="0" indent="0" algn="r">
              <a:lnSpc>
                <a:spcPct val="80000"/>
              </a:lnSpc>
              <a:spcBef>
                <a:spcPts val="0"/>
              </a:spcBef>
              <a:spcAft>
                <a:spcPts val="0"/>
              </a:spcAft>
              <a:buFont typeface="Arial" panose="020B0604020202020204" pitchFamily="34" charset="0"/>
              <a:buNone/>
              <a:defRPr sz="19400">
                <a:solidFill>
                  <a:schemeClr val="tx1">
                    <a:alpha val="80000"/>
                  </a:schemeClr>
                </a:solidFill>
                <a:latin typeface="Calibre Light" panose="020B0303030202060203" pitchFamily="34" charset="0"/>
              </a:defRPr>
            </a:lvl3pPr>
            <a:lvl4pPr marL="0" indent="0" algn="r">
              <a:lnSpc>
                <a:spcPct val="80000"/>
              </a:lnSpc>
              <a:spcBef>
                <a:spcPts val="0"/>
              </a:spcBef>
              <a:spcAft>
                <a:spcPts val="0"/>
              </a:spcAft>
              <a:buNone/>
              <a:defRPr sz="16200">
                <a:solidFill>
                  <a:schemeClr val="tx1">
                    <a:alpha val="80000"/>
                  </a:schemeClr>
                </a:solidFill>
                <a:latin typeface="Calibre Light" panose="020B0303030202060203" pitchFamily="34" charset="0"/>
              </a:defRPr>
            </a:lvl4pPr>
            <a:lvl5pPr marL="0" indent="0" algn="r">
              <a:lnSpc>
                <a:spcPct val="80000"/>
              </a:lnSpc>
              <a:spcBef>
                <a:spcPts val="0"/>
              </a:spcBef>
              <a:spcAft>
                <a:spcPts val="0"/>
              </a:spcAft>
              <a:buNone/>
              <a:defRPr sz="16200">
                <a:solidFill>
                  <a:schemeClr val="tx1">
                    <a:alpha val="80000"/>
                  </a:schemeClr>
                </a:solidFill>
                <a:latin typeface="Calibre Light" panose="020B0303030202060203" pitchFamily="34" charset="0"/>
              </a:defRPr>
            </a:lvl5pPr>
            <a:lvl6pPr marL="0" indent="0" algn="r">
              <a:lnSpc>
                <a:spcPct val="80000"/>
              </a:lnSpc>
              <a:spcBef>
                <a:spcPts val="0"/>
              </a:spcBef>
              <a:spcAft>
                <a:spcPts val="0"/>
              </a:spcAft>
              <a:buFont typeface="Arial" panose="020B0604020202020204" pitchFamily="34" charset="0"/>
              <a:buNone/>
              <a:defRPr sz="16200">
                <a:solidFill>
                  <a:schemeClr val="tx1">
                    <a:alpha val="80000"/>
                  </a:schemeClr>
                </a:solidFill>
                <a:latin typeface="Calibre Light" panose="020B0303030202060203" pitchFamily="34" charset="0"/>
              </a:defRPr>
            </a:lvl6pPr>
            <a:lvl7pPr marL="0" indent="0" algn="r">
              <a:lnSpc>
                <a:spcPct val="80000"/>
              </a:lnSpc>
              <a:spcBef>
                <a:spcPts val="0"/>
              </a:spcBef>
              <a:spcAft>
                <a:spcPts val="0"/>
              </a:spcAft>
              <a:buFont typeface="Arial" panose="020B0604020202020204" pitchFamily="34" charset="0"/>
              <a:buNone/>
              <a:defRPr sz="16200">
                <a:solidFill>
                  <a:schemeClr val="tx1">
                    <a:alpha val="80000"/>
                  </a:schemeClr>
                </a:solidFill>
                <a:latin typeface="Calibre Light" panose="020B0303030202060203" pitchFamily="34" charset="0"/>
              </a:defRPr>
            </a:lvl7pPr>
            <a:lvl8pPr marL="0" indent="0" algn="r">
              <a:lnSpc>
                <a:spcPct val="80000"/>
              </a:lnSpc>
              <a:spcBef>
                <a:spcPts val="0"/>
              </a:spcBef>
              <a:spcAft>
                <a:spcPts val="0"/>
              </a:spcAft>
              <a:buFont typeface="Arial" panose="020B0604020202020204" pitchFamily="34" charset="0"/>
              <a:buNone/>
              <a:defRPr sz="16200">
                <a:solidFill>
                  <a:schemeClr val="tx1">
                    <a:alpha val="80000"/>
                  </a:schemeClr>
                </a:solidFill>
                <a:latin typeface="Calibre Light" panose="020B0303030202060203" pitchFamily="34" charset="0"/>
              </a:defRPr>
            </a:lvl8pPr>
            <a:lvl9pPr marL="0" indent="0" algn="r">
              <a:lnSpc>
                <a:spcPct val="80000"/>
              </a:lnSpc>
              <a:spcBef>
                <a:spcPts val="0"/>
              </a:spcBef>
              <a:spcAft>
                <a:spcPts val="0"/>
              </a:spcAft>
              <a:buNone/>
              <a:defRPr sz="16200">
                <a:solidFill>
                  <a:schemeClr val="tx1">
                    <a:alpha val="80000"/>
                  </a:schemeClr>
                </a:solidFill>
                <a:latin typeface="Calibre Light" panose="020B0303030202060203" pitchFamily="34" charset="0"/>
              </a:defRPr>
            </a:lvl9pPr>
          </a:lstStyle>
          <a:p>
            <a:pPr lvl="0"/>
            <a:r>
              <a:rPr lang="en-GB" dirty="0"/>
              <a:t>1</a:t>
            </a:r>
          </a:p>
        </p:txBody>
      </p:sp>
      <p:sp>
        <p:nvSpPr>
          <p:cNvPr id="20" name="Title Placeholder">
            <a:extLst>
              <a:ext uri="{FF2B5EF4-FFF2-40B4-BE49-F238E27FC236}">
                <a16:creationId xmlns:a16="http://schemas.microsoft.com/office/drawing/2014/main" id="{1E7BFC61-AF05-2CAC-7B23-8A30C29E6662}"/>
              </a:ext>
            </a:extLst>
          </p:cNvPr>
          <p:cNvSpPr>
            <a:spLocks noGrp="1"/>
          </p:cNvSpPr>
          <p:nvPr>
            <p:ph type="title" hasCustomPrompt="1"/>
          </p:nvPr>
        </p:nvSpPr>
        <p:spPr>
          <a:xfrm>
            <a:off x="6656388" y="2852735"/>
            <a:ext cx="5029200" cy="3026664"/>
          </a:xfrm>
        </p:spPr>
        <p:txBody>
          <a:bodyPr/>
          <a:lstStyle>
            <a:lvl1pPr>
              <a:lnSpc>
                <a:spcPct val="80000"/>
              </a:lnSpc>
              <a:defRPr lang="en-US" sz="4400" dirty="0">
                <a:solidFill>
                  <a:schemeClr val="tx1"/>
                </a:solidFill>
                <a:latin typeface="+mj-lt"/>
                <a:ea typeface="+mn-ea"/>
                <a:cs typeface="+mn-cs"/>
              </a:defRPr>
            </a:lvl1pPr>
          </a:lstStyle>
          <a:p>
            <a:pPr lvl="0"/>
            <a:r>
              <a:rPr lang="en-GB" dirty="0"/>
              <a:t>Section opener – use 44pt, 36 pt, or 28pt</a:t>
            </a:r>
          </a:p>
        </p:txBody>
      </p:sp>
      <p:sp>
        <p:nvSpPr>
          <p:cNvPr id="19" name="Date Placeholder 1">
            <a:extLst>
              <a:ext uri="{FF2B5EF4-FFF2-40B4-BE49-F238E27FC236}">
                <a16:creationId xmlns:a16="http://schemas.microsoft.com/office/drawing/2014/main" id="{03027E75-114C-F974-407F-08ACAAD61F1D}"/>
              </a:ext>
            </a:extLst>
          </p:cNvPr>
          <p:cNvSpPr>
            <a:spLocks noGrp="1"/>
          </p:cNvSpPr>
          <p:nvPr>
            <p:ph type="body" sz="quarter" idx="12" hasCustomPrompt="1"/>
          </p:nvPr>
        </p:nvSpPr>
        <p:spPr>
          <a:xfrm rot="16200000">
            <a:off x="-947357" y="3050794"/>
            <a:ext cx="3047492" cy="146304"/>
          </a:xfrm>
        </p:spPr>
        <p:txBody>
          <a:bodyPr rIns="0"/>
          <a:lstStyle>
            <a:lvl1pPr algn="ctr">
              <a:defRPr lang="en-US" sz="1050" b="1" cap="all" baseline="0" dirty="0" smtClean="0">
                <a:solidFill>
                  <a:srgbClr val="17E88F"/>
                </a:solidFill>
                <a:latin typeface="Space Mono" panose="02000509040000020004" pitchFamily="49" charset="0"/>
                <a:ea typeface="+mn-ea"/>
                <a:cs typeface="+mn-cs"/>
              </a:defRPr>
            </a:lvl1pPr>
          </a:lstStyle>
          <a:p>
            <a:pPr lvl="0"/>
            <a:r>
              <a:rPr lang="en-GB" dirty="0"/>
              <a:t>DATE HERE</a:t>
            </a:r>
          </a:p>
        </p:txBody>
      </p:sp>
      <p:cxnSp>
        <p:nvCxnSpPr>
          <p:cNvPr id="13" name="LoS - Fixed">
            <a:extLst>
              <a:ext uri="{FF2B5EF4-FFF2-40B4-BE49-F238E27FC236}">
                <a16:creationId xmlns:a16="http://schemas.microsoft.com/office/drawing/2014/main" id="{176CC742-F68C-84CF-81A4-52693C09676D}"/>
              </a:ext>
              <a:ext uri="{C183D7F6-B498-43B3-948B-1728B52AA6E4}">
                <adec:decorative xmlns:adec="http://schemas.microsoft.com/office/drawing/2017/decorative" val="1"/>
              </a:ext>
            </a:extLst>
          </p:cNvPr>
          <p:cNvCxnSpPr>
            <a:cxnSpLocks/>
          </p:cNvCxnSpPr>
          <p:nvPr userDrawn="1"/>
        </p:nvCxnSpPr>
        <p:spPr>
          <a:xfrm>
            <a:off x="5114925" y="3050382"/>
            <a:ext cx="935038" cy="0"/>
          </a:xfrm>
          <a:prstGeom prst="line">
            <a:avLst/>
          </a:prstGeom>
          <a:ln w="63500">
            <a:solidFill>
              <a:srgbClr val="17E88F"/>
            </a:solidFill>
          </a:ln>
        </p:spPr>
        <p:style>
          <a:lnRef idx="1">
            <a:schemeClr val="accent1"/>
          </a:lnRef>
          <a:fillRef idx="0">
            <a:schemeClr val="accent1"/>
          </a:fillRef>
          <a:effectRef idx="0">
            <a:schemeClr val="accent1"/>
          </a:effectRef>
          <a:fontRef idx="minor">
            <a:schemeClr val="tx1"/>
          </a:fontRef>
        </p:style>
      </p:cxnSp>
      <p:grpSp>
        <p:nvGrpSpPr>
          <p:cNvPr id="3" name="Title Guidance">
            <a:extLst>
              <a:ext uri="{FF2B5EF4-FFF2-40B4-BE49-F238E27FC236}">
                <a16:creationId xmlns:a16="http://schemas.microsoft.com/office/drawing/2014/main" id="{DD03042F-7732-4BA7-3C06-4C6BB1AD309F}"/>
              </a:ext>
              <a:ext uri="{C183D7F6-B498-43B3-948B-1728B52AA6E4}">
                <adec:decorative xmlns:adec="http://schemas.microsoft.com/office/drawing/2017/decorative" val="1"/>
              </a:ext>
            </a:extLst>
          </p:cNvPr>
          <p:cNvGrpSpPr>
            <a:grpSpLocks noGrp="1" noUngrp="1" noRot="1" noMove="1" noResize="1"/>
          </p:cNvGrpSpPr>
          <p:nvPr userDrawn="1"/>
        </p:nvGrpSpPr>
        <p:grpSpPr>
          <a:xfrm>
            <a:off x="-2317919" y="1484313"/>
            <a:ext cx="1960563" cy="707886"/>
            <a:chOff x="-2322513" y="195104"/>
            <a:chExt cx="1960563" cy="707886"/>
          </a:xfrm>
        </p:grpSpPr>
        <p:sp>
          <p:nvSpPr>
            <p:cNvPr id="4" name="Guidance">
              <a:extLst>
                <a:ext uri="{FF2B5EF4-FFF2-40B4-BE49-F238E27FC236}">
                  <a16:creationId xmlns:a16="http://schemas.microsoft.com/office/drawing/2014/main" id="{0987AD5B-0B51-EE8C-6A38-CFC042A7C33D}"/>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461665"/>
            </a:xfrm>
            <a:prstGeom prst="rect">
              <a:avLst/>
            </a:prstGeom>
            <a:solidFill>
              <a:srgbClr val="C0D4CB"/>
            </a:solidFill>
          </p:spPr>
          <p:txBody>
            <a:bodyPr wrap="square" lIns="72000" rIns="72000" rtlCol="0">
              <a:noAutofit/>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ea typeface="+mn-ea"/>
                  <a:cs typeface="+mn-cs"/>
                </a:rPr>
                <a:t>The divider title of the presentation should be large and impactful. Adjust font sizes smaller as needed but do not go smaller than 28pt.</a:t>
              </a:r>
            </a:p>
          </p:txBody>
        </p:sp>
        <p:sp>
          <p:nvSpPr>
            <p:cNvPr id="5" name="Guidance">
              <a:extLst>
                <a:ext uri="{FF2B5EF4-FFF2-40B4-BE49-F238E27FC236}">
                  <a16:creationId xmlns:a16="http://schemas.microsoft.com/office/drawing/2014/main" id="{A141DD17-3DD8-DF37-9AE3-A3234BE76D49}"/>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lvl="5"/>
              <a:r>
                <a:rPr lang="en-GB" sz="1000" dirty="0">
                  <a:solidFill>
                    <a:srgbClr val="FFFFFF"/>
                  </a:solidFill>
                </a:rPr>
                <a:t>Opening/Divider slide title text</a:t>
              </a:r>
            </a:p>
          </p:txBody>
        </p:sp>
      </p:grpSp>
      <p:grpSp>
        <p:nvGrpSpPr>
          <p:cNvPr id="6" name="Date Guidance">
            <a:extLst>
              <a:ext uri="{FF2B5EF4-FFF2-40B4-BE49-F238E27FC236}">
                <a16:creationId xmlns:a16="http://schemas.microsoft.com/office/drawing/2014/main" id="{7366DD89-D432-850C-AB70-292A2C617C27}"/>
              </a:ext>
              <a:ext uri="{C183D7F6-B498-43B3-948B-1728B52AA6E4}">
                <adec:decorative xmlns:adec="http://schemas.microsoft.com/office/drawing/2017/decorative" val="1"/>
              </a:ext>
            </a:extLst>
          </p:cNvPr>
          <p:cNvGrpSpPr>
            <a:grpSpLocks noGrp="1" noUngrp="1" noRot="1" noMove="1" noResize="1"/>
          </p:cNvGrpSpPr>
          <p:nvPr userDrawn="1"/>
        </p:nvGrpSpPr>
        <p:grpSpPr>
          <a:xfrm>
            <a:off x="-2322513" y="442366"/>
            <a:ext cx="1960563" cy="784830"/>
            <a:chOff x="-2322513" y="195104"/>
            <a:chExt cx="1960563" cy="784830"/>
          </a:xfrm>
        </p:grpSpPr>
        <p:sp>
          <p:nvSpPr>
            <p:cNvPr id="7" name="Guidance">
              <a:extLst>
                <a:ext uri="{FF2B5EF4-FFF2-40B4-BE49-F238E27FC236}">
                  <a16:creationId xmlns:a16="http://schemas.microsoft.com/office/drawing/2014/main" id="{3B2FBD84-2DBC-81E0-790C-ECA3D8AE33D7}"/>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538609"/>
            </a:xfrm>
            <a:prstGeom prst="rect">
              <a:avLst/>
            </a:prstGeom>
            <a:solidFill>
              <a:srgbClr val="C0D4CB"/>
            </a:solidFill>
          </p:spPr>
          <p:txBody>
            <a:bodyPr wrap="square" lIns="72000" rIns="72000" rtlCol="0">
              <a:noAutofit/>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To set the Date, Select Insert &gt; Header &amp; Footer. Enter the date in the Fixed field.</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Select ‘Apply to All’</a:t>
              </a:r>
            </a:p>
          </p:txBody>
        </p:sp>
        <p:sp>
          <p:nvSpPr>
            <p:cNvPr id="8" name="Guidance">
              <a:extLst>
                <a:ext uri="{FF2B5EF4-FFF2-40B4-BE49-F238E27FC236}">
                  <a16:creationId xmlns:a16="http://schemas.microsoft.com/office/drawing/2014/main" id="{A415CC3F-D1D5-43BA-2F4E-5847713D4AAC}"/>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Setting the Date</a:t>
              </a:r>
              <a:endParaRPr kumimoji="0" lang="en-GB" sz="800" b="0" i="0" u="none" strike="noStrike" kern="1200" cap="none" spc="0" normalizeH="0" baseline="0" noProof="0" dirty="0">
                <a:ln>
                  <a:noFill/>
                </a:ln>
                <a:solidFill>
                  <a:srgbClr val="FFFFFF"/>
                </a:solidFill>
                <a:effectLst/>
                <a:uLnTx/>
                <a:uFillTx/>
              </a:endParaRPr>
            </a:p>
          </p:txBody>
        </p:sp>
      </p:grpSp>
    </p:spTree>
    <p:extLst>
      <p:ext uri="{BB962C8B-B14F-4D97-AF65-F5344CB8AC3E}">
        <p14:creationId xmlns:p14="http://schemas.microsoft.com/office/powerpoint/2010/main" val="2514857819"/>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Opener: Text + image">
    <p:bg>
      <p:bgPr>
        <a:solidFill>
          <a:srgbClr val="012A2D"/>
        </a:solidFill>
        <a:effectLst/>
      </p:bgPr>
    </p:bg>
    <p:spTree>
      <p:nvGrpSpPr>
        <p:cNvPr id="1" name=""/>
        <p:cNvGrpSpPr/>
        <p:nvPr/>
      </p:nvGrpSpPr>
      <p:grpSpPr>
        <a:xfrm>
          <a:off x="0" y="0"/>
          <a:ext cx="0" cy="0"/>
          <a:chOff x="0" y="0"/>
          <a:chExt cx="0" cy="0"/>
        </a:xfrm>
      </p:grpSpPr>
      <p:sp>
        <p:nvSpPr>
          <p:cNvPr id="15" name="Divider Number Placeholder 1">
            <a:extLst>
              <a:ext uri="{FF2B5EF4-FFF2-40B4-BE49-F238E27FC236}">
                <a16:creationId xmlns:a16="http://schemas.microsoft.com/office/drawing/2014/main" id="{6A45599E-0173-F544-424F-F2226C087CCA}"/>
              </a:ext>
            </a:extLst>
          </p:cNvPr>
          <p:cNvSpPr>
            <a:spLocks noGrp="1"/>
          </p:cNvSpPr>
          <p:nvPr>
            <p:ph type="body" sz="quarter" idx="10" hasCustomPrompt="1"/>
          </p:nvPr>
        </p:nvSpPr>
        <p:spPr>
          <a:xfrm>
            <a:off x="361949" y="2126690"/>
            <a:ext cx="1682496" cy="1984248"/>
          </a:xfrm>
        </p:spPr>
        <p:txBody>
          <a:bodyPr anchor="ctr" anchorCtr="0"/>
          <a:lstStyle>
            <a:lvl1pPr marL="0" indent="0" algn="r">
              <a:lnSpc>
                <a:spcPct val="80000"/>
              </a:lnSpc>
              <a:spcBef>
                <a:spcPts val="0"/>
              </a:spcBef>
              <a:spcAft>
                <a:spcPts val="0"/>
              </a:spcAft>
              <a:buFont typeface="Arial" panose="020B0604020202020204" pitchFamily="34" charset="0"/>
              <a:buNone/>
              <a:defRPr sz="14000">
                <a:solidFill>
                  <a:schemeClr val="tx1">
                    <a:alpha val="80000"/>
                  </a:schemeClr>
                </a:solidFill>
                <a:latin typeface="Calibre Light" panose="020B0303030202060203" pitchFamily="34" charset="0"/>
              </a:defRPr>
            </a:lvl1pPr>
            <a:lvl2pPr marL="0" indent="0" algn="r">
              <a:lnSpc>
                <a:spcPct val="80000"/>
              </a:lnSpc>
              <a:spcBef>
                <a:spcPts val="0"/>
              </a:spcBef>
              <a:spcAft>
                <a:spcPts val="0"/>
              </a:spcAft>
              <a:buFont typeface="Arial" panose="020B0604020202020204" pitchFamily="34" charset="0"/>
              <a:buNone/>
              <a:defRPr sz="14000">
                <a:solidFill>
                  <a:schemeClr val="tx1">
                    <a:alpha val="80000"/>
                  </a:schemeClr>
                </a:solidFill>
                <a:latin typeface="Calibre Light" panose="020B0303030202060203" pitchFamily="34" charset="0"/>
              </a:defRPr>
            </a:lvl2pPr>
            <a:lvl3pPr marL="0" indent="0" algn="r">
              <a:lnSpc>
                <a:spcPct val="80000"/>
              </a:lnSpc>
              <a:spcBef>
                <a:spcPts val="0"/>
              </a:spcBef>
              <a:spcAft>
                <a:spcPts val="0"/>
              </a:spcAft>
              <a:buFont typeface="Arial" panose="020B0604020202020204" pitchFamily="34" charset="0"/>
              <a:buNone/>
              <a:defRPr sz="14000">
                <a:solidFill>
                  <a:schemeClr val="tx1">
                    <a:alpha val="80000"/>
                  </a:schemeClr>
                </a:solidFill>
                <a:latin typeface="Calibre Light" panose="020B0303030202060203" pitchFamily="34" charset="0"/>
              </a:defRPr>
            </a:lvl3pPr>
            <a:lvl4pPr marL="0" indent="0" algn="r">
              <a:lnSpc>
                <a:spcPct val="80000"/>
              </a:lnSpc>
              <a:spcBef>
                <a:spcPts val="0"/>
              </a:spcBef>
              <a:spcAft>
                <a:spcPts val="0"/>
              </a:spcAft>
              <a:buNone/>
              <a:defRPr sz="14000">
                <a:solidFill>
                  <a:schemeClr val="tx1">
                    <a:alpha val="80000"/>
                  </a:schemeClr>
                </a:solidFill>
                <a:latin typeface="Calibre Light" panose="020B0303030202060203" pitchFamily="34" charset="0"/>
              </a:defRPr>
            </a:lvl4pPr>
            <a:lvl5pPr marL="0" indent="0" algn="r">
              <a:lnSpc>
                <a:spcPct val="80000"/>
              </a:lnSpc>
              <a:spcBef>
                <a:spcPts val="0"/>
              </a:spcBef>
              <a:spcAft>
                <a:spcPts val="0"/>
              </a:spcAft>
              <a:buNone/>
              <a:defRPr sz="14000">
                <a:solidFill>
                  <a:schemeClr val="tx1">
                    <a:alpha val="80000"/>
                  </a:schemeClr>
                </a:solidFill>
                <a:latin typeface="Calibre Light" panose="020B0303030202060203" pitchFamily="34" charset="0"/>
              </a:defRPr>
            </a:lvl5pPr>
            <a:lvl6pPr marL="0" indent="0" algn="r">
              <a:lnSpc>
                <a:spcPct val="80000"/>
              </a:lnSpc>
              <a:spcBef>
                <a:spcPts val="0"/>
              </a:spcBef>
              <a:spcAft>
                <a:spcPts val="0"/>
              </a:spcAft>
              <a:buFont typeface="Arial" panose="020B0604020202020204" pitchFamily="34" charset="0"/>
              <a:buNone/>
              <a:defRPr sz="14000">
                <a:solidFill>
                  <a:schemeClr val="tx1">
                    <a:alpha val="80000"/>
                  </a:schemeClr>
                </a:solidFill>
                <a:latin typeface="Calibre Light" panose="020B0303030202060203" pitchFamily="34" charset="0"/>
              </a:defRPr>
            </a:lvl6pPr>
            <a:lvl7pPr marL="0" indent="0" algn="r">
              <a:lnSpc>
                <a:spcPct val="80000"/>
              </a:lnSpc>
              <a:spcBef>
                <a:spcPts val="0"/>
              </a:spcBef>
              <a:spcAft>
                <a:spcPts val="0"/>
              </a:spcAft>
              <a:buFont typeface="Arial" panose="020B0604020202020204" pitchFamily="34" charset="0"/>
              <a:buNone/>
              <a:defRPr sz="14000">
                <a:solidFill>
                  <a:schemeClr val="tx1">
                    <a:alpha val="80000"/>
                  </a:schemeClr>
                </a:solidFill>
                <a:latin typeface="Calibre Light" panose="020B0303030202060203" pitchFamily="34" charset="0"/>
              </a:defRPr>
            </a:lvl7pPr>
            <a:lvl8pPr marL="0" indent="0" algn="r">
              <a:lnSpc>
                <a:spcPct val="80000"/>
              </a:lnSpc>
              <a:spcBef>
                <a:spcPts val="0"/>
              </a:spcBef>
              <a:spcAft>
                <a:spcPts val="0"/>
              </a:spcAft>
              <a:buFont typeface="Arial" panose="020B0604020202020204" pitchFamily="34" charset="0"/>
              <a:buNone/>
              <a:defRPr sz="14000">
                <a:solidFill>
                  <a:schemeClr val="tx1">
                    <a:alpha val="80000"/>
                  </a:schemeClr>
                </a:solidFill>
                <a:latin typeface="Calibre Light" panose="020B0303030202060203" pitchFamily="34" charset="0"/>
              </a:defRPr>
            </a:lvl8pPr>
            <a:lvl9pPr marL="0" indent="0" algn="r">
              <a:lnSpc>
                <a:spcPct val="80000"/>
              </a:lnSpc>
              <a:spcBef>
                <a:spcPts val="0"/>
              </a:spcBef>
              <a:spcAft>
                <a:spcPts val="0"/>
              </a:spcAft>
              <a:buNone/>
              <a:defRPr sz="14000">
                <a:solidFill>
                  <a:schemeClr val="tx1">
                    <a:alpha val="80000"/>
                  </a:schemeClr>
                </a:solidFill>
                <a:latin typeface="Calibre Light" panose="020B0303030202060203" pitchFamily="34" charset="0"/>
              </a:defRPr>
            </a:lvl9pPr>
          </a:lstStyle>
          <a:p>
            <a:pPr lvl="0"/>
            <a:r>
              <a:rPr lang="en-GB" dirty="0"/>
              <a:t>1</a:t>
            </a:r>
          </a:p>
        </p:txBody>
      </p:sp>
      <p:sp>
        <p:nvSpPr>
          <p:cNvPr id="19" name="Title Placeholder">
            <a:extLst>
              <a:ext uri="{FF2B5EF4-FFF2-40B4-BE49-F238E27FC236}">
                <a16:creationId xmlns:a16="http://schemas.microsoft.com/office/drawing/2014/main" id="{D6B75AF0-8B48-D11D-633F-ED371CB77ABA}"/>
              </a:ext>
            </a:extLst>
          </p:cNvPr>
          <p:cNvSpPr>
            <a:spLocks noGrp="1"/>
          </p:cNvSpPr>
          <p:nvPr>
            <p:ph type="title" hasCustomPrompt="1"/>
          </p:nvPr>
        </p:nvSpPr>
        <p:spPr>
          <a:xfrm>
            <a:off x="4090986" y="2852735"/>
            <a:ext cx="3072384" cy="3026664"/>
          </a:xfrm>
        </p:spPr>
        <p:txBody>
          <a:bodyPr/>
          <a:lstStyle>
            <a:lvl1pPr>
              <a:lnSpc>
                <a:spcPct val="80000"/>
              </a:lnSpc>
              <a:defRPr lang="en-US" sz="4400" dirty="0" smtClean="0">
                <a:solidFill>
                  <a:schemeClr val="tx1"/>
                </a:solidFill>
                <a:latin typeface="+mj-lt"/>
                <a:ea typeface="+mn-ea"/>
                <a:cs typeface="+mn-cs"/>
              </a:defRPr>
            </a:lvl1pPr>
          </a:lstStyle>
          <a:p>
            <a:r>
              <a:rPr lang="en-GB" dirty="0"/>
              <a:t>Section opener – use 44pt, 36 pt, or 28pt</a:t>
            </a:r>
          </a:p>
        </p:txBody>
      </p:sp>
      <p:cxnSp>
        <p:nvCxnSpPr>
          <p:cNvPr id="10" name="LoS - Fixed">
            <a:extLst>
              <a:ext uri="{FF2B5EF4-FFF2-40B4-BE49-F238E27FC236}">
                <a16:creationId xmlns:a16="http://schemas.microsoft.com/office/drawing/2014/main" id="{0FF2A180-C24B-8EAF-1282-86E99FFE0582}"/>
              </a:ext>
              <a:ext uri="{C183D7F6-B498-43B3-948B-1728B52AA6E4}">
                <adec:decorative xmlns:adec="http://schemas.microsoft.com/office/drawing/2017/decorative" val="1"/>
              </a:ext>
            </a:extLst>
          </p:cNvPr>
          <p:cNvCxnSpPr>
            <a:cxnSpLocks/>
          </p:cNvCxnSpPr>
          <p:nvPr userDrawn="1"/>
        </p:nvCxnSpPr>
        <p:spPr>
          <a:xfrm>
            <a:off x="2554287" y="3050382"/>
            <a:ext cx="935038" cy="0"/>
          </a:xfrm>
          <a:prstGeom prst="line">
            <a:avLst/>
          </a:prstGeom>
          <a:ln w="63500">
            <a:solidFill>
              <a:srgbClr val="17E88F"/>
            </a:solidFill>
          </a:ln>
        </p:spPr>
        <p:style>
          <a:lnRef idx="1">
            <a:schemeClr val="accent1"/>
          </a:lnRef>
          <a:fillRef idx="0">
            <a:schemeClr val="accent1"/>
          </a:fillRef>
          <a:effectRef idx="0">
            <a:schemeClr val="accent1"/>
          </a:effectRef>
          <a:fontRef idx="minor">
            <a:schemeClr val="tx1"/>
          </a:fontRef>
        </p:style>
      </p:cxnSp>
      <p:sp>
        <p:nvSpPr>
          <p:cNvPr id="2" name="Picture Placeholder">
            <a:extLst>
              <a:ext uri="{FF2B5EF4-FFF2-40B4-BE49-F238E27FC236}">
                <a16:creationId xmlns:a16="http://schemas.microsoft.com/office/drawing/2014/main" id="{ADA71EFB-DA0D-DF62-3E93-BA75502AF8A4}"/>
              </a:ext>
              <a:ext uri="{C183D7F6-B498-43B3-948B-1728B52AA6E4}">
                <adec:decorative xmlns:adec="http://schemas.microsoft.com/office/drawing/2017/decorative" val="1"/>
              </a:ext>
            </a:extLst>
          </p:cNvPr>
          <p:cNvSpPr>
            <a:spLocks noGrp="1"/>
          </p:cNvSpPr>
          <p:nvPr>
            <p:ph type="pic" sz="quarter" idx="19"/>
          </p:nvPr>
        </p:nvSpPr>
        <p:spPr>
          <a:xfrm>
            <a:off x="7677150" y="0"/>
            <a:ext cx="4514850" cy="6858000"/>
          </a:xfrm>
        </p:spPr>
        <p:txBody>
          <a:bodyPr/>
          <a:lstStyle/>
          <a:p>
            <a:r>
              <a:rPr lang="en-GB"/>
              <a:t>Click icon to add picture</a:t>
            </a:r>
            <a:endParaRPr lang="en-GB" dirty="0"/>
          </a:p>
        </p:txBody>
      </p:sp>
      <p:grpSp>
        <p:nvGrpSpPr>
          <p:cNvPr id="20" name="Title Guidance">
            <a:extLst>
              <a:ext uri="{FF2B5EF4-FFF2-40B4-BE49-F238E27FC236}">
                <a16:creationId xmlns:a16="http://schemas.microsoft.com/office/drawing/2014/main" id="{AC4CA6F4-3130-4438-E9DD-766AE3A623EC}"/>
              </a:ext>
              <a:ext uri="{C183D7F6-B498-43B3-948B-1728B52AA6E4}">
                <adec:decorative xmlns:adec="http://schemas.microsoft.com/office/drawing/2017/decorative" val="1"/>
              </a:ext>
            </a:extLst>
          </p:cNvPr>
          <p:cNvGrpSpPr>
            <a:grpSpLocks noGrp="1" noUngrp="1" noRot="1" noMove="1" noResize="1"/>
          </p:cNvGrpSpPr>
          <p:nvPr userDrawn="1"/>
        </p:nvGrpSpPr>
        <p:grpSpPr>
          <a:xfrm>
            <a:off x="-2317919" y="441325"/>
            <a:ext cx="1960563" cy="707886"/>
            <a:chOff x="-2322513" y="195104"/>
            <a:chExt cx="1960563" cy="707886"/>
          </a:xfrm>
        </p:grpSpPr>
        <p:sp>
          <p:nvSpPr>
            <p:cNvPr id="21" name="Guidance">
              <a:extLst>
                <a:ext uri="{FF2B5EF4-FFF2-40B4-BE49-F238E27FC236}">
                  <a16:creationId xmlns:a16="http://schemas.microsoft.com/office/drawing/2014/main" id="{A79AF766-F837-792B-CE11-EA81BA3431E8}"/>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461665"/>
            </a:xfrm>
            <a:prstGeom prst="rect">
              <a:avLst/>
            </a:prstGeom>
            <a:solidFill>
              <a:srgbClr val="C0D4CB"/>
            </a:solidFill>
          </p:spPr>
          <p:txBody>
            <a:bodyPr wrap="square" lIns="72000" rIns="72000" rtlCol="0">
              <a:noAutofit/>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ea typeface="+mn-ea"/>
                  <a:cs typeface="+mn-cs"/>
                </a:rPr>
                <a:t>The divider title of the presentation should be large and impactful. Adjust font sizes smaller as needed but do not go smaller than 28pt.</a:t>
              </a:r>
            </a:p>
          </p:txBody>
        </p:sp>
        <p:sp>
          <p:nvSpPr>
            <p:cNvPr id="22" name="Guidance">
              <a:extLst>
                <a:ext uri="{FF2B5EF4-FFF2-40B4-BE49-F238E27FC236}">
                  <a16:creationId xmlns:a16="http://schemas.microsoft.com/office/drawing/2014/main" id="{F3D094A7-7633-FC92-89DF-261BC1985638}"/>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lvl="5"/>
              <a:r>
                <a:rPr lang="en-GB" sz="1000" dirty="0">
                  <a:solidFill>
                    <a:srgbClr val="FFFFFF"/>
                  </a:solidFill>
                </a:rPr>
                <a:t>Opening/Divider slide title text</a:t>
              </a:r>
            </a:p>
          </p:txBody>
        </p:sp>
      </p:grpSp>
      <p:grpSp>
        <p:nvGrpSpPr>
          <p:cNvPr id="23" name="Image Guidance">
            <a:extLst>
              <a:ext uri="{FF2B5EF4-FFF2-40B4-BE49-F238E27FC236}">
                <a16:creationId xmlns:a16="http://schemas.microsoft.com/office/drawing/2014/main" id="{DA8B2ED1-4F1E-2F0E-C9BA-F5B0C21DF204}"/>
              </a:ext>
              <a:ext uri="{C183D7F6-B498-43B3-948B-1728B52AA6E4}">
                <adec:decorative xmlns:adec="http://schemas.microsoft.com/office/drawing/2017/decorative" val="1"/>
              </a:ext>
            </a:extLst>
          </p:cNvPr>
          <p:cNvGrpSpPr>
            <a:grpSpLocks noGrp="1" noUngrp="1" noRot="1" noMove="1" noResize="1"/>
          </p:cNvGrpSpPr>
          <p:nvPr userDrawn="1"/>
        </p:nvGrpSpPr>
        <p:grpSpPr>
          <a:xfrm>
            <a:off x="12553950" y="441325"/>
            <a:ext cx="1960563" cy="3139321"/>
            <a:chOff x="-2322513" y="195104"/>
            <a:chExt cx="1960563" cy="3139321"/>
          </a:xfrm>
        </p:grpSpPr>
        <p:sp>
          <p:nvSpPr>
            <p:cNvPr id="24" name="Guidance">
              <a:extLst>
                <a:ext uri="{FF2B5EF4-FFF2-40B4-BE49-F238E27FC236}">
                  <a16:creationId xmlns:a16="http://schemas.microsoft.com/office/drawing/2014/main" id="{84D75701-F982-D3FF-0843-029634238876}"/>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2893100"/>
            </a:xfrm>
            <a:prstGeom prst="rect">
              <a:avLst/>
            </a:prstGeom>
            <a:solidFill>
              <a:srgbClr val="C0D4CB"/>
            </a:solidFill>
          </p:spPr>
          <p:txBody>
            <a:bodyPr wrap="square" lIns="72000" rIns="72000" rtlCol="0">
              <a:noAutofit/>
            </a:bodyPr>
            <a:lstStyle/>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If there is already an image present, delete this first.</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Click on the </a:t>
              </a:r>
              <a:r>
                <a:rPr kumimoji="0" lang="en-GB" sz="800" b="1" i="0" u="none" strike="noStrike" kern="1200" cap="none" spc="0" normalizeH="0" baseline="0" noProof="0" dirty="0">
                  <a:ln>
                    <a:noFill/>
                  </a:ln>
                  <a:solidFill>
                    <a:srgbClr val="012A2D"/>
                  </a:solidFill>
                  <a:effectLst/>
                  <a:uLnTx/>
                  <a:uFillTx/>
                  <a:latin typeface="Calibre"/>
                </a:rPr>
                <a:t>icon </a:t>
              </a:r>
              <a:r>
                <a:rPr kumimoji="0" lang="en-GB" sz="800" b="0" i="0" u="none" strike="noStrike" kern="1200" cap="none" spc="0" normalizeH="0" baseline="0" noProof="0" dirty="0">
                  <a:ln>
                    <a:noFill/>
                  </a:ln>
                  <a:solidFill>
                    <a:srgbClr val="012A2D"/>
                  </a:solidFill>
                  <a:effectLst/>
                  <a:uLnTx/>
                  <a:uFillTx/>
                  <a:latin typeface="Calibre"/>
                </a:rPr>
                <a:t>in the middle of the placeholder and choose the image from your computer.</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Click on the </a:t>
              </a:r>
              <a:r>
                <a:rPr kumimoji="0" lang="en-GB" sz="800" b="1" i="0" u="none" strike="noStrike" kern="1200" cap="none" spc="0" normalizeH="0" baseline="0" noProof="0" dirty="0">
                  <a:ln>
                    <a:noFill/>
                  </a:ln>
                  <a:solidFill>
                    <a:srgbClr val="012A2D"/>
                  </a:solidFill>
                  <a:effectLst/>
                  <a:uLnTx/>
                  <a:uFillTx/>
                  <a:latin typeface="Calibre"/>
                </a:rPr>
                <a:t>Format Picture </a:t>
              </a:r>
              <a:r>
                <a:rPr kumimoji="0" lang="en-GB" sz="800" b="0" i="0" u="none" strike="noStrike" kern="1200" cap="none" spc="0" normalizeH="0" baseline="0" noProof="0" dirty="0">
                  <a:ln>
                    <a:noFill/>
                  </a:ln>
                  <a:solidFill>
                    <a:srgbClr val="012A2D"/>
                  </a:solidFill>
                  <a:effectLst/>
                  <a:uLnTx/>
                  <a:uFillTx/>
                  <a:latin typeface="Calibre"/>
                </a:rPr>
                <a:t>tab in the ribbon and use the tools to edit the image.</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Choose </a:t>
              </a:r>
              <a:r>
                <a:rPr kumimoji="0" lang="en-GB" sz="800" b="1" i="0" u="none" strike="noStrike" kern="1200" cap="none" spc="0" normalizeH="0" baseline="0" noProof="0" dirty="0">
                  <a:ln>
                    <a:noFill/>
                  </a:ln>
                  <a:solidFill>
                    <a:srgbClr val="012A2D"/>
                  </a:solidFill>
                  <a:effectLst/>
                  <a:uLnTx/>
                  <a:uFillTx/>
                  <a:latin typeface="Calibre"/>
                </a:rPr>
                <a:t>Crop to </a:t>
              </a:r>
              <a:r>
                <a:rPr kumimoji="0" lang="en-GB" sz="800" b="0" i="0" u="none" strike="noStrike" kern="1200" cap="none" spc="0" normalizeH="0" baseline="0" noProof="0" dirty="0">
                  <a:ln>
                    <a:noFill/>
                  </a:ln>
                  <a:solidFill>
                    <a:srgbClr val="012A2D"/>
                  </a:solidFill>
                  <a:effectLst/>
                  <a:uLnTx/>
                  <a:uFillTx/>
                  <a:latin typeface="Calibre"/>
                </a:rPr>
                <a:t>resize and move the image within the placeholder, using the white circles in the corners of the image. Click on the drop down arrow and choose </a:t>
              </a:r>
              <a:r>
                <a:rPr kumimoji="0" lang="en-GB" sz="800" b="1" i="0" u="none" strike="noStrike" kern="1200" cap="none" spc="0" normalizeH="0" baseline="0" noProof="0" dirty="0">
                  <a:ln>
                    <a:noFill/>
                  </a:ln>
                  <a:solidFill>
                    <a:srgbClr val="012A2D"/>
                  </a:solidFill>
                  <a:effectLst/>
                  <a:uLnTx/>
                  <a:uFillTx/>
                  <a:latin typeface="Calibre"/>
                </a:rPr>
                <a:t>Fit</a:t>
              </a:r>
              <a:br>
                <a:rPr kumimoji="0" lang="en-GB" sz="800" b="0" i="0" u="none" strike="noStrike" kern="1200" cap="none" spc="0" normalizeH="0" baseline="0" noProof="0" dirty="0">
                  <a:ln>
                    <a:noFill/>
                  </a:ln>
                  <a:solidFill>
                    <a:srgbClr val="012A2D"/>
                  </a:solidFill>
                  <a:effectLst/>
                  <a:uLnTx/>
                  <a:uFillTx/>
                  <a:latin typeface="Calibre"/>
                </a:rPr>
              </a:br>
              <a:r>
                <a:rPr kumimoji="0" lang="en-GB" sz="800" b="0" i="0" u="none" strike="noStrike" kern="1200" cap="none" spc="0" normalizeH="0" baseline="0" noProof="0" dirty="0">
                  <a:ln>
                    <a:noFill/>
                  </a:ln>
                  <a:solidFill>
                    <a:srgbClr val="012A2D"/>
                  </a:solidFill>
                  <a:effectLst/>
                  <a:uLnTx/>
                  <a:uFillTx/>
                  <a:latin typeface="Calibre"/>
                </a:rPr>
                <a:t>to fit the image to the placeholder.</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Choose </a:t>
              </a:r>
              <a:r>
                <a:rPr kumimoji="0" lang="en-GB" sz="800" b="1" i="0" u="none" strike="noStrike" kern="1200" cap="none" spc="0" normalizeH="0" baseline="0" noProof="0" dirty="0">
                  <a:ln>
                    <a:noFill/>
                  </a:ln>
                  <a:solidFill>
                    <a:srgbClr val="012A2D"/>
                  </a:solidFill>
                  <a:effectLst/>
                  <a:uLnTx/>
                  <a:uFillTx/>
                  <a:latin typeface="Calibre"/>
                </a:rPr>
                <a:t>Picture Colour </a:t>
              </a:r>
              <a:r>
                <a:rPr kumimoji="0" lang="en-GB" sz="800" b="0" i="0" u="none" strike="noStrike" kern="1200" cap="none" spc="0" normalizeH="0" baseline="0" noProof="0" dirty="0">
                  <a:ln>
                    <a:noFill/>
                  </a:ln>
                  <a:solidFill>
                    <a:srgbClr val="012A2D"/>
                  </a:solidFill>
                  <a:effectLst/>
                  <a:uLnTx/>
                  <a:uFillTx/>
                  <a:latin typeface="Calibre"/>
                </a:rPr>
                <a:t>to adjust the Saturation, Tone, and Colour.</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Choose </a:t>
              </a:r>
              <a:r>
                <a:rPr kumimoji="0" lang="en-GB" sz="800" b="1" i="0" u="none" strike="noStrike" kern="1200" cap="none" spc="0" normalizeH="0" baseline="0" noProof="0" dirty="0">
                  <a:ln>
                    <a:noFill/>
                  </a:ln>
                  <a:solidFill>
                    <a:srgbClr val="012A2D"/>
                  </a:solidFill>
                  <a:effectLst/>
                  <a:uLnTx/>
                  <a:uFillTx/>
                  <a:latin typeface="Calibre"/>
                </a:rPr>
                <a:t>Picture Correction</a:t>
              </a:r>
              <a:br>
                <a:rPr kumimoji="0" lang="en-GB" sz="800" b="0" i="0" u="none" strike="noStrike" kern="1200" cap="none" spc="0" normalizeH="0" baseline="0" noProof="0" dirty="0">
                  <a:ln>
                    <a:noFill/>
                  </a:ln>
                  <a:solidFill>
                    <a:srgbClr val="012A2D"/>
                  </a:solidFill>
                  <a:effectLst/>
                  <a:uLnTx/>
                  <a:uFillTx/>
                  <a:latin typeface="Calibre"/>
                </a:rPr>
              </a:br>
              <a:r>
                <a:rPr kumimoji="0" lang="en-GB" sz="800" b="0" i="0" u="none" strike="noStrike" kern="1200" cap="none" spc="0" normalizeH="0" baseline="0" noProof="0" dirty="0">
                  <a:ln>
                    <a:noFill/>
                  </a:ln>
                  <a:solidFill>
                    <a:srgbClr val="012A2D"/>
                  </a:solidFill>
                  <a:effectLst/>
                  <a:uLnTx/>
                  <a:uFillTx/>
                  <a:latin typeface="Calibre"/>
                </a:rPr>
                <a:t>to adjust the Sharpness, Brightness, and Contrast.</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Once you are happy with your image, right click on it and select </a:t>
              </a:r>
              <a:r>
                <a:rPr kumimoji="0" lang="en-GB" sz="800" b="1" i="0" u="none" strike="noStrike" kern="1200" cap="none" spc="0" normalizeH="0" baseline="0" noProof="0" dirty="0">
                  <a:ln>
                    <a:noFill/>
                  </a:ln>
                  <a:solidFill>
                    <a:srgbClr val="012A2D"/>
                  </a:solidFill>
                  <a:effectLst/>
                  <a:uLnTx/>
                  <a:uFillTx/>
                  <a:latin typeface="Calibre"/>
                </a:rPr>
                <a:t>‘Send to back’</a:t>
              </a:r>
              <a:r>
                <a:rPr kumimoji="0" lang="en-GB" sz="800" b="0" i="0" u="none" strike="noStrike" kern="1200" cap="none" spc="0" normalizeH="0" baseline="0" noProof="0" dirty="0">
                  <a:ln>
                    <a:noFill/>
                  </a:ln>
                  <a:solidFill>
                    <a:srgbClr val="012A2D"/>
                  </a:solidFill>
                  <a:effectLst/>
                  <a:uLnTx/>
                  <a:uFillTx/>
                  <a:latin typeface="Calibre"/>
                </a:rPr>
                <a:t>.</a:t>
              </a:r>
            </a:p>
          </p:txBody>
        </p:sp>
        <p:sp>
          <p:nvSpPr>
            <p:cNvPr id="25" name="Guidance">
              <a:extLst>
                <a:ext uri="{FF2B5EF4-FFF2-40B4-BE49-F238E27FC236}">
                  <a16:creationId xmlns:a16="http://schemas.microsoft.com/office/drawing/2014/main" id="{14E04255-56B4-AB5D-6CE2-6F60357668DF}"/>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How to Insert an image</a:t>
              </a:r>
            </a:p>
          </p:txBody>
        </p:sp>
      </p:grpSp>
    </p:spTree>
    <p:extLst>
      <p:ext uri="{BB962C8B-B14F-4D97-AF65-F5344CB8AC3E}">
        <p14:creationId xmlns:p14="http://schemas.microsoft.com/office/powerpoint/2010/main" val="3337499012"/>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ection Opener: Speaker names">
    <p:bg>
      <p:bgPr>
        <a:solidFill>
          <a:srgbClr val="012A2D"/>
        </a:solidFill>
        <a:effectLst/>
      </p:bgPr>
    </p:bg>
    <p:spTree>
      <p:nvGrpSpPr>
        <p:cNvPr id="1" name=""/>
        <p:cNvGrpSpPr/>
        <p:nvPr/>
      </p:nvGrpSpPr>
      <p:grpSpPr>
        <a:xfrm>
          <a:off x="0" y="0"/>
          <a:ext cx="0" cy="0"/>
          <a:chOff x="0" y="0"/>
          <a:chExt cx="0" cy="0"/>
        </a:xfrm>
      </p:grpSpPr>
      <p:sp>
        <p:nvSpPr>
          <p:cNvPr id="15" name="Divider Number Placeholder 1">
            <a:extLst>
              <a:ext uri="{FF2B5EF4-FFF2-40B4-BE49-F238E27FC236}">
                <a16:creationId xmlns:a16="http://schemas.microsoft.com/office/drawing/2014/main" id="{6A45599E-0173-F544-424F-F2226C087CCA}"/>
              </a:ext>
            </a:extLst>
          </p:cNvPr>
          <p:cNvSpPr>
            <a:spLocks noGrp="1"/>
          </p:cNvSpPr>
          <p:nvPr>
            <p:ph type="body" sz="quarter" idx="10" hasCustomPrompt="1"/>
          </p:nvPr>
        </p:nvSpPr>
        <p:spPr>
          <a:xfrm>
            <a:off x="504824" y="981076"/>
            <a:ext cx="1956816" cy="1764792"/>
          </a:xfrm>
        </p:spPr>
        <p:txBody>
          <a:bodyPr anchor="ctr" anchorCtr="0"/>
          <a:lstStyle>
            <a:lvl1pPr marL="0" indent="0" algn="l">
              <a:lnSpc>
                <a:spcPct val="80000"/>
              </a:lnSpc>
              <a:spcBef>
                <a:spcPts val="0"/>
              </a:spcBef>
              <a:spcAft>
                <a:spcPts val="0"/>
              </a:spcAft>
              <a:buFont typeface="Arial" panose="020B0604020202020204" pitchFamily="34" charset="0"/>
              <a:buNone/>
              <a:defRPr sz="14000">
                <a:solidFill>
                  <a:schemeClr val="tx1">
                    <a:alpha val="80000"/>
                  </a:schemeClr>
                </a:solidFill>
                <a:latin typeface="Calibre Light" panose="020B0303030202060203" pitchFamily="34" charset="0"/>
              </a:defRPr>
            </a:lvl1pPr>
            <a:lvl2pPr marL="0" indent="0" algn="r">
              <a:lnSpc>
                <a:spcPct val="80000"/>
              </a:lnSpc>
              <a:spcBef>
                <a:spcPts val="0"/>
              </a:spcBef>
              <a:spcAft>
                <a:spcPts val="0"/>
              </a:spcAft>
              <a:buFont typeface="Arial" panose="020B0604020202020204" pitchFamily="34" charset="0"/>
              <a:buNone/>
              <a:defRPr sz="14000">
                <a:solidFill>
                  <a:schemeClr val="tx1">
                    <a:alpha val="80000"/>
                  </a:schemeClr>
                </a:solidFill>
                <a:latin typeface="Calibre Light" panose="020B0303030202060203" pitchFamily="34" charset="0"/>
              </a:defRPr>
            </a:lvl2pPr>
            <a:lvl3pPr marL="0" indent="0" algn="r">
              <a:lnSpc>
                <a:spcPct val="80000"/>
              </a:lnSpc>
              <a:spcBef>
                <a:spcPts val="0"/>
              </a:spcBef>
              <a:spcAft>
                <a:spcPts val="0"/>
              </a:spcAft>
              <a:buFont typeface="Arial" panose="020B0604020202020204" pitchFamily="34" charset="0"/>
              <a:buNone/>
              <a:defRPr sz="14000">
                <a:solidFill>
                  <a:schemeClr val="tx1">
                    <a:alpha val="80000"/>
                  </a:schemeClr>
                </a:solidFill>
                <a:latin typeface="Calibre Light" panose="020B0303030202060203" pitchFamily="34" charset="0"/>
              </a:defRPr>
            </a:lvl3pPr>
            <a:lvl4pPr marL="0" indent="0" algn="r">
              <a:lnSpc>
                <a:spcPct val="80000"/>
              </a:lnSpc>
              <a:spcBef>
                <a:spcPts val="0"/>
              </a:spcBef>
              <a:spcAft>
                <a:spcPts val="0"/>
              </a:spcAft>
              <a:buNone/>
              <a:defRPr sz="14000">
                <a:solidFill>
                  <a:schemeClr val="tx1">
                    <a:alpha val="80000"/>
                  </a:schemeClr>
                </a:solidFill>
                <a:latin typeface="Calibre Light" panose="020B0303030202060203" pitchFamily="34" charset="0"/>
              </a:defRPr>
            </a:lvl4pPr>
            <a:lvl5pPr marL="0" indent="0" algn="r">
              <a:lnSpc>
                <a:spcPct val="80000"/>
              </a:lnSpc>
              <a:spcBef>
                <a:spcPts val="0"/>
              </a:spcBef>
              <a:spcAft>
                <a:spcPts val="0"/>
              </a:spcAft>
              <a:buNone/>
              <a:defRPr sz="14000">
                <a:solidFill>
                  <a:schemeClr val="tx1">
                    <a:alpha val="80000"/>
                  </a:schemeClr>
                </a:solidFill>
                <a:latin typeface="Calibre Light" panose="020B0303030202060203" pitchFamily="34" charset="0"/>
              </a:defRPr>
            </a:lvl5pPr>
            <a:lvl6pPr marL="0" indent="0" algn="r">
              <a:lnSpc>
                <a:spcPct val="80000"/>
              </a:lnSpc>
              <a:spcBef>
                <a:spcPts val="0"/>
              </a:spcBef>
              <a:spcAft>
                <a:spcPts val="0"/>
              </a:spcAft>
              <a:buFont typeface="Arial" panose="020B0604020202020204" pitchFamily="34" charset="0"/>
              <a:buNone/>
              <a:defRPr sz="14000">
                <a:solidFill>
                  <a:schemeClr val="tx1">
                    <a:alpha val="80000"/>
                  </a:schemeClr>
                </a:solidFill>
                <a:latin typeface="Calibre Light" panose="020B0303030202060203" pitchFamily="34" charset="0"/>
              </a:defRPr>
            </a:lvl6pPr>
            <a:lvl7pPr marL="0" indent="0" algn="r">
              <a:lnSpc>
                <a:spcPct val="80000"/>
              </a:lnSpc>
              <a:spcBef>
                <a:spcPts val="0"/>
              </a:spcBef>
              <a:spcAft>
                <a:spcPts val="0"/>
              </a:spcAft>
              <a:buFont typeface="Arial" panose="020B0604020202020204" pitchFamily="34" charset="0"/>
              <a:buNone/>
              <a:defRPr sz="14000">
                <a:solidFill>
                  <a:schemeClr val="tx1">
                    <a:alpha val="80000"/>
                  </a:schemeClr>
                </a:solidFill>
                <a:latin typeface="Calibre Light" panose="020B0303030202060203" pitchFamily="34" charset="0"/>
              </a:defRPr>
            </a:lvl7pPr>
            <a:lvl8pPr marL="0" indent="0" algn="r">
              <a:lnSpc>
                <a:spcPct val="80000"/>
              </a:lnSpc>
              <a:spcBef>
                <a:spcPts val="0"/>
              </a:spcBef>
              <a:spcAft>
                <a:spcPts val="0"/>
              </a:spcAft>
              <a:buFont typeface="Arial" panose="020B0604020202020204" pitchFamily="34" charset="0"/>
              <a:buNone/>
              <a:defRPr sz="14000">
                <a:solidFill>
                  <a:schemeClr val="tx1">
                    <a:alpha val="80000"/>
                  </a:schemeClr>
                </a:solidFill>
                <a:latin typeface="Calibre Light" panose="020B0303030202060203" pitchFamily="34" charset="0"/>
              </a:defRPr>
            </a:lvl8pPr>
            <a:lvl9pPr marL="0" indent="0" algn="r">
              <a:lnSpc>
                <a:spcPct val="80000"/>
              </a:lnSpc>
              <a:spcBef>
                <a:spcPts val="0"/>
              </a:spcBef>
              <a:spcAft>
                <a:spcPts val="0"/>
              </a:spcAft>
              <a:buNone/>
              <a:defRPr sz="14000">
                <a:solidFill>
                  <a:schemeClr val="tx1">
                    <a:alpha val="80000"/>
                  </a:schemeClr>
                </a:solidFill>
                <a:latin typeface="Calibre Light" panose="020B0303030202060203" pitchFamily="34" charset="0"/>
              </a:defRPr>
            </a:lvl9pPr>
          </a:lstStyle>
          <a:p>
            <a:pPr lvl="0"/>
            <a:r>
              <a:rPr lang="en-GB" dirty="0"/>
              <a:t>1</a:t>
            </a:r>
          </a:p>
        </p:txBody>
      </p:sp>
      <p:sp>
        <p:nvSpPr>
          <p:cNvPr id="2" name="Title Placeholder">
            <a:extLst>
              <a:ext uri="{FF2B5EF4-FFF2-40B4-BE49-F238E27FC236}">
                <a16:creationId xmlns:a16="http://schemas.microsoft.com/office/drawing/2014/main" id="{35D1EE59-801E-D086-C518-A822BF1A11F2}"/>
              </a:ext>
            </a:extLst>
          </p:cNvPr>
          <p:cNvSpPr>
            <a:spLocks noGrp="1"/>
          </p:cNvSpPr>
          <p:nvPr>
            <p:ph type="title" hasCustomPrompt="1"/>
          </p:nvPr>
        </p:nvSpPr>
        <p:spPr>
          <a:xfrm>
            <a:off x="504825" y="2852737"/>
            <a:ext cx="3502152" cy="3026664"/>
          </a:xfrm>
        </p:spPr>
        <p:txBody>
          <a:bodyPr/>
          <a:lstStyle>
            <a:lvl1pPr>
              <a:lnSpc>
                <a:spcPct val="80000"/>
              </a:lnSpc>
              <a:defRPr sz="4400"/>
            </a:lvl1pPr>
          </a:lstStyle>
          <a:p>
            <a:r>
              <a:rPr lang="en-GB" dirty="0"/>
              <a:t>Section opener – use 44pt, 36 pt, or 28pt</a:t>
            </a:r>
          </a:p>
        </p:txBody>
      </p:sp>
      <p:sp>
        <p:nvSpPr>
          <p:cNvPr id="4" name="Speaker Placeholder 1">
            <a:extLst>
              <a:ext uri="{FF2B5EF4-FFF2-40B4-BE49-F238E27FC236}">
                <a16:creationId xmlns:a16="http://schemas.microsoft.com/office/drawing/2014/main" id="{DDCC1E17-2F9A-C2E6-76B9-4DD9672BA63B}"/>
              </a:ext>
            </a:extLst>
          </p:cNvPr>
          <p:cNvSpPr>
            <a:spLocks noGrp="1"/>
          </p:cNvSpPr>
          <p:nvPr>
            <p:ph sz="quarter" idx="16"/>
          </p:nvPr>
        </p:nvSpPr>
        <p:spPr>
          <a:xfrm>
            <a:off x="7164388" y="3465513"/>
            <a:ext cx="1956816" cy="649224"/>
          </a:xfrm>
        </p:spPr>
        <p:txBody>
          <a:bodyPr/>
          <a:lstStyle>
            <a:lvl1pPr>
              <a:spcBef>
                <a:spcPts val="1200"/>
              </a:spcBef>
              <a:spcAft>
                <a:spcPts val="0"/>
              </a:spcAft>
              <a:defRPr sz="1600">
                <a:solidFill>
                  <a:schemeClr val="tx1"/>
                </a:solidFill>
                <a:latin typeface="+mj-lt"/>
              </a:defRPr>
            </a:lvl1pPr>
            <a:lvl2pPr>
              <a:spcBef>
                <a:spcPts val="0"/>
              </a:spcBef>
              <a:spcAft>
                <a:spcPts val="0"/>
              </a:spcAft>
              <a:defRPr sz="1500">
                <a:latin typeface="Calibre Light" panose="020B0303030202060203" pitchFamily="34" charset="0"/>
              </a:defRPr>
            </a:lvl2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7" name="Speaker Placeholder 2">
            <a:extLst>
              <a:ext uri="{FF2B5EF4-FFF2-40B4-BE49-F238E27FC236}">
                <a16:creationId xmlns:a16="http://schemas.microsoft.com/office/drawing/2014/main" id="{7016A4CC-F9E0-4154-AA81-9B5A66D28817}"/>
              </a:ext>
            </a:extLst>
          </p:cNvPr>
          <p:cNvSpPr>
            <a:spLocks noGrp="1"/>
          </p:cNvSpPr>
          <p:nvPr>
            <p:ph sz="quarter" idx="17"/>
          </p:nvPr>
        </p:nvSpPr>
        <p:spPr>
          <a:xfrm>
            <a:off x="9726614" y="3465513"/>
            <a:ext cx="1956816" cy="649224"/>
          </a:xfrm>
        </p:spPr>
        <p:txBody>
          <a:bodyPr/>
          <a:lstStyle>
            <a:lvl1pPr>
              <a:spcBef>
                <a:spcPts val="1200"/>
              </a:spcBef>
              <a:spcAft>
                <a:spcPts val="0"/>
              </a:spcAft>
              <a:defRPr sz="1600">
                <a:solidFill>
                  <a:schemeClr val="tx1"/>
                </a:solidFill>
                <a:latin typeface="+mj-lt"/>
              </a:defRPr>
            </a:lvl1pPr>
            <a:lvl2pPr>
              <a:spcBef>
                <a:spcPts val="0"/>
              </a:spcBef>
              <a:spcAft>
                <a:spcPts val="0"/>
              </a:spcAft>
              <a:defRPr sz="1500">
                <a:latin typeface="Calibre Light" panose="020B0303030202060203" pitchFamily="34" charset="0"/>
              </a:defRPr>
            </a:lvl2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20" name="Speaker Placeholder 3">
            <a:extLst>
              <a:ext uri="{FF2B5EF4-FFF2-40B4-BE49-F238E27FC236}">
                <a16:creationId xmlns:a16="http://schemas.microsoft.com/office/drawing/2014/main" id="{6A3A230F-4CB6-E5D2-A44F-51E62F898725}"/>
              </a:ext>
            </a:extLst>
          </p:cNvPr>
          <p:cNvSpPr>
            <a:spLocks noGrp="1"/>
          </p:cNvSpPr>
          <p:nvPr>
            <p:ph sz="quarter" idx="18"/>
          </p:nvPr>
        </p:nvSpPr>
        <p:spPr>
          <a:xfrm>
            <a:off x="7164388" y="4616450"/>
            <a:ext cx="1956816" cy="649224"/>
          </a:xfrm>
        </p:spPr>
        <p:txBody>
          <a:bodyPr/>
          <a:lstStyle>
            <a:lvl1pPr>
              <a:spcBef>
                <a:spcPts val="1200"/>
              </a:spcBef>
              <a:spcAft>
                <a:spcPts val="0"/>
              </a:spcAft>
              <a:defRPr sz="1600">
                <a:solidFill>
                  <a:schemeClr val="tx1"/>
                </a:solidFill>
                <a:latin typeface="+mj-lt"/>
              </a:defRPr>
            </a:lvl1pPr>
            <a:lvl2pPr>
              <a:spcBef>
                <a:spcPts val="0"/>
              </a:spcBef>
              <a:spcAft>
                <a:spcPts val="0"/>
              </a:spcAft>
              <a:defRPr sz="1500">
                <a:latin typeface="Calibre Light" panose="020B0303030202060203" pitchFamily="34" charset="0"/>
              </a:defRPr>
            </a:lvl2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24" name="Speaker Placeholder 4">
            <a:extLst>
              <a:ext uri="{FF2B5EF4-FFF2-40B4-BE49-F238E27FC236}">
                <a16:creationId xmlns:a16="http://schemas.microsoft.com/office/drawing/2014/main" id="{8BCA6737-CB47-E9F5-C978-F1EA327DE61C}"/>
              </a:ext>
            </a:extLst>
          </p:cNvPr>
          <p:cNvSpPr>
            <a:spLocks noGrp="1"/>
          </p:cNvSpPr>
          <p:nvPr>
            <p:ph sz="quarter" idx="19"/>
          </p:nvPr>
        </p:nvSpPr>
        <p:spPr>
          <a:xfrm>
            <a:off x="9726614" y="4616450"/>
            <a:ext cx="1956816" cy="649224"/>
          </a:xfrm>
        </p:spPr>
        <p:txBody>
          <a:bodyPr/>
          <a:lstStyle>
            <a:lvl1pPr>
              <a:spcBef>
                <a:spcPts val="1200"/>
              </a:spcBef>
              <a:spcAft>
                <a:spcPts val="0"/>
              </a:spcAft>
              <a:defRPr sz="1600">
                <a:solidFill>
                  <a:schemeClr val="tx1"/>
                </a:solidFill>
                <a:latin typeface="+mj-lt"/>
              </a:defRPr>
            </a:lvl1pPr>
            <a:lvl2pPr>
              <a:spcBef>
                <a:spcPts val="0"/>
              </a:spcBef>
              <a:spcAft>
                <a:spcPts val="0"/>
              </a:spcAft>
              <a:defRPr sz="1500">
                <a:latin typeface="Calibre Light" panose="020B0303030202060203" pitchFamily="34" charset="0"/>
              </a:defRPr>
            </a:lvl2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cxnSp>
        <p:nvCxnSpPr>
          <p:cNvPr id="6" name="LoS - Fixed">
            <a:extLst>
              <a:ext uri="{FF2B5EF4-FFF2-40B4-BE49-F238E27FC236}">
                <a16:creationId xmlns:a16="http://schemas.microsoft.com/office/drawing/2014/main" id="{94401DA0-B6BB-C2D4-3106-410B0CA38558}"/>
              </a:ext>
              <a:ext uri="{C183D7F6-B498-43B3-948B-1728B52AA6E4}">
                <adec:decorative xmlns:adec="http://schemas.microsoft.com/office/drawing/2017/decorative" val="1"/>
              </a:ext>
            </a:extLst>
          </p:cNvPr>
          <p:cNvCxnSpPr>
            <a:cxnSpLocks/>
          </p:cNvCxnSpPr>
          <p:nvPr userDrawn="1"/>
        </p:nvCxnSpPr>
        <p:spPr>
          <a:xfrm>
            <a:off x="4602163" y="3050382"/>
            <a:ext cx="7085012" cy="0"/>
          </a:xfrm>
          <a:prstGeom prst="line">
            <a:avLst/>
          </a:prstGeom>
          <a:ln w="63500">
            <a:solidFill>
              <a:srgbClr val="17E88F"/>
            </a:solidFill>
          </a:ln>
        </p:spPr>
        <p:style>
          <a:lnRef idx="1">
            <a:schemeClr val="accent1"/>
          </a:lnRef>
          <a:fillRef idx="0">
            <a:schemeClr val="accent1"/>
          </a:fillRef>
          <a:effectRef idx="0">
            <a:schemeClr val="accent1"/>
          </a:effectRef>
          <a:fontRef idx="minor">
            <a:schemeClr val="tx1"/>
          </a:fontRef>
        </p:style>
      </p:cxnSp>
      <p:grpSp>
        <p:nvGrpSpPr>
          <p:cNvPr id="7" name="Title Guidance">
            <a:extLst>
              <a:ext uri="{FF2B5EF4-FFF2-40B4-BE49-F238E27FC236}">
                <a16:creationId xmlns:a16="http://schemas.microsoft.com/office/drawing/2014/main" id="{DDB73672-8650-66C8-24E8-DAC67607774F}"/>
              </a:ext>
              <a:ext uri="{C183D7F6-B498-43B3-948B-1728B52AA6E4}">
                <adec:decorative xmlns:adec="http://schemas.microsoft.com/office/drawing/2017/decorative" val="1"/>
              </a:ext>
            </a:extLst>
          </p:cNvPr>
          <p:cNvGrpSpPr>
            <a:grpSpLocks noGrp="1" noUngrp="1" noRot="1" noMove="1" noResize="1"/>
          </p:cNvGrpSpPr>
          <p:nvPr userDrawn="1"/>
        </p:nvGrpSpPr>
        <p:grpSpPr>
          <a:xfrm>
            <a:off x="-2317919" y="441325"/>
            <a:ext cx="1960563" cy="707886"/>
            <a:chOff x="-2322513" y="195104"/>
            <a:chExt cx="1960563" cy="707886"/>
          </a:xfrm>
        </p:grpSpPr>
        <p:sp>
          <p:nvSpPr>
            <p:cNvPr id="8" name="Guidance">
              <a:extLst>
                <a:ext uri="{FF2B5EF4-FFF2-40B4-BE49-F238E27FC236}">
                  <a16:creationId xmlns:a16="http://schemas.microsoft.com/office/drawing/2014/main" id="{05E236C4-E25A-7841-C1B5-B4621923FB8D}"/>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461665"/>
            </a:xfrm>
            <a:prstGeom prst="rect">
              <a:avLst/>
            </a:prstGeom>
            <a:solidFill>
              <a:srgbClr val="C0D4CB"/>
            </a:solidFill>
          </p:spPr>
          <p:txBody>
            <a:bodyPr wrap="square" lIns="72000" rIns="72000" rtlCol="0">
              <a:noAutofit/>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ea typeface="+mn-ea"/>
                  <a:cs typeface="+mn-cs"/>
                </a:rPr>
                <a:t>The divider title of the presentation should be large and impactful. Adjust font sizes smaller as needed but do not go smaller than 28pt.</a:t>
              </a:r>
            </a:p>
          </p:txBody>
        </p:sp>
        <p:sp>
          <p:nvSpPr>
            <p:cNvPr id="9" name="Guidance">
              <a:extLst>
                <a:ext uri="{FF2B5EF4-FFF2-40B4-BE49-F238E27FC236}">
                  <a16:creationId xmlns:a16="http://schemas.microsoft.com/office/drawing/2014/main" id="{5835D911-6554-DB4D-304D-82947749A6AC}"/>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lvl="5"/>
              <a:r>
                <a:rPr lang="en-GB" sz="1000" dirty="0">
                  <a:solidFill>
                    <a:srgbClr val="FFFFFF"/>
                  </a:solidFill>
                </a:rPr>
                <a:t>Opening/Divider slide title text</a:t>
              </a:r>
            </a:p>
          </p:txBody>
        </p:sp>
      </p:grpSp>
      <p:grpSp>
        <p:nvGrpSpPr>
          <p:cNvPr id="13" name="Speakers Guidance">
            <a:extLst>
              <a:ext uri="{FF2B5EF4-FFF2-40B4-BE49-F238E27FC236}">
                <a16:creationId xmlns:a16="http://schemas.microsoft.com/office/drawing/2014/main" id="{85A77E64-D9A7-82A4-9509-59CB4D1AA940}"/>
              </a:ext>
              <a:ext uri="{C183D7F6-B498-43B3-948B-1728B52AA6E4}">
                <adec:decorative xmlns:adec="http://schemas.microsoft.com/office/drawing/2017/decorative" val="1"/>
              </a:ext>
            </a:extLst>
          </p:cNvPr>
          <p:cNvGrpSpPr>
            <a:grpSpLocks noGrp="1" noUngrp="1" noRot="1" noMove="1" noResize="1"/>
          </p:cNvGrpSpPr>
          <p:nvPr userDrawn="1"/>
        </p:nvGrpSpPr>
        <p:grpSpPr>
          <a:xfrm>
            <a:off x="12553949" y="4003675"/>
            <a:ext cx="1969750" cy="2238933"/>
            <a:chOff x="-2322513" y="1395432"/>
            <a:chExt cx="1969750" cy="2238933"/>
          </a:xfrm>
        </p:grpSpPr>
        <p:grpSp>
          <p:nvGrpSpPr>
            <p:cNvPr id="30" name="Group 29">
              <a:extLst>
                <a:ext uri="{FF2B5EF4-FFF2-40B4-BE49-F238E27FC236}">
                  <a16:creationId xmlns:a16="http://schemas.microsoft.com/office/drawing/2014/main" id="{60D1F468-7DDB-9854-FE17-1B77A6C09175}"/>
                </a:ext>
              </a:extLst>
            </p:cNvPr>
            <p:cNvGrpSpPr>
              <a:grpSpLocks noGrp="1" noUngrp="1" noRot="1" noMove="1" noResize="1"/>
            </p:cNvGrpSpPr>
            <p:nvPr userDrawn="1"/>
          </p:nvGrpSpPr>
          <p:grpSpPr>
            <a:xfrm>
              <a:off x="-2322513" y="3074004"/>
              <a:ext cx="1969750" cy="560361"/>
              <a:chOff x="3911096" y="2800206"/>
              <a:chExt cx="4420607" cy="1257587"/>
            </a:xfrm>
          </p:grpSpPr>
          <p:pic>
            <p:nvPicPr>
              <p:cNvPr id="31" name="Picture 30">
                <a:extLst>
                  <a:ext uri="{FF2B5EF4-FFF2-40B4-BE49-F238E27FC236}">
                    <a16:creationId xmlns:a16="http://schemas.microsoft.com/office/drawing/2014/main" id="{CF8A7068-461A-3BA7-89B6-25679B219F97}"/>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3911096" y="2800206"/>
                <a:ext cx="4420607" cy="1257587"/>
              </a:xfrm>
              <a:prstGeom prst="rect">
                <a:avLst/>
              </a:prstGeom>
            </p:spPr>
          </p:pic>
          <p:sp>
            <p:nvSpPr>
              <p:cNvPr id="32" name="Rectangle 31">
                <a:extLst>
                  <a:ext uri="{FF2B5EF4-FFF2-40B4-BE49-F238E27FC236}">
                    <a16:creationId xmlns:a16="http://schemas.microsoft.com/office/drawing/2014/main" id="{FCA789B4-60F1-1D0C-0E20-378BCA6BF21F}"/>
                  </a:ext>
                </a:extLst>
              </p:cNvPr>
              <p:cNvSpPr>
                <a:spLocks noGrp="1" noRot="1" noMove="1" noResize="1" noEditPoints="1" noAdjustHandles="1" noChangeArrowheads="1" noChangeShapeType="1"/>
              </p:cNvSpPr>
              <p:nvPr/>
            </p:nvSpPr>
            <p:spPr>
              <a:xfrm>
                <a:off x="5074444" y="2959894"/>
                <a:ext cx="669131" cy="285750"/>
              </a:xfrm>
              <a:prstGeom prst="rect">
                <a:avLst/>
              </a:prstGeom>
              <a:noFill/>
              <a:ln w="6350" cap="flat" cmpd="sng" algn="ctr">
                <a:solidFill>
                  <a:srgbClr val="FF0000"/>
                </a:solidFill>
                <a:prstDash val="solid"/>
                <a:miter lim="800000"/>
              </a:ln>
              <a:effectLst/>
            </p:spPr>
            <p:txBody>
              <a:bodyPr rtlCol="0" anchor="ctr">
                <a:noAutofit/>
              </a:bodyPr>
              <a:lstStyle/>
              <a:p>
                <a:pPr marL="0" marR="0" lvl="0" indent="0" algn="ctr"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1200" b="0" i="0" u="none" strike="noStrike" kern="1200" cap="none" spc="0" normalizeH="0" baseline="0" noProof="0" dirty="0">
                  <a:ln>
                    <a:noFill/>
                  </a:ln>
                  <a:solidFill>
                    <a:srgbClr val="FFFFFF"/>
                  </a:solidFill>
                  <a:effectLst/>
                  <a:uLnTx/>
                  <a:uFillTx/>
                  <a:latin typeface="Calibre"/>
                  <a:ea typeface="+mn-ea"/>
                  <a:cs typeface="+mn-cs"/>
                </a:endParaRPr>
              </a:p>
            </p:txBody>
          </p:sp>
        </p:grpSp>
        <p:grpSp>
          <p:nvGrpSpPr>
            <p:cNvPr id="10" name="Title Guidance">
              <a:extLst>
                <a:ext uri="{FF2B5EF4-FFF2-40B4-BE49-F238E27FC236}">
                  <a16:creationId xmlns:a16="http://schemas.microsoft.com/office/drawing/2014/main" id="{9DD7116A-4B85-0125-5669-64F502D3C340}"/>
                </a:ext>
                <a:ext uri="{C183D7F6-B498-43B3-948B-1728B52AA6E4}">
                  <adec:decorative xmlns:adec="http://schemas.microsoft.com/office/drawing/2017/decorative" val="1"/>
                </a:ext>
              </a:extLst>
            </p:cNvPr>
            <p:cNvGrpSpPr>
              <a:grpSpLocks noGrp="1" noUngrp="1" noRot="1" noMove="1" noResize="1"/>
            </p:cNvGrpSpPr>
            <p:nvPr userDrawn="1"/>
          </p:nvGrpSpPr>
          <p:grpSpPr>
            <a:xfrm>
              <a:off x="-2317919" y="1395432"/>
              <a:ext cx="1960563" cy="1677382"/>
              <a:chOff x="-2322513" y="195104"/>
              <a:chExt cx="1960563" cy="1677382"/>
            </a:xfrm>
          </p:grpSpPr>
          <p:sp>
            <p:nvSpPr>
              <p:cNvPr id="11" name="Guidance">
                <a:extLst>
                  <a:ext uri="{FF2B5EF4-FFF2-40B4-BE49-F238E27FC236}">
                    <a16:creationId xmlns:a16="http://schemas.microsoft.com/office/drawing/2014/main" id="{B85C5E67-0192-D075-F3F5-0C11F033D4BE}"/>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1431161"/>
              </a:xfrm>
              <a:prstGeom prst="rect">
                <a:avLst/>
              </a:prstGeom>
              <a:solidFill>
                <a:srgbClr val="C0D4CB"/>
              </a:solidFill>
            </p:spPr>
            <p:txBody>
              <a:bodyPr wrap="square" lIns="72000" rIns="72000" rtlCol="0">
                <a:noAutofit/>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ea typeface="+mn-ea"/>
                    <a:cs typeface="+mn-cs"/>
                  </a:rPr>
                  <a:t>Speaker information frames have nine pre-formatted styles are defined for you to use. The top 2 levels have been defined for Name and title respectively.</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ea typeface="+mn-ea"/>
                    <a:cs typeface="+mn-cs"/>
                  </a:rPr>
                  <a:t>To access the styles, use the keyboard shortcuts to Increase/Decrease List Levels to move through the nine available styles.</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ea typeface="+mn-ea"/>
                    <a:cs typeface="+mn-cs"/>
                  </a:rPr>
                  <a:t>‘ALT+SHIFT+RIGHT ARROW’ to next level</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ea typeface="+mn-ea"/>
                    <a:cs typeface="+mn-cs"/>
                  </a:rPr>
                  <a:t>‘ALT+SHIFT+LEFT ARROW’ to previous level</a:t>
                </a:r>
              </a:p>
            </p:txBody>
          </p:sp>
          <p:sp>
            <p:nvSpPr>
              <p:cNvPr id="12" name="Guidance">
                <a:extLst>
                  <a:ext uri="{FF2B5EF4-FFF2-40B4-BE49-F238E27FC236}">
                    <a16:creationId xmlns:a16="http://schemas.microsoft.com/office/drawing/2014/main" id="{37A6A756-1B1E-045A-2E69-68218E7D5348}"/>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lvl="5"/>
                <a:r>
                  <a:rPr lang="en-GB" sz="1000" dirty="0">
                    <a:solidFill>
                      <a:srgbClr val="FFFFFF"/>
                    </a:solidFill>
                  </a:rPr>
                  <a:t>Speakers info</a:t>
                </a:r>
              </a:p>
            </p:txBody>
          </p:sp>
        </p:grpSp>
      </p:grpSp>
      <p:grpSp>
        <p:nvGrpSpPr>
          <p:cNvPr id="14" name="Speaker Limit Guidance">
            <a:extLst>
              <a:ext uri="{FF2B5EF4-FFF2-40B4-BE49-F238E27FC236}">
                <a16:creationId xmlns:a16="http://schemas.microsoft.com/office/drawing/2014/main" id="{B7E40C97-FF3E-B486-7002-2466296518EB}"/>
              </a:ext>
              <a:ext uri="{C183D7F6-B498-43B3-948B-1728B52AA6E4}">
                <adec:decorative xmlns:adec="http://schemas.microsoft.com/office/drawing/2017/decorative" val="1"/>
              </a:ext>
            </a:extLst>
          </p:cNvPr>
          <p:cNvGrpSpPr>
            <a:grpSpLocks noGrp="1" noUngrp="1" noRot="1" noMove="1" noResize="1"/>
          </p:cNvGrpSpPr>
          <p:nvPr userDrawn="1"/>
        </p:nvGrpSpPr>
        <p:grpSpPr>
          <a:xfrm>
            <a:off x="12553949" y="2852738"/>
            <a:ext cx="1960563" cy="907941"/>
            <a:chOff x="-2322513" y="195104"/>
            <a:chExt cx="1960563" cy="907941"/>
          </a:xfrm>
        </p:grpSpPr>
        <p:sp>
          <p:nvSpPr>
            <p:cNvPr id="16" name="Guidance">
              <a:extLst>
                <a:ext uri="{FF2B5EF4-FFF2-40B4-BE49-F238E27FC236}">
                  <a16:creationId xmlns:a16="http://schemas.microsoft.com/office/drawing/2014/main" id="{E0F4AFAC-A3C6-C479-D1AB-C47D2057B8B3}"/>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661720"/>
            </a:xfrm>
            <a:prstGeom prst="rect">
              <a:avLst/>
            </a:prstGeom>
            <a:solidFill>
              <a:srgbClr val="C0D4CB"/>
            </a:solidFill>
          </p:spPr>
          <p:txBody>
            <a:bodyPr wrap="square" lIns="72000" rIns="72000" rtlCol="0">
              <a:noAutofit/>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ea typeface="+mn-ea"/>
                  <a:cs typeface="+mn-cs"/>
                </a:rPr>
                <a:t>Fill in speakers in this order: top left, top right, bottom left, bottom right.</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ea typeface="+mn-ea"/>
                  <a:cs typeface="+mn-cs"/>
                </a:rPr>
                <a:t>If you have more than 4, use a slide separate from the divider to list participants.</a:t>
              </a:r>
            </a:p>
          </p:txBody>
        </p:sp>
        <p:sp>
          <p:nvSpPr>
            <p:cNvPr id="18" name="Guidance">
              <a:extLst>
                <a:ext uri="{FF2B5EF4-FFF2-40B4-BE49-F238E27FC236}">
                  <a16:creationId xmlns:a16="http://schemas.microsoft.com/office/drawing/2014/main" id="{62E5F036-EBE9-A8E1-A051-F6586F9A4F7E}"/>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Add up to 4 speakers</a:t>
              </a:r>
            </a:p>
          </p:txBody>
        </p:sp>
      </p:grpSp>
    </p:spTree>
    <p:extLst>
      <p:ext uri="{BB962C8B-B14F-4D97-AF65-F5344CB8AC3E}">
        <p14:creationId xmlns:p14="http://schemas.microsoft.com/office/powerpoint/2010/main" val="4275415152"/>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Opener: Speakers + images">
    <p:bg>
      <p:bgPr>
        <a:solidFill>
          <a:srgbClr val="012A2D"/>
        </a:solidFill>
        <a:effectLst/>
      </p:bgPr>
    </p:bg>
    <p:spTree>
      <p:nvGrpSpPr>
        <p:cNvPr id="1" name=""/>
        <p:cNvGrpSpPr/>
        <p:nvPr/>
      </p:nvGrpSpPr>
      <p:grpSpPr>
        <a:xfrm>
          <a:off x="0" y="0"/>
          <a:ext cx="0" cy="0"/>
          <a:chOff x="0" y="0"/>
          <a:chExt cx="0" cy="0"/>
        </a:xfrm>
      </p:grpSpPr>
      <p:sp>
        <p:nvSpPr>
          <p:cNvPr id="15" name="Divider Number Placeholder 1">
            <a:extLst>
              <a:ext uri="{FF2B5EF4-FFF2-40B4-BE49-F238E27FC236}">
                <a16:creationId xmlns:a16="http://schemas.microsoft.com/office/drawing/2014/main" id="{6A45599E-0173-F544-424F-F2226C087CCA}"/>
              </a:ext>
            </a:extLst>
          </p:cNvPr>
          <p:cNvSpPr>
            <a:spLocks noGrp="1"/>
          </p:cNvSpPr>
          <p:nvPr>
            <p:ph type="body" sz="quarter" idx="10" hasCustomPrompt="1"/>
          </p:nvPr>
        </p:nvSpPr>
        <p:spPr>
          <a:xfrm>
            <a:off x="504824" y="981076"/>
            <a:ext cx="1956816" cy="1764792"/>
          </a:xfrm>
        </p:spPr>
        <p:txBody>
          <a:bodyPr anchor="ctr" anchorCtr="0"/>
          <a:lstStyle>
            <a:lvl1pPr marL="0" indent="0" algn="l">
              <a:lnSpc>
                <a:spcPct val="80000"/>
              </a:lnSpc>
              <a:spcBef>
                <a:spcPts val="0"/>
              </a:spcBef>
              <a:spcAft>
                <a:spcPts val="0"/>
              </a:spcAft>
              <a:buFont typeface="Arial" panose="020B0604020202020204" pitchFamily="34" charset="0"/>
              <a:buNone/>
              <a:defRPr sz="14000">
                <a:solidFill>
                  <a:schemeClr val="tx1">
                    <a:alpha val="80000"/>
                  </a:schemeClr>
                </a:solidFill>
                <a:latin typeface="Calibre Light" panose="020B0303030202060203" pitchFamily="34" charset="0"/>
              </a:defRPr>
            </a:lvl1pPr>
            <a:lvl2pPr marL="0" indent="0" algn="r">
              <a:lnSpc>
                <a:spcPct val="80000"/>
              </a:lnSpc>
              <a:spcBef>
                <a:spcPts val="0"/>
              </a:spcBef>
              <a:spcAft>
                <a:spcPts val="0"/>
              </a:spcAft>
              <a:buFont typeface="Arial" panose="020B0604020202020204" pitchFamily="34" charset="0"/>
              <a:buNone/>
              <a:defRPr sz="14000">
                <a:solidFill>
                  <a:schemeClr val="tx1">
                    <a:alpha val="80000"/>
                  </a:schemeClr>
                </a:solidFill>
                <a:latin typeface="Calibre Light" panose="020B0303030202060203" pitchFamily="34" charset="0"/>
              </a:defRPr>
            </a:lvl2pPr>
            <a:lvl3pPr marL="0" indent="0" algn="r">
              <a:lnSpc>
                <a:spcPct val="80000"/>
              </a:lnSpc>
              <a:spcBef>
                <a:spcPts val="0"/>
              </a:spcBef>
              <a:spcAft>
                <a:spcPts val="0"/>
              </a:spcAft>
              <a:buFont typeface="Arial" panose="020B0604020202020204" pitchFamily="34" charset="0"/>
              <a:buNone/>
              <a:defRPr sz="14000">
                <a:solidFill>
                  <a:schemeClr val="tx1">
                    <a:alpha val="80000"/>
                  </a:schemeClr>
                </a:solidFill>
                <a:latin typeface="Calibre Light" panose="020B0303030202060203" pitchFamily="34" charset="0"/>
              </a:defRPr>
            </a:lvl3pPr>
            <a:lvl4pPr marL="0" indent="0" algn="r">
              <a:lnSpc>
                <a:spcPct val="80000"/>
              </a:lnSpc>
              <a:spcBef>
                <a:spcPts val="0"/>
              </a:spcBef>
              <a:spcAft>
                <a:spcPts val="0"/>
              </a:spcAft>
              <a:buNone/>
              <a:defRPr sz="14000">
                <a:solidFill>
                  <a:schemeClr val="tx1">
                    <a:alpha val="80000"/>
                  </a:schemeClr>
                </a:solidFill>
                <a:latin typeface="Calibre Light" panose="020B0303030202060203" pitchFamily="34" charset="0"/>
              </a:defRPr>
            </a:lvl4pPr>
            <a:lvl5pPr marL="0" indent="0" algn="r">
              <a:lnSpc>
                <a:spcPct val="80000"/>
              </a:lnSpc>
              <a:spcBef>
                <a:spcPts val="0"/>
              </a:spcBef>
              <a:spcAft>
                <a:spcPts val="0"/>
              </a:spcAft>
              <a:buNone/>
              <a:defRPr sz="14000">
                <a:solidFill>
                  <a:schemeClr val="tx1">
                    <a:alpha val="80000"/>
                  </a:schemeClr>
                </a:solidFill>
                <a:latin typeface="Calibre Light" panose="020B0303030202060203" pitchFamily="34" charset="0"/>
              </a:defRPr>
            </a:lvl5pPr>
            <a:lvl6pPr marL="0" indent="0" algn="r">
              <a:lnSpc>
                <a:spcPct val="80000"/>
              </a:lnSpc>
              <a:spcBef>
                <a:spcPts val="0"/>
              </a:spcBef>
              <a:spcAft>
                <a:spcPts val="0"/>
              </a:spcAft>
              <a:buFont typeface="Arial" panose="020B0604020202020204" pitchFamily="34" charset="0"/>
              <a:buNone/>
              <a:defRPr sz="14000">
                <a:solidFill>
                  <a:schemeClr val="tx1">
                    <a:alpha val="80000"/>
                  </a:schemeClr>
                </a:solidFill>
                <a:latin typeface="Calibre Light" panose="020B0303030202060203" pitchFamily="34" charset="0"/>
              </a:defRPr>
            </a:lvl6pPr>
            <a:lvl7pPr marL="0" indent="0" algn="r">
              <a:lnSpc>
                <a:spcPct val="80000"/>
              </a:lnSpc>
              <a:spcBef>
                <a:spcPts val="0"/>
              </a:spcBef>
              <a:spcAft>
                <a:spcPts val="0"/>
              </a:spcAft>
              <a:buFont typeface="Arial" panose="020B0604020202020204" pitchFamily="34" charset="0"/>
              <a:buNone/>
              <a:defRPr sz="14000">
                <a:solidFill>
                  <a:schemeClr val="tx1">
                    <a:alpha val="80000"/>
                  </a:schemeClr>
                </a:solidFill>
                <a:latin typeface="Calibre Light" panose="020B0303030202060203" pitchFamily="34" charset="0"/>
              </a:defRPr>
            </a:lvl7pPr>
            <a:lvl8pPr marL="0" indent="0" algn="r">
              <a:lnSpc>
                <a:spcPct val="80000"/>
              </a:lnSpc>
              <a:spcBef>
                <a:spcPts val="0"/>
              </a:spcBef>
              <a:spcAft>
                <a:spcPts val="0"/>
              </a:spcAft>
              <a:buFont typeface="Arial" panose="020B0604020202020204" pitchFamily="34" charset="0"/>
              <a:buNone/>
              <a:defRPr sz="14000">
                <a:solidFill>
                  <a:schemeClr val="tx1">
                    <a:alpha val="80000"/>
                  </a:schemeClr>
                </a:solidFill>
                <a:latin typeface="Calibre Light" panose="020B0303030202060203" pitchFamily="34" charset="0"/>
              </a:defRPr>
            </a:lvl8pPr>
            <a:lvl9pPr marL="0" indent="0" algn="r">
              <a:lnSpc>
                <a:spcPct val="80000"/>
              </a:lnSpc>
              <a:spcBef>
                <a:spcPts val="0"/>
              </a:spcBef>
              <a:spcAft>
                <a:spcPts val="0"/>
              </a:spcAft>
              <a:buNone/>
              <a:defRPr sz="14000">
                <a:solidFill>
                  <a:schemeClr val="tx1">
                    <a:alpha val="80000"/>
                  </a:schemeClr>
                </a:solidFill>
                <a:latin typeface="Calibre Light" panose="020B0303030202060203" pitchFamily="34" charset="0"/>
              </a:defRPr>
            </a:lvl9pPr>
          </a:lstStyle>
          <a:p>
            <a:pPr lvl="0"/>
            <a:r>
              <a:rPr lang="en-GB" dirty="0"/>
              <a:t>1</a:t>
            </a:r>
          </a:p>
        </p:txBody>
      </p:sp>
      <p:sp>
        <p:nvSpPr>
          <p:cNvPr id="2" name="Title Placeholder">
            <a:extLst>
              <a:ext uri="{FF2B5EF4-FFF2-40B4-BE49-F238E27FC236}">
                <a16:creationId xmlns:a16="http://schemas.microsoft.com/office/drawing/2014/main" id="{35D1EE59-801E-D086-C518-A822BF1A11F2}"/>
              </a:ext>
            </a:extLst>
          </p:cNvPr>
          <p:cNvSpPr>
            <a:spLocks noGrp="1"/>
          </p:cNvSpPr>
          <p:nvPr>
            <p:ph type="title" hasCustomPrompt="1"/>
          </p:nvPr>
        </p:nvSpPr>
        <p:spPr>
          <a:xfrm>
            <a:off x="504825" y="2852737"/>
            <a:ext cx="3502152" cy="3026664"/>
          </a:xfrm>
        </p:spPr>
        <p:txBody>
          <a:bodyPr/>
          <a:lstStyle>
            <a:lvl1pPr>
              <a:lnSpc>
                <a:spcPct val="80000"/>
              </a:lnSpc>
              <a:defRPr sz="4400"/>
            </a:lvl1pPr>
          </a:lstStyle>
          <a:p>
            <a:r>
              <a:rPr lang="en-GB" dirty="0"/>
              <a:t>Section opener – use 44pt, 36 pt, or 28pt</a:t>
            </a:r>
          </a:p>
        </p:txBody>
      </p:sp>
      <p:sp>
        <p:nvSpPr>
          <p:cNvPr id="38" name="Speaker Photo Placeholder 1">
            <a:extLst>
              <a:ext uri="{FF2B5EF4-FFF2-40B4-BE49-F238E27FC236}">
                <a16:creationId xmlns:a16="http://schemas.microsoft.com/office/drawing/2014/main" id="{B1DC0566-509B-6EDE-6650-A6D6A9B8D854}"/>
              </a:ext>
            </a:extLst>
          </p:cNvPr>
          <p:cNvSpPr>
            <a:spLocks noGrp="1"/>
          </p:cNvSpPr>
          <p:nvPr>
            <p:ph type="pic" sz="quarter" idx="15"/>
          </p:nvPr>
        </p:nvSpPr>
        <p:spPr>
          <a:xfrm>
            <a:off x="7169150" y="1604264"/>
            <a:ext cx="1435608" cy="1773936"/>
          </a:xfrm>
        </p:spPr>
        <p:txBody>
          <a:bodyPr/>
          <a:lstStyle/>
          <a:p>
            <a:r>
              <a:rPr lang="en-GB"/>
              <a:t>Click icon to add picture</a:t>
            </a:r>
            <a:endParaRPr lang="en-US" dirty="0"/>
          </a:p>
        </p:txBody>
      </p:sp>
      <p:sp>
        <p:nvSpPr>
          <p:cNvPr id="40" name="Speaker Photo Placeholder 2">
            <a:extLst>
              <a:ext uri="{FF2B5EF4-FFF2-40B4-BE49-F238E27FC236}">
                <a16:creationId xmlns:a16="http://schemas.microsoft.com/office/drawing/2014/main" id="{CDBB71A5-3A72-3365-0CFF-1E176A107A3B}"/>
              </a:ext>
            </a:extLst>
          </p:cNvPr>
          <p:cNvSpPr>
            <a:spLocks noGrp="1"/>
          </p:cNvSpPr>
          <p:nvPr>
            <p:ph type="pic" sz="quarter" idx="16"/>
          </p:nvPr>
        </p:nvSpPr>
        <p:spPr>
          <a:xfrm>
            <a:off x="8704263" y="1604264"/>
            <a:ext cx="1435608" cy="1773936"/>
          </a:xfrm>
        </p:spPr>
        <p:txBody>
          <a:bodyPr/>
          <a:lstStyle/>
          <a:p>
            <a:r>
              <a:rPr lang="en-GB"/>
              <a:t>Click icon to add picture</a:t>
            </a:r>
            <a:endParaRPr lang="en-US" dirty="0"/>
          </a:p>
        </p:txBody>
      </p:sp>
      <p:sp>
        <p:nvSpPr>
          <p:cNvPr id="42" name="Speaker Photo Placeholder 3">
            <a:extLst>
              <a:ext uri="{FF2B5EF4-FFF2-40B4-BE49-F238E27FC236}">
                <a16:creationId xmlns:a16="http://schemas.microsoft.com/office/drawing/2014/main" id="{20325AF2-C97A-3AC6-AB13-17966CE06640}"/>
              </a:ext>
            </a:extLst>
          </p:cNvPr>
          <p:cNvSpPr>
            <a:spLocks noGrp="1"/>
          </p:cNvSpPr>
          <p:nvPr>
            <p:ph type="pic" sz="quarter" idx="17"/>
          </p:nvPr>
        </p:nvSpPr>
        <p:spPr>
          <a:xfrm>
            <a:off x="10251347" y="1604264"/>
            <a:ext cx="1435608" cy="1773936"/>
          </a:xfrm>
        </p:spPr>
        <p:txBody>
          <a:bodyPr/>
          <a:lstStyle/>
          <a:p>
            <a:r>
              <a:rPr lang="en-GB"/>
              <a:t>Click icon to add picture</a:t>
            </a:r>
            <a:endParaRPr lang="en-US" dirty="0"/>
          </a:p>
        </p:txBody>
      </p:sp>
      <p:cxnSp>
        <p:nvCxnSpPr>
          <p:cNvPr id="6" name="LoS - Fixed">
            <a:extLst>
              <a:ext uri="{FF2B5EF4-FFF2-40B4-BE49-F238E27FC236}">
                <a16:creationId xmlns:a16="http://schemas.microsoft.com/office/drawing/2014/main" id="{94401DA0-B6BB-C2D4-3106-410B0CA38558}"/>
              </a:ext>
              <a:ext uri="{C183D7F6-B498-43B3-948B-1728B52AA6E4}">
                <adec:decorative xmlns:adec="http://schemas.microsoft.com/office/drawing/2017/decorative" val="1"/>
              </a:ext>
            </a:extLst>
          </p:cNvPr>
          <p:cNvCxnSpPr>
            <a:cxnSpLocks/>
          </p:cNvCxnSpPr>
          <p:nvPr userDrawn="1"/>
        </p:nvCxnSpPr>
        <p:spPr>
          <a:xfrm>
            <a:off x="4602163" y="3050382"/>
            <a:ext cx="2054225" cy="0"/>
          </a:xfrm>
          <a:prstGeom prst="line">
            <a:avLst/>
          </a:prstGeom>
          <a:ln w="63500">
            <a:solidFill>
              <a:srgbClr val="17E88F"/>
            </a:solidFill>
          </a:ln>
        </p:spPr>
        <p:style>
          <a:lnRef idx="1">
            <a:schemeClr val="accent1"/>
          </a:lnRef>
          <a:fillRef idx="0">
            <a:schemeClr val="accent1"/>
          </a:fillRef>
          <a:effectRef idx="0">
            <a:schemeClr val="accent1"/>
          </a:effectRef>
          <a:fontRef idx="minor">
            <a:schemeClr val="tx1"/>
          </a:fontRef>
        </p:style>
      </p:cxnSp>
      <p:grpSp>
        <p:nvGrpSpPr>
          <p:cNvPr id="14" name="Title Guidance">
            <a:extLst>
              <a:ext uri="{FF2B5EF4-FFF2-40B4-BE49-F238E27FC236}">
                <a16:creationId xmlns:a16="http://schemas.microsoft.com/office/drawing/2014/main" id="{18E1DF78-5D21-0D38-10D1-258C3BF7D3D3}"/>
              </a:ext>
              <a:ext uri="{C183D7F6-B498-43B3-948B-1728B52AA6E4}">
                <adec:decorative xmlns:adec="http://schemas.microsoft.com/office/drawing/2017/decorative" val="1"/>
              </a:ext>
            </a:extLst>
          </p:cNvPr>
          <p:cNvGrpSpPr>
            <a:grpSpLocks noGrp="1" noUngrp="1" noRot="1" noMove="1" noResize="1"/>
          </p:cNvGrpSpPr>
          <p:nvPr userDrawn="1"/>
        </p:nvGrpSpPr>
        <p:grpSpPr>
          <a:xfrm>
            <a:off x="-2317919" y="441325"/>
            <a:ext cx="1960563" cy="707886"/>
            <a:chOff x="-2322513" y="195104"/>
            <a:chExt cx="1960563" cy="707886"/>
          </a:xfrm>
        </p:grpSpPr>
        <p:sp>
          <p:nvSpPr>
            <p:cNvPr id="16" name="Guidance">
              <a:extLst>
                <a:ext uri="{FF2B5EF4-FFF2-40B4-BE49-F238E27FC236}">
                  <a16:creationId xmlns:a16="http://schemas.microsoft.com/office/drawing/2014/main" id="{FCCE7BA1-3C4C-F4F5-F1F8-6F44DA55A2A4}"/>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461665"/>
            </a:xfrm>
            <a:prstGeom prst="rect">
              <a:avLst/>
            </a:prstGeom>
            <a:solidFill>
              <a:srgbClr val="C0D4CB"/>
            </a:solidFill>
          </p:spPr>
          <p:txBody>
            <a:bodyPr wrap="square" lIns="72000" rIns="72000" rtlCol="0">
              <a:noAutofit/>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ea typeface="+mn-ea"/>
                  <a:cs typeface="+mn-cs"/>
                </a:rPr>
                <a:t>The divider title of the presentation should be large and impactful. Adjust font sizes smaller as needed but do not go smaller than 28pt.</a:t>
              </a:r>
            </a:p>
          </p:txBody>
        </p:sp>
        <p:sp>
          <p:nvSpPr>
            <p:cNvPr id="17" name="Guidance">
              <a:extLst>
                <a:ext uri="{FF2B5EF4-FFF2-40B4-BE49-F238E27FC236}">
                  <a16:creationId xmlns:a16="http://schemas.microsoft.com/office/drawing/2014/main" id="{2447106B-45C1-18C8-1306-E2695E5539D5}"/>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lvl="5"/>
              <a:r>
                <a:rPr lang="en-GB" sz="1000" dirty="0">
                  <a:solidFill>
                    <a:srgbClr val="FFFFFF"/>
                  </a:solidFill>
                </a:rPr>
                <a:t>Opening/Divider slide title text</a:t>
              </a:r>
            </a:p>
          </p:txBody>
        </p:sp>
      </p:grpSp>
      <p:grpSp>
        <p:nvGrpSpPr>
          <p:cNvPr id="44" name="Speaker Limit Guidance">
            <a:extLst>
              <a:ext uri="{FF2B5EF4-FFF2-40B4-BE49-F238E27FC236}">
                <a16:creationId xmlns:a16="http://schemas.microsoft.com/office/drawing/2014/main" id="{5ADA35E2-603D-E009-50DF-E69D8E9315E1}"/>
              </a:ext>
              <a:ext uri="{C183D7F6-B498-43B3-948B-1728B52AA6E4}">
                <adec:decorative xmlns:adec="http://schemas.microsoft.com/office/drawing/2017/decorative" val="1"/>
              </a:ext>
            </a:extLst>
          </p:cNvPr>
          <p:cNvGrpSpPr>
            <a:grpSpLocks noGrp="1" noUngrp="1" noRot="1" noMove="1" noResize="1"/>
          </p:cNvGrpSpPr>
          <p:nvPr userDrawn="1"/>
        </p:nvGrpSpPr>
        <p:grpSpPr>
          <a:xfrm>
            <a:off x="12553949" y="0"/>
            <a:ext cx="1960563" cy="784830"/>
            <a:chOff x="-2322513" y="195104"/>
            <a:chExt cx="1960563" cy="784830"/>
          </a:xfrm>
        </p:grpSpPr>
        <p:sp>
          <p:nvSpPr>
            <p:cNvPr id="45" name="Guidance">
              <a:extLst>
                <a:ext uri="{FF2B5EF4-FFF2-40B4-BE49-F238E27FC236}">
                  <a16:creationId xmlns:a16="http://schemas.microsoft.com/office/drawing/2014/main" id="{6E054BE6-1D58-1125-5017-B4941E101462}"/>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538609"/>
            </a:xfrm>
            <a:prstGeom prst="rect">
              <a:avLst/>
            </a:prstGeom>
            <a:solidFill>
              <a:srgbClr val="C0D4CB"/>
            </a:solidFill>
          </p:spPr>
          <p:txBody>
            <a:bodyPr wrap="square" lIns="72000" rIns="72000" rtlCol="0">
              <a:noAutofit/>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ea typeface="+mn-ea"/>
                  <a:cs typeface="+mn-cs"/>
                </a:rPr>
                <a:t>Fill in speakers from left to right.</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ea typeface="+mn-ea"/>
                  <a:cs typeface="+mn-cs"/>
                </a:rPr>
                <a:t>If you have more than 3, use a slide separate from the divider to list participants.</a:t>
              </a:r>
            </a:p>
          </p:txBody>
        </p:sp>
        <p:sp>
          <p:nvSpPr>
            <p:cNvPr id="46" name="Guidance">
              <a:extLst>
                <a:ext uri="{FF2B5EF4-FFF2-40B4-BE49-F238E27FC236}">
                  <a16:creationId xmlns:a16="http://schemas.microsoft.com/office/drawing/2014/main" id="{49E222D1-32D0-9A6D-4C58-A5057A9B9CEE}"/>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Add up to 3 speakers</a:t>
              </a:r>
            </a:p>
          </p:txBody>
        </p:sp>
      </p:grpSp>
      <p:grpSp>
        <p:nvGrpSpPr>
          <p:cNvPr id="3" name="Speakers Guidance">
            <a:extLst>
              <a:ext uri="{FF2B5EF4-FFF2-40B4-BE49-F238E27FC236}">
                <a16:creationId xmlns:a16="http://schemas.microsoft.com/office/drawing/2014/main" id="{11289EE4-0D48-C481-2CBC-581DBD20BDDA}"/>
              </a:ext>
              <a:ext uri="{C183D7F6-B498-43B3-948B-1728B52AA6E4}">
                <adec:decorative xmlns:adec="http://schemas.microsoft.com/office/drawing/2017/decorative" val="1"/>
              </a:ext>
            </a:extLst>
          </p:cNvPr>
          <p:cNvGrpSpPr>
            <a:grpSpLocks noGrp="1" noUngrp="1" noRot="1" noMove="1" noResize="1"/>
          </p:cNvGrpSpPr>
          <p:nvPr userDrawn="1"/>
        </p:nvGrpSpPr>
        <p:grpSpPr>
          <a:xfrm>
            <a:off x="12558712" y="1027112"/>
            <a:ext cx="1969750" cy="2238933"/>
            <a:chOff x="-2322513" y="1395432"/>
            <a:chExt cx="1969750" cy="2238933"/>
          </a:xfrm>
        </p:grpSpPr>
        <p:grpSp>
          <p:nvGrpSpPr>
            <p:cNvPr id="4" name="Group 3">
              <a:extLst>
                <a:ext uri="{FF2B5EF4-FFF2-40B4-BE49-F238E27FC236}">
                  <a16:creationId xmlns:a16="http://schemas.microsoft.com/office/drawing/2014/main" id="{101715E2-FD52-8B80-61AC-D1E3BE602060}"/>
                </a:ext>
              </a:extLst>
            </p:cNvPr>
            <p:cNvGrpSpPr>
              <a:grpSpLocks noGrp="1" noUngrp="1" noRot="1" noMove="1" noResize="1"/>
            </p:cNvGrpSpPr>
            <p:nvPr userDrawn="1"/>
          </p:nvGrpSpPr>
          <p:grpSpPr>
            <a:xfrm>
              <a:off x="-2322513" y="3074004"/>
              <a:ext cx="1969750" cy="560361"/>
              <a:chOff x="3911096" y="2800206"/>
              <a:chExt cx="4420607" cy="1257587"/>
            </a:xfrm>
          </p:grpSpPr>
          <p:pic>
            <p:nvPicPr>
              <p:cNvPr id="26" name="Picture 25">
                <a:extLst>
                  <a:ext uri="{FF2B5EF4-FFF2-40B4-BE49-F238E27FC236}">
                    <a16:creationId xmlns:a16="http://schemas.microsoft.com/office/drawing/2014/main" id="{0E6648CE-781C-A5A6-4085-94452FD3EB53}"/>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3911096" y="2800206"/>
                <a:ext cx="4420607" cy="1257587"/>
              </a:xfrm>
              <a:prstGeom prst="rect">
                <a:avLst/>
              </a:prstGeom>
            </p:spPr>
          </p:pic>
          <p:sp>
            <p:nvSpPr>
              <p:cNvPr id="27" name="Rectangle 26">
                <a:extLst>
                  <a:ext uri="{FF2B5EF4-FFF2-40B4-BE49-F238E27FC236}">
                    <a16:creationId xmlns:a16="http://schemas.microsoft.com/office/drawing/2014/main" id="{9066711E-67D0-CAF5-D0F9-B83B00D1522F}"/>
                  </a:ext>
                </a:extLst>
              </p:cNvPr>
              <p:cNvSpPr>
                <a:spLocks noGrp="1" noRot="1" noMove="1" noResize="1" noEditPoints="1" noAdjustHandles="1" noChangeArrowheads="1" noChangeShapeType="1"/>
              </p:cNvSpPr>
              <p:nvPr/>
            </p:nvSpPr>
            <p:spPr>
              <a:xfrm>
                <a:off x="5074444" y="2959894"/>
                <a:ext cx="669131" cy="285750"/>
              </a:xfrm>
              <a:prstGeom prst="rect">
                <a:avLst/>
              </a:prstGeom>
              <a:noFill/>
              <a:ln w="6350" cap="flat" cmpd="sng" algn="ctr">
                <a:solidFill>
                  <a:srgbClr val="FF0000"/>
                </a:solidFill>
                <a:prstDash val="solid"/>
                <a:miter lim="800000"/>
              </a:ln>
              <a:effectLst/>
            </p:spPr>
            <p:txBody>
              <a:bodyPr rtlCol="0" anchor="ctr">
                <a:noAutofit/>
              </a:bodyPr>
              <a:lstStyle/>
              <a:p>
                <a:pPr marL="0" marR="0" lvl="0" indent="0" algn="ctr"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1200" b="0" i="0" u="none" strike="noStrike" kern="1200" cap="none" spc="0" normalizeH="0" baseline="0" noProof="0" dirty="0">
                  <a:ln>
                    <a:noFill/>
                  </a:ln>
                  <a:solidFill>
                    <a:srgbClr val="FFFFFF"/>
                  </a:solidFill>
                  <a:effectLst/>
                  <a:uLnTx/>
                  <a:uFillTx/>
                  <a:latin typeface="Calibre"/>
                  <a:ea typeface="+mn-ea"/>
                  <a:cs typeface="+mn-cs"/>
                </a:endParaRPr>
              </a:p>
            </p:txBody>
          </p:sp>
        </p:grpSp>
        <p:grpSp>
          <p:nvGrpSpPr>
            <p:cNvPr id="5" name="Title Guidance">
              <a:extLst>
                <a:ext uri="{FF2B5EF4-FFF2-40B4-BE49-F238E27FC236}">
                  <a16:creationId xmlns:a16="http://schemas.microsoft.com/office/drawing/2014/main" id="{4D578E99-FFAE-3FA4-D7A3-4D39B2B7721C}"/>
                </a:ext>
                <a:ext uri="{C183D7F6-B498-43B3-948B-1728B52AA6E4}">
                  <adec:decorative xmlns:adec="http://schemas.microsoft.com/office/drawing/2017/decorative" val="1"/>
                </a:ext>
              </a:extLst>
            </p:cNvPr>
            <p:cNvGrpSpPr>
              <a:grpSpLocks noGrp="1" noUngrp="1" noRot="1" noMove="1" noResize="1"/>
            </p:cNvGrpSpPr>
            <p:nvPr userDrawn="1"/>
          </p:nvGrpSpPr>
          <p:grpSpPr>
            <a:xfrm>
              <a:off x="-2317919" y="1395432"/>
              <a:ext cx="1960563" cy="1677382"/>
              <a:chOff x="-2322513" y="195104"/>
              <a:chExt cx="1960563" cy="1677382"/>
            </a:xfrm>
          </p:grpSpPr>
          <p:sp>
            <p:nvSpPr>
              <p:cNvPr id="22" name="Guidance">
                <a:extLst>
                  <a:ext uri="{FF2B5EF4-FFF2-40B4-BE49-F238E27FC236}">
                    <a16:creationId xmlns:a16="http://schemas.microsoft.com/office/drawing/2014/main" id="{CCFB608D-07B9-793C-AB51-7F7A5006417F}"/>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1431161"/>
              </a:xfrm>
              <a:prstGeom prst="rect">
                <a:avLst/>
              </a:prstGeom>
              <a:solidFill>
                <a:srgbClr val="C0D4CB"/>
              </a:solidFill>
            </p:spPr>
            <p:txBody>
              <a:bodyPr wrap="square" lIns="72000" rIns="72000" rtlCol="0">
                <a:noAutofit/>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ea typeface="+mn-ea"/>
                    <a:cs typeface="+mn-cs"/>
                  </a:rPr>
                  <a:t>Speaker information frames have nine pre-formatted styles are defined for you to use. The top 2 levels have been defined for Name and title respectively.</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ea typeface="+mn-ea"/>
                    <a:cs typeface="+mn-cs"/>
                  </a:rPr>
                  <a:t>To access the styles, use the keyboard shortcuts to Increase/Decrease List Levels to move through the nine available styles.</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ea typeface="+mn-ea"/>
                    <a:cs typeface="+mn-cs"/>
                  </a:rPr>
                  <a:t>‘ALT+SHIFT+RIGHT ARROW’ to next level</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ea typeface="+mn-ea"/>
                    <a:cs typeface="+mn-cs"/>
                  </a:rPr>
                  <a:t>‘ALT+SHIFT+LEFT ARROW’ to previous level</a:t>
                </a:r>
              </a:p>
            </p:txBody>
          </p:sp>
          <p:sp>
            <p:nvSpPr>
              <p:cNvPr id="24" name="Guidance">
                <a:extLst>
                  <a:ext uri="{FF2B5EF4-FFF2-40B4-BE49-F238E27FC236}">
                    <a16:creationId xmlns:a16="http://schemas.microsoft.com/office/drawing/2014/main" id="{137A1BB2-1707-843F-AB71-E6F059363C17}"/>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lvl="5"/>
                <a:r>
                  <a:rPr lang="en-GB" sz="1000" dirty="0">
                    <a:solidFill>
                      <a:srgbClr val="FFFFFF"/>
                    </a:solidFill>
                  </a:rPr>
                  <a:t>Speakers info</a:t>
                </a:r>
              </a:p>
            </p:txBody>
          </p:sp>
        </p:grpSp>
      </p:grpSp>
      <p:grpSp>
        <p:nvGrpSpPr>
          <p:cNvPr id="18" name="Image Guidance">
            <a:extLst>
              <a:ext uri="{FF2B5EF4-FFF2-40B4-BE49-F238E27FC236}">
                <a16:creationId xmlns:a16="http://schemas.microsoft.com/office/drawing/2014/main" id="{CE2B945D-9031-ED53-620E-732B25B76A1F}"/>
              </a:ext>
              <a:ext uri="{C183D7F6-B498-43B3-948B-1728B52AA6E4}">
                <adec:decorative xmlns:adec="http://schemas.microsoft.com/office/drawing/2017/decorative" val="1"/>
              </a:ext>
            </a:extLst>
          </p:cNvPr>
          <p:cNvGrpSpPr>
            <a:grpSpLocks noGrp="1" noUngrp="1" noRot="1" noMove="1" noResize="1"/>
          </p:cNvGrpSpPr>
          <p:nvPr userDrawn="1"/>
        </p:nvGrpSpPr>
        <p:grpSpPr>
          <a:xfrm>
            <a:off x="12553950" y="3479801"/>
            <a:ext cx="1960563" cy="3139321"/>
            <a:chOff x="-2322513" y="195104"/>
            <a:chExt cx="1960563" cy="3139321"/>
          </a:xfrm>
        </p:grpSpPr>
        <p:sp>
          <p:nvSpPr>
            <p:cNvPr id="19" name="Guidance">
              <a:extLst>
                <a:ext uri="{FF2B5EF4-FFF2-40B4-BE49-F238E27FC236}">
                  <a16:creationId xmlns:a16="http://schemas.microsoft.com/office/drawing/2014/main" id="{44345580-BE86-7987-EC8E-5643AEEF7316}"/>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2893100"/>
            </a:xfrm>
            <a:prstGeom prst="rect">
              <a:avLst/>
            </a:prstGeom>
            <a:solidFill>
              <a:srgbClr val="C0D4CB"/>
            </a:solidFill>
          </p:spPr>
          <p:txBody>
            <a:bodyPr wrap="square" lIns="72000" rIns="72000" rtlCol="0">
              <a:noAutofit/>
            </a:bodyPr>
            <a:lstStyle/>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If there is already an image present, delete this first.</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Click on the </a:t>
              </a:r>
              <a:r>
                <a:rPr kumimoji="0" lang="en-GB" sz="800" b="1" i="0" u="none" strike="noStrike" kern="1200" cap="none" spc="0" normalizeH="0" baseline="0" noProof="0" dirty="0">
                  <a:ln>
                    <a:noFill/>
                  </a:ln>
                  <a:solidFill>
                    <a:srgbClr val="012A2D"/>
                  </a:solidFill>
                  <a:effectLst/>
                  <a:uLnTx/>
                  <a:uFillTx/>
                  <a:latin typeface="Calibre"/>
                </a:rPr>
                <a:t>icon </a:t>
              </a:r>
              <a:r>
                <a:rPr kumimoji="0" lang="en-GB" sz="800" b="0" i="0" u="none" strike="noStrike" kern="1200" cap="none" spc="0" normalizeH="0" baseline="0" noProof="0" dirty="0">
                  <a:ln>
                    <a:noFill/>
                  </a:ln>
                  <a:solidFill>
                    <a:srgbClr val="012A2D"/>
                  </a:solidFill>
                  <a:effectLst/>
                  <a:uLnTx/>
                  <a:uFillTx/>
                  <a:latin typeface="Calibre"/>
                </a:rPr>
                <a:t>in the middle of the placeholder and choose the image from your computer.</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Click on the </a:t>
              </a:r>
              <a:r>
                <a:rPr kumimoji="0" lang="en-GB" sz="800" b="1" i="0" u="none" strike="noStrike" kern="1200" cap="none" spc="0" normalizeH="0" baseline="0" noProof="0" dirty="0">
                  <a:ln>
                    <a:noFill/>
                  </a:ln>
                  <a:solidFill>
                    <a:srgbClr val="012A2D"/>
                  </a:solidFill>
                  <a:effectLst/>
                  <a:uLnTx/>
                  <a:uFillTx/>
                  <a:latin typeface="Calibre"/>
                </a:rPr>
                <a:t>Format Picture </a:t>
              </a:r>
              <a:r>
                <a:rPr kumimoji="0" lang="en-GB" sz="800" b="0" i="0" u="none" strike="noStrike" kern="1200" cap="none" spc="0" normalizeH="0" baseline="0" noProof="0" dirty="0">
                  <a:ln>
                    <a:noFill/>
                  </a:ln>
                  <a:solidFill>
                    <a:srgbClr val="012A2D"/>
                  </a:solidFill>
                  <a:effectLst/>
                  <a:uLnTx/>
                  <a:uFillTx/>
                  <a:latin typeface="Calibre"/>
                </a:rPr>
                <a:t>tab in the ribbon and use the tools to edit the image.</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Choose </a:t>
              </a:r>
              <a:r>
                <a:rPr kumimoji="0" lang="en-GB" sz="800" b="1" i="0" u="none" strike="noStrike" kern="1200" cap="none" spc="0" normalizeH="0" baseline="0" noProof="0" dirty="0">
                  <a:ln>
                    <a:noFill/>
                  </a:ln>
                  <a:solidFill>
                    <a:srgbClr val="012A2D"/>
                  </a:solidFill>
                  <a:effectLst/>
                  <a:uLnTx/>
                  <a:uFillTx/>
                  <a:latin typeface="Calibre"/>
                </a:rPr>
                <a:t>Crop to </a:t>
              </a:r>
              <a:r>
                <a:rPr kumimoji="0" lang="en-GB" sz="800" b="0" i="0" u="none" strike="noStrike" kern="1200" cap="none" spc="0" normalizeH="0" baseline="0" noProof="0" dirty="0">
                  <a:ln>
                    <a:noFill/>
                  </a:ln>
                  <a:solidFill>
                    <a:srgbClr val="012A2D"/>
                  </a:solidFill>
                  <a:effectLst/>
                  <a:uLnTx/>
                  <a:uFillTx/>
                  <a:latin typeface="Calibre"/>
                </a:rPr>
                <a:t>resize and move the image within the placeholder, using the white circles in the corners of the image. Click on the drop down arrow and choose </a:t>
              </a:r>
              <a:r>
                <a:rPr kumimoji="0" lang="en-GB" sz="800" b="1" i="0" u="none" strike="noStrike" kern="1200" cap="none" spc="0" normalizeH="0" baseline="0" noProof="0" dirty="0">
                  <a:ln>
                    <a:noFill/>
                  </a:ln>
                  <a:solidFill>
                    <a:srgbClr val="012A2D"/>
                  </a:solidFill>
                  <a:effectLst/>
                  <a:uLnTx/>
                  <a:uFillTx/>
                  <a:latin typeface="Calibre"/>
                </a:rPr>
                <a:t>Fit</a:t>
              </a:r>
              <a:br>
                <a:rPr kumimoji="0" lang="en-GB" sz="800" b="0" i="0" u="none" strike="noStrike" kern="1200" cap="none" spc="0" normalizeH="0" baseline="0" noProof="0" dirty="0">
                  <a:ln>
                    <a:noFill/>
                  </a:ln>
                  <a:solidFill>
                    <a:srgbClr val="012A2D"/>
                  </a:solidFill>
                  <a:effectLst/>
                  <a:uLnTx/>
                  <a:uFillTx/>
                  <a:latin typeface="Calibre"/>
                </a:rPr>
              </a:br>
              <a:r>
                <a:rPr kumimoji="0" lang="en-GB" sz="800" b="0" i="0" u="none" strike="noStrike" kern="1200" cap="none" spc="0" normalizeH="0" baseline="0" noProof="0" dirty="0">
                  <a:ln>
                    <a:noFill/>
                  </a:ln>
                  <a:solidFill>
                    <a:srgbClr val="012A2D"/>
                  </a:solidFill>
                  <a:effectLst/>
                  <a:uLnTx/>
                  <a:uFillTx/>
                  <a:latin typeface="Calibre"/>
                </a:rPr>
                <a:t>to fit the image to the placeholder.</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Choose </a:t>
              </a:r>
              <a:r>
                <a:rPr kumimoji="0" lang="en-GB" sz="800" b="1" i="0" u="none" strike="noStrike" kern="1200" cap="none" spc="0" normalizeH="0" baseline="0" noProof="0" dirty="0">
                  <a:ln>
                    <a:noFill/>
                  </a:ln>
                  <a:solidFill>
                    <a:srgbClr val="012A2D"/>
                  </a:solidFill>
                  <a:effectLst/>
                  <a:uLnTx/>
                  <a:uFillTx/>
                  <a:latin typeface="Calibre"/>
                </a:rPr>
                <a:t>Picture Colour </a:t>
              </a:r>
              <a:r>
                <a:rPr kumimoji="0" lang="en-GB" sz="800" b="0" i="0" u="none" strike="noStrike" kern="1200" cap="none" spc="0" normalizeH="0" baseline="0" noProof="0" dirty="0">
                  <a:ln>
                    <a:noFill/>
                  </a:ln>
                  <a:solidFill>
                    <a:srgbClr val="012A2D"/>
                  </a:solidFill>
                  <a:effectLst/>
                  <a:uLnTx/>
                  <a:uFillTx/>
                  <a:latin typeface="Calibre"/>
                </a:rPr>
                <a:t>to adjust the Saturation, Tone, and Colour.</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Choose </a:t>
              </a:r>
              <a:r>
                <a:rPr kumimoji="0" lang="en-GB" sz="800" b="1" i="0" u="none" strike="noStrike" kern="1200" cap="none" spc="0" normalizeH="0" baseline="0" noProof="0" dirty="0">
                  <a:ln>
                    <a:noFill/>
                  </a:ln>
                  <a:solidFill>
                    <a:srgbClr val="012A2D"/>
                  </a:solidFill>
                  <a:effectLst/>
                  <a:uLnTx/>
                  <a:uFillTx/>
                  <a:latin typeface="Calibre"/>
                </a:rPr>
                <a:t>Picture Correction</a:t>
              </a:r>
              <a:br>
                <a:rPr kumimoji="0" lang="en-GB" sz="800" b="0" i="0" u="none" strike="noStrike" kern="1200" cap="none" spc="0" normalizeH="0" baseline="0" noProof="0" dirty="0">
                  <a:ln>
                    <a:noFill/>
                  </a:ln>
                  <a:solidFill>
                    <a:srgbClr val="012A2D"/>
                  </a:solidFill>
                  <a:effectLst/>
                  <a:uLnTx/>
                  <a:uFillTx/>
                  <a:latin typeface="Calibre"/>
                </a:rPr>
              </a:br>
              <a:r>
                <a:rPr kumimoji="0" lang="en-GB" sz="800" b="0" i="0" u="none" strike="noStrike" kern="1200" cap="none" spc="0" normalizeH="0" baseline="0" noProof="0" dirty="0">
                  <a:ln>
                    <a:noFill/>
                  </a:ln>
                  <a:solidFill>
                    <a:srgbClr val="012A2D"/>
                  </a:solidFill>
                  <a:effectLst/>
                  <a:uLnTx/>
                  <a:uFillTx/>
                  <a:latin typeface="Calibre"/>
                </a:rPr>
                <a:t>to adjust the Sharpness, Brightness, and Contrast.</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Once you are happy with your image, right click on it and select </a:t>
              </a:r>
              <a:r>
                <a:rPr kumimoji="0" lang="en-GB" sz="800" b="1" i="0" u="none" strike="noStrike" kern="1200" cap="none" spc="0" normalizeH="0" baseline="0" noProof="0" dirty="0">
                  <a:ln>
                    <a:noFill/>
                  </a:ln>
                  <a:solidFill>
                    <a:srgbClr val="012A2D"/>
                  </a:solidFill>
                  <a:effectLst/>
                  <a:uLnTx/>
                  <a:uFillTx/>
                  <a:latin typeface="Calibre"/>
                </a:rPr>
                <a:t>‘Send to back’</a:t>
              </a:r>
              <a:r>
                <a:rPr kumimoji="0" lang="en-GB" sz="800" b="0" i="0" u="none" strike="noStrike" kern="1200" cap="none" spc="0" normalizeH="0" baseline="0" noProof="0" dirty="0">
                  <a:ln>
                    <a:noFill/>
                  </a:ln>
                  <a:solidFill>
                    <a:srgbClr val="012A2D"/>
                  </a:solidFill>
                  <a:effectLst/>
                  <a:uLnTx/>
                  <a:uFillTx/>
                  <a:latin typeface="Calibre"/>
                </a:rPr>
                <a:t>.</a:t>
              </a:r>
            </a:p>
          </p:txBody>
        </p:sp>
        <p:sp>
          <p:nvSpPr>
            <p:cNvPr id="20" name="Guidance">
              <a:extLst>
                <a:ext uri="{FF2B5EF4-FFF2-40B4-BE49-F238E27FC236}">
                  <a16:creationId xmlns:a16="http://schemas.microsoft.com/office/drawing/2014/main" id="{75A13ADC-A3FA-5467-9926-7870695CF0C0}"/>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How to Insert an image</a:t>
              </a:r>
            </a:p>
          </p:txBody>
        </p:sp>
      </p:grpSp>
      <p:sp>
        <p:nvSpPr>
          <p:cNvPr id="7" name="Speaker Placeholder 1">
            <a:extLst>
              <a:ext uri="{FF2B5EF4-FFF2-40B4-BE49-F238E27FC236}">
                <a16:creationId xmlns:a16="http://schemas.microsoft.com/office/drawing/2014/main" id="{A2BCF1EA-FDA6-870E-E71A-3628E680F17D}"/>
              </a:ext>
            </a:extLst>
          </p:cNvPr>
          <p:cNvSpPr>
            <a:spLocks noGrp="1"/>
          </p:cNvSpPr>
          <p:nvPr>
            <p:ph sz="quarter" idx="18"/>
          </p:nvPr>
        </p:nvSpPr>
        <p:spPr>
          <a:xfrm>
            <a:off x="7169150" y="3483864"/>
            <a:ext cx="1435608" cy="1773936"/>
          </a:xfrm>
        </p:spPr>
        <p:txBody>
          <a:bodyPr/>
          <a:lstStyle>
            <a:lvl1pPr>
              <a:spcBef>
                <a:spcPts val="1200"/>
              </a:spcBef>
              <a:spcAft>
                <a:spcPts val="0"/>
              </a:spcAft>
              <a:defRPr sz="1600">
                <a:solidFill>
                  <a:schemeClr val="tx1"/>
                </a:solidFill>
                <a:latin typeface="+mj-lt"/>
              </a:defRPr>
            </a:lvl1pPr>
            <a:lvl2pPr>
              <a:spcBef>
                <a:spcPts val="0"/>
              </a:spcBef>
              <a:spcAft>
                <a:spcPts val="0"/>
              </a:spcAft>
              <a:defRPr sz="1500">
                <a:latin typeface="Calibre Light" panose="020B0303030202060203" pitchFamily="34" charset="0"/>
              </a:defRPr>
            </a:lvl2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8" name="Speaker Placeholder 2">
            <a:extLst>
              <a:ext uri="{FF2B5EF4-FFF2-40B4-BE49-F238E27FC236}">
                <a16:creationId xmlns:a16="http://schemas.microsoft.com/office/drawing/2014/main" id="{09BC0EAF-E92D-A0A5-FA83-834F98A990EB}"/>
              </a:ext>
            </a:extLst>
          </p:cNvPr>
          <p:cNvSpPr>
            <a:spLocks noGrp="1"/>
          </p:cNvSpPr>
          <p:nvPr>
            <p:ph sz="quarter" idx="19"/>
          </p:nvPr>
        </p:nvSpPr>
        <p:spPr>
          <a:xfrm>
            <a:off x="8704263" y="3483864"/>
            <a:ext cx="1435608" cy="1773936"/>
          </a:xfrm>
        </p:spPr>
        <p:txBody>
          <a:bodyPr/>
          <a:lstStyle>
            <a:lvl1pPr>
              <a:spcBef>
                <a:spcPts val="1200"/>
              </a:spcBef>
              <a:spcAft>
                <a:spcPts val="0"/>
              </a:spcAft>
              <a:defRPr sz="1600">
                <a:solidFill>
                  <a:schemeClr val="tx1"/>
                </a:solidFill>
                <a:latin typeface="+mj-lt"/>
              </a:defRPr>
            </a:lvl1pPr>
            <a:lvl2pPr>
              <a:spcBef>
                <a:spcPts val="0"/>
              </a:spcBef>
              <a:spcAft>
                <a:spcPts val="0"/>
              </a:spcAft>
              <a:defRPr sz="1500">
                <a:latin typeface="Calibre Light" panose="020B0303030202060203" pitchFamily="34" charset="0"/>
              </a:defRPr>
            </a:lvl2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9" name="Speaker Placeholder 3">
            <a:extLst>
              <a:ext uri="{FF2B5EF4-FFF2-40B4-BE49-F238E27FC236}">
                <a16:creationId xmlns:a16="http://schemas.microsoft.com/office/drawing/2014/main" id="{48008384-5270-28CA-1202-2BFFF76B187A}"/>
              </a:ext>
            </a:extLst>
          </p:cNvPr>
          <p:cNvSpPr>
            <a:spLocks noGrp="1"/>
          </p:cNvSpPr>
          <p:nvPr>
            <p:ph sz="quarter" idx="20"/>
          </p:nvPr>
        </p:nvSpPr>
        <p:spPr>
          <a:xfrm>
            <a:off x="10251347" y="3483864"/>
            <a:ext cx="1435608" cy="1773936"/>
          </a:xfrm>
        </p:spPr>
        <p:txBody>
          <a:bodyPr/>
          <a:lstStyle>
            <a:lvl1pPr>
              <a:spcBef>
                <a:spcPts val="1200"/>
              </a:spcBef>
              <a:spcAft>
                <a:spcPts val="0"/>
              </a:spcAft>
              <a:defRPr sz="1600">
                <a:solidFill>
                  <a:schemeClr val="tx1"/>
                </a:solidFill>
                <a:latin typeface="+mj-lt"/>
              </a:defRPr>
            </a:lvl1pPr>
            <a:lvl2pPr>
              <a:spcBef>
                <a:spcPts val="0"/>
              </a:spcBef>
              <a:spcAft>
                <a:spcPts val="0"/>
              </a:spcAft>
              <a:defRPr sz="1500">
                <a:latin typeface="Calibre Light" panose="020B0303030202060203" pitchFamily="34" charset="0"/>
              </a:defRPr>
            </a:lvl2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Tree>
    <p:extLst>
      <p:ext uri="{BB962C8B-B14F-4D97-AF65-F5344CB8AC3E}">
        <p14:creationId xmlns:p14="http://schemas.microsoft.com/office/powerpoint/2010/main" val="1599895468"/>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ection Opener: Subdivider">
    <p:spTree>
      <p:nvGrpSpPr>
        <p:cNvPr id="1" name=""/>
        <p:cNvGrpSpPr/>
        <p:nvPr/>
      </p:nvGrpSpPr>
      <p:grpSpPr>
        <a:xfrm>
          <a:off x="0" y="0"/>
          <a:ext cx="0" cy="0"/>
          <a:chOff x="0" y="0"/>
          <a:chExt cx="0" cy="0"/>
        </a:xfrm>
      </p:grpSpPr>
      <p:sp>
        <p:nvSpPr>
          <p:cNvPr id="15" name="Divider Number Placeholder 1">
            <a:extLst>
              <a:ext uri="{FF2B5EF4-FFF2-40B4-BE49-F238E27FC236}">
                <a16:creationId xmlns:a16="http://schemas.microsoft.com/office/drawing/2014/main" id="{6A45599E-0173-F544-424F-F2226C087CCA}"/>
              </a:ext>
            </a:extLst>
          </p:cNvPr>
          <p:cNvSpPr>
            <a:spLocks noGrp="1"/>
          </p:cNvSpPr>
          <p:nvPr>
            <p:ph type="body" sz="quarter" idx="10" hasCustomPrompt="1"/>
          </p:nvPr>
        </p:nvSpPr>
        <p:spPr>
          <a:xfrm>
            <a:off x="660400" y="2279090"/>
            <a:ext cx="2459736" cy="1984248"/>
          </a:xfrm>
        </p:spPr>
        <p:txBody>
          <a:bodyPr anchor="ctr" anchorCtr="0"/>
          <a:lstStyle>
            <a:lvl1pPr marL="0" indent="0" algn="r">
              <a:lnSpc>
                <a:spcPct val="90000"/>
              </a:lnSpc>
              <a:spcBef>
                <a:spcPts val="0"/>
              </a:spcBef>
              <a:spcAft>
                <a:spcPts val="0"/>
              </a:spcAft>
              <a:buFont typeface="Arial" panose="020B0604020202020204" pitchFamily="34" charset="0"/>
              <a:buNone/>
              <a:defRPr sz="13500">
                <a:solidFill>
                  <a:schemeClr val="tx1">
                    <a:alpha val="80000"/>
                  </a:schemeClr>
                </a:solidFill>
                <a:latin typeface="Calibre Light" panose="020B0303030202060203" pitchFamily="34" charset="0"/>
              </a:defRPr>
            </a:lvl1pPr>
            <a:lvl2pPr marL="0" indent="0" algn="r">
              <a:lnSpc>
                <a:spcPct val="90000"/>
              </a:lnSpc>
              <a:spcBef>
                <a:spcPts val="0"/>
              </a:spcBef>
              <a:spcAft>
                <a:spcPts val="0"/>
              </a:spcAft>
              <a:buFont typeface="Arial" panose="020B0604020202020204" pitchFamily="34" charset="0"/>
              <a:buNone/>
              <a:defRPr sz="11300">
                <a:solidFill>
                  <a:schemeClr val="tx1">
                    <a:alpha val="80000"/>
                  </a:schemeClr>
                </a:solidFill>
                <a:latin typeface="Calibre Light" panose="020B0303030202060203" pitchFamily="34" charset="0"/>
              </a:defRPr>
            </a:lvl2pPr>
            <a:lvl3pPr marL="0" indent="0" algn="r">
              <a:lnSpc>
                <a:spcPct val="90000"/>
              </a:lnSpc>
              <a:spcBef>
                <a:spcPts val="0"/>
              </a:spcBef>
              <a:spcAft>
                <a:spcPts val="0"/>
              </a:spcAft>
              <a:buFont typeface="Arial" panose="020B0604020202020204" pitchFamily="34" charset="0"/>
              <a:buNone/>
              <a:defRPr sz="9600">
                <a:solidFill>
                  <a:schemeClr val="tx1">
                    <a:alpha val="80000"/>
                  </a:schemeClr>
                </a:solidFill>
                <a:latin typeface="Calibre Light" panose="020B0303030202060203" pitchFamily="34" charset="0"/>
              </a:defRPr>
            </a:lvl3pPr>
            <a:lvl4pPr marL="0" indent="0" algn="r">
              <a:lnSpc>
                <a:spcPct val="90000"/>
              </a:lnSpc>
              <a:spcBef>
                <a:spcPts val="0"/>
              </a:spcBef>
              <a:spcAft>
                <a:spcPts val="0"/>
              </a:spcAft>
              <a:buNone/>
              <a:defRPr sz="8800">
                <a:solidFill>
                  <a:schemeClr val="tx1">
                    <a:alpha val="80000"/>
                  </a:schemeClr>
                </a:solidFill>
                <a:latin typeface="Calibre Light" panose="020B0303030202060203" pitchFamily="34" charset="0"/>
              </a:defRPr>
            </a:lvl4pPr>
            <a:lvl5pPr marL="0" indent="0" algn="r">
              <a:lnSpc>
                <a:spcPct val="90000"/>
              </a:lnSpc>
              <a:spcBef>
                <a:spcPts val="0"/>
              </a:spcBef>
              <a:spcAft>
                <a:spcPts val="0"/>
              </a:spcAft>
              <a:buNone/>
              <a:defRPr sz="8000">
                <a:solidFill>
                  <a:schemeClr val="tx1">
                    <a:alpha val="80000"/>
                  </a:schemeClr>
                </a:solidFill>
                <a:latin typeface="Calibre Light" panose="020B0303030202060203" pitchFamily="34" charset="0"/>
              </a:defRPr>
            </a:lvl5pPr>
            <a:lvl6pPr marL="0" indent="0" algn="r">
              <a:lnSpc>
                <a:spcPct val="90000"/>
              </a:lnSpc>
              <a:spcBef>
                <a:spcPts val="0"/>
              </a:spcBef>
              <a:spcAft>
                <a:spcPts val="0"/>
              </a:spcAft>
              <a:buFont typeface="Arial" panose="020B0604020202020204" pitchFamily="34" charset="0"/>
              <a:buNone/>
              <a:defRPr sz="8000">
                <a:solidFill>
                  <a:schemeClr val="tx1">
                    <a:alpha val="80000"/>
                  </a:schemeClr>
                </a:solidFill>
                <a:latin typeface="Calibre Light" panose="020B0303030202060203" pitchFamily="34" charset="0"/>
              </a:defRPr>
            </a:lvl6pPr>
            <a:lvl7pPr marL="0" indent="0" algn="r">
              <a:lnSpc>
                <a:spcPct val="90000"/>
              </a:lnSpc>
              <a:spcBef>
                <a:spcPts val="0"/>
              </a:spcBef>
              <a:spcAft>
                <a:spcPts val="0"/>
              </a:spcAft>
              <a:buFont typeface="Arial" panose="020B0604020202020204" pitchFamily="34" charset="0"/>
              <a:buNone/>
              <a:defRPr sz="8000">
                <a:solidFill>
                  <a:schemeClr val="tx1">
                    <a:alpha val="80000"/>
                  </a:schemeClr>
                </a:solidFill>
                <a:latin typeface="Calibre Light" panose="020B0303030202060203" pitchFamily="34" charset="0"/>
              </a:defRPr>
            </a:lvl7pPr>
            <a:lvl8pPr marL="0" indent="0" algn="r">
              <a:lnSpc>
                <a:spcPct val="90000"/>
              </a:lnSpc>
              <a:spcBef>
                <a:spcPts val="0"/>
              </a:spcBef>
              <a:spcAft>
                <a:spcPts val="0"/>
              </a:spcAft>
              <a:buFont typeface="Arial" panose="020B0604020202020204" pitchFamily="34" charset="0"/>
              <a:buNone/>
              <a:defRPr sz="8000">
                <a:solidFill>
                  <a:schemeClr val="tx1">
                    <a:alpha val="80000"/>
                  </a:schemeClr>
                </a:solidFill>
                <a:latin typeface="Calibre Light" panose="020B0303030202060203" pitchFamily="34" charset="0"/>
              </a:defRPr>
            </a:lvl8pPr>
            <a:lvl9pPr marL="0" indent="0" algn="r">
              <a:lnSpc>
                <a:spcPct val="90000"/>
              </a:lnSpc>
              <a:spcBef>
                <a:spcPts val="0"/>
              </a:spcBef>
              <a:spcAft>
                <a:spcPts val="0"/>
              </a:spcAft>
              <a:buNone/>
              <a:defRPr sz="8000">
                <a:solidFill>
                  <a:schemeClr val="tx1">
                    <a:alpha val="80000"/>
                  </a:schemeClr>
                </a:solidFill>
                <a:latin typeface="Calibre Light" panose="020B0303030202060203" pitchFamily="34" charset="0"/>
              </a:defRPr>
            </a:lvl9pPr>
          </a:lstStyle>
          <a:p>
            <a:pPr lvl="0"/>
            <a:r>
              <a:rPr lang="en-GB" dirty="0"/>
              <a:t>1.1</a:t>
            </a:r>
          </a:p>
        </p:txBody>
      </p:sp>
      <p:sp>
        <p:nvSpPr>
          <p:cNvPr id="3" name="Title Placeholder">
            <a:extLst>
              <a:ext uri="{FF2B5EF4-FFF2-40B4-BE49-F238E27FC236}">
                <a16:creationId xmlns:a16="http://schemas.microsoft.com/office/drawing/2014/main" id="{8870456C-0419-309D-25F3-EF335A477664}"/>
              </a:ext>
            </a:extLst>
          </p:cNvPr>
          <p:cNvSpPr>
            <a:spLocks noGrp="1"/>
          </p:cNvSpPr>
          <p:nvPr>
            <p:ph type="title" hasCustomPrompt="1"/>
          </p:nvPr>
        </p:nvSpPr>
        <p:spPr>
          <a:xfrm>
            <a:off x="6808788" y="3005135"/>
            <a:ext cx="5029200" cy="3026664"/>
          </a:xfrm>
        </p:spPr>
        <p:txBody>
          <a:bodyPr/>
          <a:lstStyle>
            <a:lvl1pPr>
              <a:lnSpc>
                <a:spcPct val="80000"/>
              </a:lnSpc>
              <a:defRPr sz="4400"/>
            </a:lvl1pPr>
          </a:lstStyle>
          <a:p>
            <a:r>
              <a:rPr lang="en-GB" dirty="0"/>
              <a:t>Section opener – use 44pt, 36 pt, or 28pt</a:t>
            </a:r>
          </a:p>
        </p:txBody>
      </p:sp>
      <p:sp>
        <p:nvSpPr>
          <p:cNvPr id="19" name="Subtitle Placeholder 1">
            <a:extLst>
              <a:ext uri="{FF2B5EF4-FFF2-40B4-BE49-F238E27FC236}">
                <a16:creationId xmlns:a16="http://schemas.microsoft.com/office/drawing/2014/main" id="{03027E75-114C-F974-407F-08ACAAD61F1D}"/>
              </a:ext>
            </a:extLst>
          </p:cNvPr>
          <p:cNvSpPr>
            <a:spLocks noGrp="1"/>
          </p:cNvSpPr>
          <p:nvPr>
            <p:ph type="body" sz="quarter" idx="12" hasCustomPrompt="1"/>
          </p:nvPr>
        </p:nvSpPr>
        <p:spPr>
          <a:xfrm>
            <a:off x="6808787" y="1746187"/>
            <a:ext cx="5029200" cy="905256"/>
          </a:xfrm>
        </p:spPr>
        <p:txBody>
          <a:bodyPr anchor="b" anchorCtr="0"/>
          <a:lstStyle>
            <a:lvl1pPr marL="0" indent="0" algn="l">
              <a:lnSpc>
                <a:spcPct val="80000"/>
              </a:lnSpc>
              <a:spcBef>
                <a:spcPts val="600"/>
              </a:spcBef>
              <a:spcAft>
                <a:spcPts val="600"/>
              </a:spcAft>
              <a:buFont typeface="Arial" panose="020B0604020202020204" pitchFamily="34" charset="0"/>
              <a:buNone/>
              <a:defRPr sz="2200">
                <a:solidFill>
                  <a:schemeClr val="accent3"/>
                </a:solidFill>
                <a:latin typeface="+mj-lt"/>
              </a:defRPr>
            </a:lvl1pPr>
            <a:lvl2pPr marL="0" indent="0" algn="l">
              <a:lnSpc>
                <a:spcPct val="80000"/>
              </a:lnSpc>
              <a:spcBef>
                <a:spcPts val="600"/>
              </a:spcBef>
              <a:spcAft>
                <a:spcPts val="600"/>
              </a:spcAft>
              <a:buFont typeface="Arial" panose="020B0604020202020204" pitchFamily="34" charset="0"/>
              <a:buNone/>
              <a:defRPr sz="2000">
                <a:solidFill>
                  <a:schemeClr val="accent3"/>
                </a:solidFill>
                <a:latin typeface="+mj-lt"/>
              </a:defRPr>
            </a:lvl2pPr>
            <a:lvl3pPr marL="0" indent="0" algn="l">
              <a:lnSpc>
                <a:spcPct val="80000"/>
              </a:lnSpc>
              <a:spcBef>
                <a:spcPts val="600"/>
              </a:spcBef>
              <a:spcAft>
                <a:spcPts val="600"/>
              </a:spcAft>
              <a:buFont typeface="Arial" panose="020B0604020202020204" pitchFamily="34" charset="0"/>
              <a:buNone/>
              <a:defRPr sz="1800">
                <a:solidFill>
                  <a:schemeClr val="accent3"/>
                </a:solidFill>
                <a:latin typeface="+mj-lt"/>
              </a:defRPr>
            </a:lvl3pPr>
            <a:lvl4pPr marL="0" indent="0" algn="l">
              <a:lnSpc>
                <a:spcPct val="80000"/>
              </a:lnSpc>
              <a:spcBef>
                <a:spcPts val="600"/>
              </a:spcBef>
              <a:spcAft>
                <a:spcPts val="600"/>
              </a:spcAft>
              <a:buFont typeface="Calibre" panose="020B0503030202060203" pitchFamily="34" charset="0"/>
              <a:buNone/>
              <a:defRPr sz="1600">
                <a:solidFill>
                  <a:schemeClr val="accent3"/>
                </a:solidFill>
                <a:latin typeface="+mj-lt"/>
              </a:defRPr>
            </a:lvl4pPr>
            <a:lvl5pPr marL="0" indent="0" algn="l">
              <a:lnSpc>
                <a:spcPct val="80000"/>
              </a:lnSpc>
              <a:spcBef>
                <a:spcPts val="600"/>
              </a:spcBef>
              <a:spcAft>
                <a:spcPts val="600"/>
              </a:spcAft>
              <a:buFont typeface="Calibre" panose="020B0503030202060203" pitchFamily="34" charset="0"/>
              <a:buNone/>
              <a:defRPr sz="1400">
                <a:solidFill>
                  <a:schemeClr val="accent3"/>
                </a:solidFill>
                <a:latin typeface="+mj-lt"/>
              </a:defRPr>
            </a:lvl5pPr>
            <a:lvl6pPr marL="0" indent="0" algn="l">
              <a:lnSpc>
                <a:spcPct val="80000"/>
              </a:lnSpc>
              <a:spcBef>
                <a:spcPts val="600"/>
              </a:spcBef>
              <a:spcAft>
                <a:spcPts val="600"/>
              </a:spcAft>
              <a:buFont typeface="Arial" panose="020B0604020202020204" pitchFamily="34" charset="0"/>
              <a:buNone/>
              <a:defRPr sz="1200">
                <a:solidFill>
                  <a:schemeClr val="accent3"/>
                </a:solidFill>
                <a:latin typeface="+mj-lt"/>
              </a:defRPr>
            </a:lvl6pPr>
            <a:lvl7pPr marL="0" indent="0" algn="l">
              <a:lnSpc>
                <a:spcPct val="80000"/>
              </a:lnSpc>
              <a:spcBef>
                <a:spcPts val="600"/>
              </a:spcBef>
              <a:spcAft>
                <a:spcPts val="600"/>
              </a:spcAft>
              <a:buFont typeface="Arial" panose="020B0604020202020204" pitchFamily="34" charset="0"/>
              <a:buNone/>
              <a:defRPr sz="1200">
                <a:solidFill>
                  <a:schemeClr val="accent3"/>
                </a:solidFill>
                <a:latin typeface="+mj-lt"/>
              </a:defRPr>
            </a:lvl7pPr>
            <a:lvl8pPr marL="0" indent="0" algn="l">
              <a:lnSpc>
                <a:spcPct val="80000"/>
              </a:lnSpc>
              <a:spcBef>
                <a:spcPts val="600"/>
              </a:spcBef>
              <a:spcAft>
                <a:spcPts val="600"/>
              </a:spcAft>
              <a:buFont typeface="Arial" panose="020B0604020202020204" pitchFamily="34" charset="0"/>
              <a:buNone/>
              <a:defRPr sz="1200">
                <a:solidFill>
                  <a:schemeClr val="accent3"/>
                </a:solidFill>
                <a:latin typeface="+mj-lt"/>
              </a:defRPr>
            </a:lvl8pPr>
            <a:lvl9pPr marL="0" indent="0" algn="l">
              <a:lnSpc>
                <a:spcPct val="80000"/>
              </a:lnSpc>
              <a:spcBef>
                <a:spcPts val="600"/>
              </a:spcBef>
              <a:spcAft>
                <a:spcPts val="600"/>
              </a:spcAft>
              <a:buFont typeface="Calibre" panose="020B0503030202060203" pitchFamily="34" charset="0"/>
              <a:buNone/>
              <a:defRPr sz="1200">
                <a:solidFill>
                  <a:schemeClr val="accent3"/>
                </a:solidFill>
                <a:latin typeface="+mj-lt"/>
              </a:defRPr>
            </a:lvl9pPr>
          </a:lstStyle>
          <a:p>
            <a:pPr lvl="0"/>
            <a:r>
              <a:rPr lang="en-GB" dirty="0"/>
              <a:t>Subtitle</a:t>
            </a:r>
          </a:p>
        </p:txBody>
      </p:sp>
      <p:cxnSp>
        <p:nvCxnSpPr>
          <p:cNvPr id="2" name="LoS - Fixed">
            <a:extLst>
              <a:ext uri="{FF2B5EF4-FFF2-40B4-BE49-F238E27FC236}">
                <a16:creationId xmlns:a16="http://schemas.microsoft.com/office/drawing/2014/main" id="{84BFA696-401E-70A0-D169-10F7ED0E519C}"/>
              </a:ext>
              <a:ext uri="{C183D7F6-B498-43B3-948B-1728B52AA6E4}">
                <adec:decorative xmlns:adec="http://schemas.microsoft.com/office/drawing/2017/decorative" val="1"/>
              </a:ext>
            </a:extLst>
          </p:cNvPr>
          <p:cNvCxnSpPr>
            <a:cxnSpLocks/>
          </p:cNvCxnSpPr>
          <p:nvPr userDrawn="1"/>
        </p:nvCxnSpPr>
        <p:spPr>
          <a:xfrm>
            <a:off x="3730625" y="3202782"/>
            <a:ext cx="2471738" cy="0"/>
          </a:xfrm>
          <a:prstGeom prst="line">
            <a:avLst/>
          </a:prstGeom>
          <a:ln w="63500">
            <a:solidFill>
              <a:srgbClr val="17E88F"/>
            </a:solidFill>
          </a:ln>
        </p:spPr>
        <p:style>
          <a:lnRef idx="1">
            <a:schemeClr val="accent1"/>
          </a:lnRef>
          <a:fillRef idx="0">
            <a:schemeClr val="accent1"/>
          </a:fillRef>
          <a:effectRef idx="0">
            <a:schemeClr val="accent1"/>
          </a:effectRef>
          <a:fontRef idx="minor">
            <a:schemeClr val="tx1"/>
          </a:fontRef>
        </p:style>
      </p:cxnSp>
      <p:grpSp>
        <p:nvGrpSpPr>
          <p:cNvPr id="7" name="Title Guidance">
            <a:extLst>
              <a:ext uri="{FF2B5EF4-FFF2-40B4-BE49-F238E27FC236}">
                <a16:creationId xmlns:a16="http://schemas.microsoft.com/office/drawing/2014/main" id="{B6CCEAED-DA41-2AAB-3D2A-61929F6A0B2B}"/>
              </a:ext>
              <a:ext uri="{C183D7F6-B498-43B3-948B-1728B52AA6E4}">
                <adec:decorative xmlns:adec="http://schemas.microsoft.com/office/drawing/2017/decorative" val="1"/>
              </a:ext>
            </a:extLst>
          </p:cNvPr>
          <p:cNvGrpSpPr>
            <a:grpSpLocks noGrp="1" noUngrp="1" noRot="1" noMove="1" noResize="1"/>
          </p:cNvGrpSpPr>
          <p:nvPr userDrawn="1"/>
        </p:nvGrpSpPr>
        <p:grpSpPr>
          <a:xfrm>
            <a:off x="-2317919" y="441325"/>
            <a:ext cx="1960563" cy="707886"/>
            <a:chOff x="-2322513" y="195104"/>
            <a:chExt cx="1960563" cy="707886"/>
          </a:xfrm>
        </p:grpSpPr>
        <p:sp>
          <p:nvSpPr>
            <p:cNvPr id="8" name="Guidance">
              <a:extLst>
                <a:ext uri="{FF2B5EF4-FFF2-40B4-BE49-F238E27FC236}">
                  <a16:creationId xmlns:a16="http://schemas.microsoft.com/office/drawing/2014/main" id="{03B385E8-C50F-7A13-7EC7-7985BCEEEDE0}"/>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461665"/>
            </a:xfrm>
            <a:prstGeom prst="rect">
              <a:avLst/>
            </a:prstGeom>
            <a:solidFill>
              <a:srgbClr val="C0D4CB"/>
            </a:solidFill>
          </p:spPr>
          <p:txBody>
            <a:bodyPr wrap="square" lIns="72000" rIns="72000" rtlCol="0">
              <a:noAutofit/>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ea typeface="+mn-ea"/>
                  <a:cs typeface="+mn-cs"/>
                </a:rPr>
                <a:t>The divider title of the presentation should be large and impactful. Adjust font sizes smaller as needed but do not go smaller than 28pt.</a:t>
              </a:r>
            </a:p>
          </p:txBody>
        </p:sp>
        <p:sp>
          <p:nvSpPr>
            <p:cNvPr id="9" name="Guidance">
              <a:extLst>
                <a:ext uri="{FF2B5EF4-FFF2-40B4-BE49-F238E27FC236}">
                  <a16:creationId xmlns:a16="http://schemas.microsoft.com/office/drawing/2014/main" id="{69528030-7772-2133-099C-336EEC171B7C}"/>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lvl="5"/>
              <a:r>
                <a:rPr lang="en-GB" sz="1000" dirty="0">
                  <a:solidFill>
                    <a:srgbClr val="FFFFFF"/>
                  </a:solidFill>
                </a:rPr>
                <a:t>Opening/Divider slide title text</a:t>
              </a:r>
            </a:p>
          </p:txBody>
        </p:sp>
      </p:grpSp>
      <p:grpSp>
        <p:nvGrpSpPr>
          <p:cNvPr id="24" name="Text Styles Guidance">
            <a:extLst>
              <a:ext uri="{FF2B5EF4-FFF2-40B4-BE49-F238E27FC236}">
                <a16:creationId xmlns:a16="http://schemas.microsoft.com/office/drawing/2014/main" id="{F8126663-E5A1-16D8-BEB3-B390F945F16E}"/>
              </a:ext>
              <a:ext uri="{C183D7F6-B498-43B3-948B-1728B52AA6E4}">
                <adec:decorative xmlns:adec="http://schemas.microsoft.com/office/drawing/2017/decorative" val="1"/>
              </a:ext>
            </a:extLst>
          </p:cNvPr>
          <p:cNvGrpSpPr>
            <a:grpSpLocks noGrp="1" noUngrp="1" noRot="1" noMove="1" noResize="1"/>
          </p:cNvGrpSpPr>
          <p:nvPr userDrawn="1"/>
        </p:nvGrpSpPr>
        <p:grpSpPr>
          <a:xfrm>
            <a:off x="-2322513" y="1395432"/>
            <a:ext cx="1969750" cy="1731874"/>
            <a:chOff x="-2322513" y="1484313"/>
            <a:chExt cx="1969750" cy="1731874"/>
          </a:xfrm>
        </p:grpSpPr>
        <p:grpSp>
          <p:nvGrpSpPr>
            <p:cNvPr id="25" name="Group 24">
              <a:extLst>
                <a:ext uri="{FF2B5EF4-FFF2-40B4-BE49-F238E27FC236}">
                  <a16:creationId xmlns:a16="http://schemas.microsoft.com/office/drawing/2014/main" id="{62411138-10E8-E4DD-AD88-4FD266CD16E5}"/>
                </a:ext>
              </a:extLst>
            </p:cNvPr>
            <p:cNvGrpSpPr>
              <a:grpSpLocks noGrp="1" noUngrp="1" noRot="1" noMove="1" noResize="1"/>
            </p:cNvGrpSpPr>
            <p:nvPr userDrawn="1"/>
          </p:nvGrpSpPr>
          <p:grpSpPr>
            <a:xfrm>
              <a:off x="-2317919" y="1484313"/>
              <a:ext cx="1960563" cy="1231106"/>
              <a:chOff x="-2322513" y="195104"/>
              <a:chExt cx="1960563" cy="1231106"/>
            </a:xfrm>
          </p:grpSpPr>
          <p:sp>
            <p:nvSpPr>
              <p:cNvPr id="29" name="Guidance">
                <a:extLst>
                  <a:ext uri="{FF2B5EF4-FFF2-40B4-BE49-F238E27FC236}">
                    <a16:creationId xmlns:a16="http://schemas.microsoft.com/office/drawing/2014/main" id="{61A46CC0-2F1C-D4BA-1C38-95B405BD621F}"/>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984885"/>
              </a:xfrm>
              <a:prstGeom prst="rect">
                <a:avLst/>
              </a:prstGeom>
              <a:solidFill>
                <a:srgbClr val="C0D4CB"/>
              </a:solidFill>
            </p:spPr>
            <p:txBody>
              <a:bodyPr wrap="square" lIns="72000" rIns="72000" rtlCol="0">
                <a:noAutofit/>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Each text frame has nine pre-formatted styles defined for you to use.</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To access the styles, use the Increase/Decrease List Level commands found in Home &gt; Paragraph tools:</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800" b="0" i="0" u="none" strike="noStrike" kern="1200" cap="none" spc="0" normalizeH="0" baseline="0" noProof="0" dirty="0">
                  <a:ln>
                    <a:noFill/>
                  </a:ln>
                  <a:solidFill>
                    <a:srgbClr val="012A2D"/>
                  </a:solidFill>
                  <a:effectLst/>
                  <a:uLnTx/>
                  <a:uFillTx/>
                  <a:latin typeface="Calibre"/>
                </a:endParaRPr>
              </a:p>
            </p:txBody>
          </p:sp>
          <p:sp>
            <p:nvSpPr>
              <p:cNvPr id="30" name="Guidance">
                <a:extLst>
                  <a:ext uri="{FF2B5EF4-FFF2-40B4-BE49-F238E27FC236}">
                    <a16:creationId xmlns:a16="http://schemas.microsoft.com/office/drawing/2014/main" id="{BB58C1C5-94F8-68F5-5ED5-D3F07E0DDFA3}"/>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Text styles</a:t>
                </a:r>
              </a:p>
            </p:txBody>
          </p:sp>
        </p:grpSp>
        <p:grpSp>
          <p:nvGrpSpPr>
            <p:cNvPr id="26" name="Group 25">
              <a:extLst>
                <a:ext uri="{FF2B5EF4-FFF2-40B4-BE49-F238E27FC236}">
                  <a16:creationId xmlns:a16="http://schemas.microsoft.com/office/drawing/2014/main" id="{CD3A4942-E5BB-00CA-6F17-F7A536ECF2F5}"/>
                </a:ext>
              </a:extLst>
            </p:cNvPr>
            <p:cNvGrpSpPr>
              <a:grpSpLocks noGrp="1" noUngrp="1" noRot="1" noMove="1" noResize="1"/>
            </p:cNvGrpSpPr>
            <p:nvPr userDrawn="1"/>
          </p:nvGrpSpPr>
          <p:grpSpPr>
            <a:xfrm>
              <a:off x="-2322513" y="2655826"/>
              <a:ext cx="1969750" cy="560361"/>
              <a:chOff x="3911096" y="2800206"/>
              <a:chExt cx="4420607" cy="1257587"/>
            </a:xfrm>
          </p:grpSpPr>
          <p:pic>
            <p:nvPicPr>
              <p:cNvPr id="27" name="Picture 26">
                <a:extLst>
                  <a:ext uri="{FF2B5EF4-FFF2-40B4-BE49-F238E27FC236}">
                    <a16:creationId xmlns:a16="http://schemas.microsoft.com/office/drawing/2014/main" id="{8E0C7624-6614-55D9-3CE1-A63CEB33E745}"/>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3911096" y="2800206"/>
                <a:ext cx="4420607" cy="1257587"/>
              </a:xfrm>
              <a:prstGeom prst="rect">
                <a:avLst/>
              </a:prstGeom>
            </p:spPr>
          </p:pic>
          <p:sp>
            <p:nvSpPr>
              <p:cNvPr id="28" name="Rectangle 27">
                <a:extLst>
                  <a:ext uri="{FF2B5EF4-FFF2-40B4-BE49-F238E27FC236}">
                    <a16:creationId xmlns:a16="http://schemas.microsoft.com/office/drawing/2014/main" id="{DDCD4A63-83F9-14C7-3EB7-5CDB90DCD4FB}"/>
                  </a:ext>
                </a:extLst>
              </p:cNvPr>
              <p:cNvSpPr>
                <a:spLocks noGrp="1" noRot="1" noMove="1" noResize="1" noEditPoints="1" noAdjustHandles="1" noChangeArrowheads="1" noChangeShapeType="1"/>
              </p:cNvSpPr>
              <p:nvPr/>
            </p:nvSpPr>
            <p:spPr>
              <a:xfrm>
                <a:off x="5074444" y="2959894"/>
                <a:ext cx="669131" cy="285750"/>
              </a:xfrm>
              <a:prstGeom prst="rect">
                <a:avLst/>
              </a:prstGeom>
              <a:noFill/>
              <a:ln w="6350" cap="flat" cmpd="sng" algn="ctr">
                <a:solidFill>
                  <a:srgbClr val="FF0000"/>
                </a:solidFill>
                <a:prstDash val="solid"/>
                <a:miter lim="800000"/>
              </a:ln>
              <a:effectLst/>
            </p:spPr>
            <p:txBody>
              <a:bodyPr rtlCol="0" anchor="ctr">
                <a:noAutofit/>
              </a:bodyPr>
              <a:lstStyle/>
              <a:p>
                <a:pPr marL="0" marR="0" lvl="0" indent="0" algn="ctr"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1200" b="0" i="0" u="none" strike="noStrike" kern="1200" cap="none" spc="0" normalizeH="0" baseline="0" noProof="0" dirty="0">
                  <a:ln>
                    <a:noFill/>
                  </a:ln>
                  <a:solidFill>
                    <a:srgbClr val="FFFFFF"/>
                  </a:solidFill>
                  <a:effectLst/>
                  <a:uLnTx/>
                  <a:uFillTx/>
                  <a:latin typeface="Calibre"/>
                  <a:ea typeface="+mn-ea"/>
                  <a:cs typeface="+mn-cs"/>
                </a:endParaRPr>
              </a:p>
            </p:txBody>
          </p:sp>
        </p:grpSp>
      </p:grpSp>
    </p:spTree>
    <p:extLst>
      <p:ext uri="{BB962C8B-B14F-4D97-AF65-F5344CB8AC3E}">
        <p14:creationId xmlns:p14="http://schemas.microsoft.com/office/powerpoint/2010/main" val="2087411312"/>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Executive summary">
    <p:bg>
      <p:bgPr>
        <a:solidFill>
          <a:srgbClr val="003F2D"/>
        </a:solidFill>
        <a:effectLst/>
      </p:bgPr>
    </p:bg>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944047B7-C3F4-44CE-8AF6-813AA0A42774}"/>
              </a:ext>
            </a:extLst>
          </p:cNvPr>
          <p:cNvSpPr>
            <a:spLocks noGrp="1"/>
          </p:cNvSpPr>
          <p:nvPr>
            <p:ph type="title" hasCustomPrompt="1"/>
          </p:nvPr>
        </p:nvSpPr>
        <p:spPr>
          <a:xfrm>
            <a:off x="511176" y="1601787"/>
            <a:ext cx="7580376" cy="1252728"/>
          </a:xfrm>
        </p:spPr>
        <p:txBody>
          <a:bodyPr/>
          <a:lstStyle>
            <a:lvl1pPr>
              <a:defRPr sz="6000"/>
            </a:lvl1pPr>
          </a:lstStyle>
          <a:p>
            <a:r>
              <a:rPr lang="en-GB" dirty="0"/>
              <a:t>Click to add title</a:t>
            </a:r>
          </a:p>
        </p:txBody>
      </p:sp>
      <p:sp>
        <p:nvSpPr>
          <p:cNvPr id="10" name="Content Placeholder 1">
            <a:extLst>
              <a:ext uri="{FF2B5EF4-FFF2-40B4-BE49-F238E27FC236}">
                <a16:creationId xmlns:a16="http://schemas.microsoft.com/office/drawing/2014/main" id="{D014117E-EC3F-B9ED-CF80-49E1BC70942F}"/>
              </a:ext>
            </a:extLst>
          </p:cNvPr>
          <p:cNvSpPr>
            <a:spLocks noGrp="1"/>
          </p:cNvSpPr>
          <p:nvPr>
            <p:ph sz="quarter" idx="12" hasCustomPrompt="1"/>
          </p:nvPr>
        </p:nvSpPr>
        <p:spPr>
          <a:xfrm>
            <a:off x="503238" y="3465514"/>
            <a:ext cx="4014216" cy="2414016"/>
          </a:xfrm>
        </p:spPr>
        <p:txBody>
          <a:bodyPr/>
          <a:lstStyle>
            <a:lvl1pPr>
              <a:defRPr/>
            </a:lvl1pPr>
          </a:lstStyle>
          <a:p>
            <a:pPr lvl="0"/>
            <a:r>
              <a:rPr lang="en-GB" dirty="0"/>
              <a:t>Large heading – use text levels for other styles or click icon to insert content</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4" name="Content Placeholder 2">
            <a:extLst>
              <a:ext uri="{FF2B5EF4-FFF2-40B4-BE49-F238E27FC236}">
                <a16:creationId xmlns:a16="http://schemas.microsoft.com/office/drawing/2014/main" id="{1689BE60-1BDF-2621-90B2-EFC54710D12F}"/>
              </a:ext>
            </a:extLst>
          </p:cNvPr>
          <p:cNvSpPr>
            <a:spLocks noGrp="1"/>
          </p:cNvSpPr>
          <p:nvPr>
            <p:ph sz="quarter" idx="14" hasCustomPrompt="1"/>
          </p:nvPr>
        </p:nvSpPr>
        <p:spPr>
          <a:xfrm>
            <a:off x="5114926" y="3465514"/>
            <a:ext cx="2980944" cy="2414016"/>
          </a:xfrm>
        </p:spPr>
        <p:txBody>
          <a:bodyPr/>
          <a:lstStyle>
            <a:lvl1pPr>
              <a:defRPr/>
            </a:lvl1pPr>
          </a:lstStyle>
          <a:p>
            <a:pPr lvl="0"/>
            <a:r>
              <a:rPr lang="en-GB" dirty="0"/>
              <a:t>Large heading – use text levels for other styles or click icon to insert content</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8" name="Content Placeholder 3">
            <a:extLst>
              <a:ext uri="{FF2B5EF4-FFF2-40B4-BE49-F238E27FC236}">
                <a16:creationId xmlns:a16="http://schemas.microsoft.com/office/drawing/2014/main" id="{E7081ADF-8AE5-CB5B-9C53-505E4F1B753F}"/>
              </a:ext>
            </a:extLst>
          </p:cNvPr>
          <p:cNvSpPr>
            <a:spLocks noGrp="1"/>
          </p:cNvSpPr>
          <p:nvPr>
            <p:ph sz="quarter" idx="16" hasCustomPrompt="1"/>
          </p:nvPr>
        </p:nvSpPr>
        <p:spPr>
          <a:xfrm>
            <a:off x="8702675" y="3465514"/>
            <a:ext cx="2980944" cy="2414016"/>
          </a:xfrm>
        </p:spPr>
        <p:txBody>
          <a:bodyPr/>
          <a:lstStyle>
            <a:lvl1pPr>
              <a:defRPr/>
            </a:lvl1pPr>
          </a:lstStyle>
          <a:p>
            <a:pPr lvl="0"/>
            <a:r>
              <a:rPr lang="en-GB" dirty="0"/>
              <a:t>Large heading – use text levels for other styles or click icon to insert content</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8" name="Speaker Placeholder">
            <a:extLst>
              <a:ext uri="{FF2B5EF4-FFF2-40B4-BE49-F238E27FC236}">
                <a16:creationId xmlns:a16="http://schemas.microsoft.com/office/drawing/2014/main" id="{0AB1EEEC-0D13-0BD5-86C1-FEA968AFEE5B}"/>
              </a:ext>
            </a:extLst>
          </p:cNvPr>
          <p:cNvSpPr>
            <a:spLocks noGrp="1"/>
          </p:cNvSpPr>
          <p:nvPr>
            <p:ph type="body" sz="quarter" idx="11" hasCustomPrompt="1"/>
          </p:nvPr>
        </p:nvSpPr>
        <p:spPr>
          <a:xfrm>
            <a:off x="503238" y="873125"/>
            <a:ext cx="2980944" cy="612648"/>
          </a:xfrm>
        </p:spPr>
        <p:txBody>
          <a:bodyPr/>
          <a:lstStyle>
            <a:lvl1pPr>
              <a:spcBef>
                <a:spcPts val="1200"/>
              </a:spcBef>
              <a:spcAft>
                <a:spcPts val="0"/>
              </a:spcAft>
              <a:defRPr sz="1600">
                <a:solidFill>
                  <a:schemeClr val="tx1"/>
                </a:solidFill>
                <a:latin typeface="+mj-lt"/>
              </a:defRPr>
            </a:lvl1pPr>
            <a:lvl2pPr>
              <a:spcBef>
                <a:spcPts val="0"/>
              </a:spcBef>
              <a:spcAft>
                <a:spcPts val="600"/>
              </a:spcAft>
              <a:defRPr>
                <a:latin typeface="Calibre Light" panose="020B0303030202060203" pitchFamily="34" charset="0"/>
              </a:defRPr>
            </a:lvl2pPr>
          </a:lstStyle>
          <a:p>
            <a:pPr lvl="0"/>
            <a:r>
              <a:rPr lang="en-GB" dirty="0"/>
              <a:t>Name Surname – use level 2 for title</a:t>
            </a:r>
          </a:p>
          <a:p>
            <a:pPr lvl="1"/>
            <a:r>
              <a:rPr lang="en-GB" dirty="0"/>
              <a:t>Title – Second level</a:t>
            </a:r>
          </a:p>
          <a:p>
            <a:pPr lvl="2"/>
            <a:r>
              <a:rPr lang="en-GB" dirty="0"/>
              <a:t>Third level</a:t>
            </a:r>
          </a:p>
          <a:p>
            <a:pPr lvl="3"/>
            <a:r>
              <a:rPr lang="en-GB" dirty="0"/>
              <a:t>Fourth level</a:t>
            </a:r>
          </a:p>
          <a:p>
            <a:pPr lvl="4"/>
            <a:r>
              <a:rPr lang="en-GB" dirty="0"/>
              <a:t>Fifth level</a:t>
            </a:r>
          </a:p>
        </p:txBody>
      </p:sp>
      <p:cxnSp>
        <p:nvCxnSpPr>
          <p:cNvPr id="27" name="LoS - Fixed">
            <a:extLst>
              <a:ext uri="{FF2B5EF4-FFF2-40B4-BE49-F238E27FC236}">
                <a16:creationId xmlns:a16="http://schemas.microsoft.com/office/drawing/2014/main" id="{3D8841CC-6BF8-B9F9-FF1F-29688760CFC6}"/>
              </a:ext>
              <a:ext uri="{C183D7F6-B498-43B3-948B-1728B52AA6E4}">
                <adec:decorative xmlns:adec="http://schemas.microsoft.com/office/drawing/2017/decorative" val="1"/>
              </a:ext>
            </a:extLst>
          </p:cNvPr>
          <p:cNvCxnSpPr>
            <a:cxnSpLocks/>
          </p:cNvCxnSpPr>
          <p:nvPr userDrawn="1"/>
        </p:nvCxnSpPr>
        <p:spPr>
          <a:xfrm>
            <a:off x="503238" y="3050382"/>
            <a:ext cx="11183937" cy="0"/>
          </a:xfrm>
          <a:prstGeom prst="line">
            <a:avLst/>
          </a:prstGeom>
          <a:ln w="63500">
            <a:solidFill>
              <a:srgbClr val="17E88F"/>
            </a:solidFill>
          </a:ln>
        </p:spPr>
        <p:style>
          <a:lnRef idx="1">
            <a:schemeClr val="accent1"/>
          </a:lnRef>
          <a:fillRef idx="0">
            <a:schemeClr val="accent1"/>
          </a:fillRef>
          <a:effectRef idx="0">
            <a:schemeClr val="accent1"/>
          </a:effectRef>
          <a:fontRef idx="minor">
            <a:schemeClr val="tx1"/>
          </a:fontRef>
        </p:style>
      </p:cxnSp>
      <p:grpSp>
        <p:nvGrpSpPr>
          <p:cNvPr id="17" name="Text Styles Guidance">
            <a:extLst>
              <a:ext uri="{FF2B5EF4-FFF2-40B4-BE49-F238E27FC236}">
                <a16:creationId xmlns:a16="http://schemas.microsoft.com/office/drawing/2014/main" id="{CAF01518-2F1F-5D12-0266-29157ACD0B60}"/>
              </a:ext>
              <a:ext uri="{C183D7F6-B498-43B3-948B-1728B52AA6E4}">
                <adec:decorative xmlns:adec="http://schemas.microsoft.com/office/drawing/2017/decorative" val="1"/>
              </a:ext>
            </a:extLst>
          </p:cNvPr>
          <p:cNvGrpSpPr>
            <a:grpSpLocks noGrp="1" noUngrp="1" noRot="1" noMove="1" noResize="1"/>
          </p:cNvGrpSpPr>
          <p:nvPr userDrawn="1"/>
        </p:nvGrpSpPr>
        <p:grpSpPr>
          <a:xfrm>
            <a:off x="-2322513" y="452438"/>
            <a:ext cx="1969750" cy="1731874"/>
            <a:chOff x="-2322513" y="1484313"/>
            <a:chExt cx="1969750" cy="1731874"/>
          </a:xfrm>
        </p:grpSpPr>
        <p:grpSp>
          <p:nvGrpSpPr>
            <p:cNvPr id="19" name="Group 18">
              <a:extLst>
                <a:ext uri="{FF2B5EF4-FFF2-40B4-BE49-F238E27FC236}">
                  <a16:creationId xmlns:a16="http://schemas.microsoft.com/office/drawing/2014/main" id="{C06F158A-C56D-57A4-B3D2-755E0CF1B0DA}"/>
                </a:ext>
              </a:extLst>
            </p:cNvPr>
            <p:cNvGrpSpPr>
              <a:grpSpLocks noGrp="1" noUngrp="1" noRot="1" noMove="1" noResize="1"/>
            </p:cNvGrpSpPr>
            <p:nvPr userDrawn="1"/>
          </p:nvGrpSpPr>
          <p:grpSpPr>
            <a:xfrm>
              <a:off x="-2317919" y="1484313"/>
              <a:ext cx="1960563" cy="1231106"/>
              <a:chOff x="-2322513" y="195104"/>
              <a:chExt cx="1960563" cy="1231106"/>
            </a:xfrm>
          </p:grpSpPr>
          <p:sp>
            <p:nvSpPr>
              <p:cNvPr id="23" name="Guidance">
                <a:extLst>
                  <a:ext uri="{FF2B5EF4-FFF2-40B4-BE49-F238E27FC236}">
                    <a16:creationId xmlns:a16="http://schemas.microsoft.com/office/drawing/2014/main" id="{850AF776-7D0A-3B4A-B85F-0FF9BFB02382}"/>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984885"/>
              </a:xfrm>
              <a:prstGeom prst="rect">
                <a:avLst/>
              </a:prstGeom>
              <a:solidFill>
                <a:srgbClr val="C0D4CB"/>
              </a:solidFill>
            </p:spPr>
            <p:txBody>
              <a:bodyPr wrap="square" lIns="72000" rIns="72000" rtlCol="0">
                <a:noAutofit/>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Each text frame has nine pre-formatted styles defined for you to use.</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To access the styles, use the Increase/Decrease List Level commands found in Home &gt; Paragraph tools:</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800" b="0" i="0" u="none" strike="noStrike" kern="1200" cap="none" spc="0" normalizeH="0" baseline="0" noProof="0" dirty="0">
                  <a:ln>
                    <a:noFill/>
                  </a:ln>
                  <a:solidFill>
                    <a:srgbClr val="012A2D"/>
                  </a:solidFill>
                  <a:effectLst/>
                  <a:uLnTx/>
                  <a:uFillTx/>
                  <a:latin typeface="Calibre"/>
                </a:endParaRPr>
              </a:p>
            </p:txBody>
          </p:sp>
          <p:sp>
            <p:nvSpPr>
              <p:cNvPr id="25" name="Guidance">
                <a:extLst>
                  <a:ext uri="{FF2B5EF4-FFF2-40B4-BE49-F238E27FC236}">
                    <a16:creationId xmlns:a16="http://schemas.microsoft.com/office/drawing/2014/main" id="{C7C0BAF9-4456-2578-4813-AC867A36385C}"/>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Text styles</a:t>
                </a:r>
              </a:p>
            </p:txBody>
          </p:sp>
        </p:grpSp>
        <p:grpSp>
          <p:nvGrpSpPr>
            <p:cNvPr id="20" name="Group 19">
              <a:extLst>
                <a:ext uri="{FF2B5EF4-FFF2-40B4-BE49-F238E27FC236}">
                  <a16:creationId xmlns:a16="http://schemas.microsoft.com/office/drawing/2014/main" id="{4A3AE8E3-0DE5-70DF-F84F-D98AD2F3AE2C}"/>
                </a:ext>
              </a:extLst>
            </p:cNvPr>
            <p:cNvGrpSpPr>
              <a:grpSpLocks noGrp="1" noUngrp="1" noRot="1" noMove="1" noResize="1"/>
            </p:cNvGrpSpPr>
            <p:nvPr userDrawn="1"/>
          </p:nvGrpSpPr>
          <p:grpSpPr>
            <a:xfrm>
              <a:off x="-2322513" y="2655826"/>
              <a:ext cx="1969750" cy="560361"/>
              <a:chOff x="3911096" y="2800206"/>
              <a:chExt cx="4420607" cy="1257587"/>
            </a:xfrm>
          </p:grpSpPr>
          <p:pic>
            <p:nvPicPr>
              <p:cNvPr id="21" name="Picture 20">
                <a:extLst>
                  <a:ext uri="{FF2B5EF4-FFF2-40B4-BE49-F238E27FC236}">
                    <a16:creationId xmlns:a16="http://schemas.microsoft.com/office/drawing/2014/main" id="{4C5DD123-214D-A959-DF36-DBD94D32F182}"/>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3911096" y="2800206"/>
                <a:ext cx="4420607" cy="1257587"/>
              </a:xfrm>
              <a:prstGeom prst="rect">
                <a:avLst/>
              </a:prstGeom>
            </p:spPr>
          </p:pic>
          <p:sp>
            <p:nvSpPr>
              <p:cNvPr id="22" name="Rectangle 21">
                <a:extLst>
                  <a:ext uri="{FF2B5EF4-FFF2-40B4-BE49-F238E27FC236}">
                    <a16:creationId xmlns:a16="http://schemas.microsoft.com/office/drawing/2014/main" id="{BF216BB9-4F69-0C48-ED46-DFCE82ECE543}"/>
                  </a:ext>
                </a:extLst>
              </p:cNvPr>
              <p:cNvSpPr>
                <a:spLocks noGrp="1" noRot="1" noMove="1" noResize="1" noEditPoints="1" noAdjustHandles="1" noChangeArrowheads="1" noChangeShapeType="1"/>
              </p:cNvSpPr>
              <p:nvPr/>
            </p:nvSpPr>
            <p:spPr>
              <a:xfrm>
                <a:off x="5074444" y="2959894"/>
                <a:ext cx="669131" cy="285750"/>
              </a:xfrm>
              <a:prstGeom prst="rect">
                <a:avLst/>
              </a:prstGeom>
              <a:noFill/>
              <a:ln w="6350" cap="flat" cmpd="sng" algn="ctr">
                <a:solidFill>
                  <a:srgbClr val="FF0000"/>
                </a:solidFill>
                <a:prstDash val="solid"/>
                <a:miter lim="800000"/>
              </a:ln>
              <a:effectLst/>
            </p:spPr>
            <p:txBody>
              <a:bodyPr rtlCol="0" anchor="ctr">
                <a:noAutofit/>
              </a:bodyPr>
              <a:lstStyle/>
              <a:p>
                <a:pPr marL="0" marR="0" lvl="0" indent="0" algn="ctr"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1200" b="0" i="0" u="none" strike="noStrike" kern="1200" cap="none" spc="0" normalizeH="0" baseline="0" noProof="0" dirty="0">
                  <a:ln>
                    <a:noFill/>
                  </a:ln>
                  <a:solidFill>
                    <a:srgbClr val="FFFFFF"/>
                  </a:solidFill>
                  <a:effectLst/>
                  <a:uLnTx/>
                  <a:uFillTx/>
                  <a:latin typeface="Calibre"/>
                  <a:ea typeface="+mn-ea"/>
                  <a:cs typeface="+mn-cs"/>
                </a:endParaRPr>
              </a:p>
            </p:txBody>
          </p:sp>
        </p:grpSp>
      </p:grpSp>
    </p:spTree>
    <p:extLst>
      <p:ext uri="{BB962C8B-B14F-4D97-AF65-F5344CB8AC3E}">
        <p14:creationId xmlns:p14="http://schemas.microsoft.com/office/powerpoint/2010/main" val="3313261879"/>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slide: Title only">
    <p:spTree>
      <p:nvGrpSpPr>
        <p:cNvPr id="1" name=""/>
        <p:cNvGrpSpPr/>
        <p:nvPr/>
      </p:nvGrpSpPr>
      <p:grpSpPr>
        <a:xfrm>
          <a:off x="0" y="0"/>
          <a:ext cx="0" cy="0"/>
          <a:chOff x="0" y="0"/>
          <a:chExt cx="0" cy="0"/>
        </a:xfrm>
      </p:grpSpPr>
      <p:sp>
        <p:nvSpPr>
          <p:cNvPr id="6" name="Navigation Header Placeholder">
            <a:extLst>
              <a:ext uri="{FF2B5EF4-FFF2-40B4-BE49-F238E27FC236}">
                <a16:creationId xmlns:a16="http://schemas.microsoft.com/office/drawing/2014/main" id="{682DE23F-D9AC-4E0E-B3B4-53687A5F35C9}"/>
              </a:ext>
              <a:ext uri="{C183D7F6-B498-43B3-948B-1728B52AA6E4}">
                <adec:decorative xmlns:adec="http://schemas.microsoft.com/office/drawing/2017/decorative" val="1"/>
              </a:ext>
            </a:extLst>
          </p:cNvPr>
          <p:cNvSpPr>
            <a:spLocks noGrp="1"/>
          </p:cNvSpPr>
          <p:nvPr>
            <p:ph type="body" sz="quarter" idx="10" hasCustomPrompt="1"/>
          </p:nvPr>
        </p:nvSpPr>
        <p:spPr>
          <a:xfrm>
            <a:off x="1536700" y="957804"/>
            <a:ext cx="1938528" cy="182880"/>
          </a:xfrm>
        </p:spPr>
        <p:txBody>
          <a:bodyPr anchor="t" anchorCtr="0"/>
          <a:lstStyle>
            <a:lvl1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1pPr>
            <a:lvl2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2pPr>
            <a:lvl3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3pPr>
            <a:lvl4pPr marL="0" indent="0" algn="l">
              <a:lnSpc>
                <a:spcPct val="90000"/>
              </a:lnSpc>
              <a:spcBef>
                <a:spcPts val="0"/>
              </a:spcBef>
              <a:spcAft>
                <a:spcPts val="0"/>
              </a:spcAft>
              <a:buFont typeface="Calibre" panose="020B0503030202060203" pitchFamily="34" charset="0"/>
              <a:buNone/>
              <a:defRPr lang="en-US" sz="1050" cap="all" baseline="0" dirty="0" smtClean="0">
                <a:latin typeface="Calibre Medium" panose="020B0603030202060203" pitchFamily="34" charset="0"/>
              </a:defRPr>
            </a:lvl4pPr>
            <a:lvl5pPr marL="0" indent="0" algn="l">
              <a:lnSpc>
                <a:spcPct val="90000"/>
              </a:lnSpc>
              <a:spcBef>
                <a:spcPts val="0"/>
              </a:spcBef>
              <a:spcAft>
                <a:spcPts val="0"/>
              </a:spcAft>
              <a:buFont typeface="Calibre" panose="020B0503030202060203" pitchFamily="34" charset="0"/>
              <a:buNone/>
              <a:defRPr lang="en-US" sz="1050" cap="all" baseline="0" dirty="0" smtClean="0">
                <a:latin typeface="Calibre Medium" panose="020B0603030202060203" pitchFamily="34" charset="0"/>
              </a:defRPr>
            </a:lvl5pPr>
            <a:lvl6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6pPr>
            <a:lvl7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7pPr>
            <a:lvl8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8pPr>
            <a:lvl9pPr marL="0" indent="0" algn="l">
              <a:lnSpc>
                <a:spcPct val="90000"/>
              </a:lnSpc>
              <a:spcBef>
                <a:spcPts val="0"/>
              </a:spcBef>
              <a:spcAft>
                <a:spcPts val="0"/>
              </a:spcAft>
              <a:buFont typeface="Calibre" panose="020B0503030202060203" pitchFamily="34" charset="0"/>
              <a:buNone/>
              <a:defRPr lang="en-US" sz="1050" cap="all" baseline="0" dirty="0">
                <a:latin typeface="Calibre Medium" panose="020B0603030202060203" pitchFamily="34" charset="0"/>
              </a:defRPr>
            </a:lvl9pPr>
          </a:lstStyle>
          <a:p>
            <a:pPr lvl="0"/>
            <a:r>
              <a:rPr lang="en-GB" dirty="0"/>
              <a:t>Navigation Header</a:t>
            </a:r>
          </a:p>
        </p:txBody>
      </p:sp>
      <p:sp>
        <p:nvSpPr>
          <p:cNvPr id="2" name="Title Placeholder">
            <a:extLst>
              <a:ext uri="{FF2B5EF4-FFF2-40B4-BE49-F238E27FC236}">
                <a16:creationId xmlns:a16="http://schemas.microsoft.com/office/drawing/2014/main" id="{944047B7-C3F4-44CE-8AF6-813AA0A42774}"/>
              </a:ext>
            </a:extLst>
          </p:cNvPr>
          <p:cNvSpPr>
            <a:spLocks noGrp="1"/>
          </p:cNvSpPr>
          <p:nvPr>
            <p:ph type="title" hasCustomPrompt="1"/>
          </p:nvPr>
        </p:nvSpPr>
        <p:spPr>
          <a:xfrm>
            <a:off x="511176" y="1601788"/>
            <a:ext cx="2971800" cy="1250949"/>
          </a:xfrm>
        </p:spPr>
        <p:txBody>
          <a:bodyPr/>
          <a:lstStyle>
            <a:lvl1pPr>
              <a:defRPr/>
            </a:lvl1pPr>
          </a:lstStyle>
          <a:p>
            <a:r>
              <a:rPr lang="en-GB" dirty="0"/>
              <a:t>Click to add title</a:t>
            </a:r>
          </a:p>
        </p:txBody>
      </p:sp>
      <p:cxnSp>
        <p:nvCxnSpPr>
          <p:cNvPr id="4" name="LoS - Fixed">
            <a:extLst>
              <a:ext uri="{FF2B5EF4-FFF2-40B4-BE49-F238E27FC236}">
                <a16:creationId xmlns:a16="http://schemas.microsoft.com/office/drawing/2014/main" id="{6E49B04A-A0F1-B674-585D-5B7235E449CD}"/>
              </a:ext>
              <a:ext uri="{C183D7F6-B498-43B3-948B-1728B52AA6E4}">
                <adec:decorative xmlns:adec="http://schemas.microsoft.com/office/drawing/2017/decorative" val="1"/>
              </a:ext>
            </a:extLst>
          </p:cNvPr>
          <p:cNvCxnSpPr>
            <a:cxnSpLocks/>
          </p:cNvCxnSpPr>
          <p:nvPr userDrawn="1"/>
        </p:nvCxnSpPr>
        <p:spPr>
          <a:xfrm>
            <a:off x="503238" y="1022541"/>
            <a:ext cx="935037" cy="0"/>
          </a:xfrm>
          <a:prstGeom prst="line">
            <a:avLst/>
          </a:prstGeom>
          <a:ln w="25400">
            <a:solidFill>
              <a:srgbClr val="17E88F"/>
            </a:solidFill>
          </a:ln>
        </p:spPr>
        <p:style>
          <a:lnRef idx="1">
            <a:schemeClr val="accent1"/>
          </a:lnRef>
          <a:fillRef idx="0">
            <a:schemeClr val="accent1"/>
          </a:fillRef>
          <a:effectRef idx="0">
            <a:schemeClr val="accent1"/>
          </a:effectRef>
          <a:fontRef idx="minor">
            <a:schemeClr val="tx1"/>
          </a:fontRef>
        </p:style>
      </p:cxnSp>
      <p:grpSp>
        <p:nvGrpSpPr>
          <p:cNvPr id="5" name="Text Styles Guidance">
            <a:extLst>
              <a:ext uri="{FF2B5EF4-FFF2-40B4-BE49-F238E27FC236}">
                <a16:creationId xmlns:a16="http://schemas.microsoft.com/office/drawing/2014/main" id="{6590192F-FBBB-6E25-AC52-B4C102F02EDD}"/>
              </a:ext>
              <a:ext uri="{C183D7F6-B498-43B3-948B-1728B52AA6E4}">
                <adec:decorative xmlns:adec="http://schemas.microsoft.com/office/drawing/2017/decorative" val="1"/>
              </a:ext>
            </a:extLst>
          </p:cNvPr>
          <p:cNvGrpSpPr>
            <a:grpSpLocks noGrp="1" noUngrp="1" noRot="1" noMove="1" noResize="1"/>
          </p:cNvGrpSpPr>
          <p:nvPr userDrawn="1"/>
        </p:nvGrpSpPr>
        <p:grpSpPr>
          <a:xfrm>
            <a:off x="-2322513" y="452438"/>
            <a:ext cx="1969750" cy="1731874"/>
            <a:chOff x="-2322513" y="1484313"/>
            <a:chExt cx="1969750" cy="1731874"/>
          </a:xfrm>
        </p:grpSpPr>
        <p:grpSp>
          <p:nvGrpSpPr>
            <p:cNvPr id="7" name="Group 6">
              <a:extLst>
                <a:ext uri="{FF2B5EF4-FFF2-40B4-BE49-F238E27FC236}">
                  <a16:creationId xmlns:a16="http://schemas.microsoft.com/office/drawing/2014/main" id="{0BB256CA-B1C4-AE72-2A11-F61886C2DB40}"/>
                </a:ext>
              </a:extLst>
            </p:cNvPr>
            <p:cNvGrpSpPr>
              <a:grpSpLocks noGrp="1" noUngrp="1" noRot="1" noMove="1" noResize="1"/>
            </p:cNvGrpSpPr>
            <p:nvPr userDrawn="1"/>
          </p:nvGrpSpPr>
          <p:grpSpPr>
            <a:xfrm>
              <a:off x="-2317919" y="1484313"/>
              <a:ext cx="1960563" cy="1231106"/>
              <a:chOff x="-2322513" y="195104"/>
              <a:chExt cx="1960563" cy="1231106"/>
            </a:xfrm>
          </p:grpSpPr>
          <p:sp>
            <p:nvSpPr>
              <p:cNvPr id="15" name="Guidance">
                <a:extLst>
                  <a:ext uri="{FF2B5EF4-FFF2-40B4-BE49-F238E27FC236}">
                    <a16:creationId xmlns:a16="http://schemas.microsoft.com/office/drawing/2014/main" id="{BCE7A9CD-E80F-3525-6588-586F7D211497}"/>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984885"/>
              </a:xfrm>
              <a:prstGeom prst="rect">
                <a:avLst/>
              </a:prstGeom>
              <a:solidFill>
                <a:srgbClr val="C0D4CB"/>
              </a:solidFill>
            </p:spPr>
            <p:txBody>
              <a:bodyPr wrap="square" lIns="72000" rIns="72000" rtlCol="0">
                <a:noAutofit/>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Each text frame has nine pre-formatted styles defined for you to use. </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To access the styles, use the Increase/Decrease List Level commands found in Home &gt; Paragraph tools:</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800" b="0" i="0" u="none" strike="noStrike" kern="1200" cap="none" spc="0" normalizeH="0" baseline="0" noProof="0" dirty="0">
                  <a:ln>
                    <a:noFill/>
                  </a:ln>
                  <a:solidFill>
                    <a:srgbClr val="012A2D"/>
                  </a:solidFill>
                  <a:effectLst/>
                  <a:uLnTx/>
                  <a:uFillTx/>
                  <a:latin typeface="Calibre"/>
                </a:endParaRPr>
              </a:p>
            </p:txBody>
          </p:sp>
          <p:sp>
            <p:nvSpPr>
              <p:cNvPr id="17" name="Guidance">
                <a:extLst>
                  <a:ext uri="{FF2B5EF4-FFF2-40B4-BE49-F238E27FC236}">
                    <a16:creationId xmlns:a16="http://schemas.microsoft.com/office/drawing/2014/main" id="{8A6F1210-2781-40AA-0442-AC919053FB20}"/>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Text styles</a:t>
                </a:r>
              </a:p>
            </p:txBody>
          </p:sp>
        </p:grpSp>
        <p:grpSp>
          <p:nvGrpSpPr>
            <p:cNvPr id="9" name="Group 8">
              <a:extLst>
                <a:ext uri="{FF2B5EF4-FFF2-40B4-BE49-F238E27FC236}">
                  <a16:creationId xmlns:a16="http://schemas.microsoft.com/office/drawing/2014/main" id="{D5F019DD-105D-A85F-AE40-6A35AAB50D79}"/>
                </a:ext>
              </a:extLst>
            </p:cNvPr>
            <p:cNvGrpSpPr>
              <a:grpSpLocks noGrp="1" noUngrp="1" noRot="1" noMove="1" noResize="1"/>
            </p:cNvGrpSpPr>
            <p:nvPr userDrawn="1"/>
          </p:nvGrpSpPr>
          <p:grpSpPr>
            <a:xfrm>
              <a:off x="-2322513" y="2655826"/>
              <a:ext cx="1969750" cy="560361"/>
              <a:chOff x="3911096" y="2800206"/>
              <a:chExt cx="4420607" cy="1257587"/>
            </a:xfrm>
          </p:grpSpPr>
          <p:pic>
            <p:nvPicPr>
              <p:cNvPr id="11" name="Picture 10">
                <a:extLst>
                  <a:ext uri="{FF2B5EF4-FFF2-40B4-BE49-F238E27FC236}">
                    <a16:creationId xmlns:a16="http://schemas.microsoft.com/office/drawing/2014/main" id="{014DA75F-0CFD-F824-3D4B-6C1AD5925059}"/>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3911096" y="2800206"/>
                <a:ext cx="4420607" cy="1257587"/>
              </a:xfrm>
              <a:prstGeom prst="rect">
                <a:avLst/>
              </a:prstGeom>
            </p:spPr>
          </p:pic>
          <p:sp>
            <p:nvSpPr>
              <p:cNvPr id="13" name="Rectangle 12">
                <a:extLst>
                  <a:ext uri="{FF2B5EF4-FFF2-40B4-BE49-F238E27FC236}">
                    <a16:creationId xmlns:a16="http://schemas.microsoft.com/office/drawing/2014/main" id="{5B99CD4E-8F80-B910-776B-458FB5649AF8}"/>
                  </a:ext>
                </a:extLst>
              </p:cNvPr>
              <p:cNvSpPr>
                <a:spLocks noGrp="1" noRot="1" noMove="1" noResize="1" noEditPoints="1" noAdjustHandles="1" noChangeArrowheads="1" noChangeShapeType="1"/>
              </p:cNvSpPr>
              <p:nvPr/>
            </p:nvSpPr>
            <p:spPr>
              <a:xfrm>
                <a:off x="5074444" y="2959894"/>
                <a:ext cx="669131" cy="285750"/>
              </a:xfrm>
              <a:prstGeom prst="rect">
                <a:avLst/>
              </a:prstGeom>
              <a:noFill/>
              <a:ln w="6350" cap="flat" cmpd="sng" algn="ctr">
                <a:solidFill>
                  <a:srgbClr val="FF0000"/>
                </a:solidFill>
                <a:prstDash val="solid"/>
                <a:miter lim="800000"/>
              </a:ln>
              <a:effectLst/>
            </p:spPr>
            <p:txBody>
              <a:bodyPr rtlCol="0" anchor="ctr">
                <a:noAutofit/>
              </a:bodyPr>
              <a:lstStyle/>
              <a:p>
                <a:pPr marL="0" marR="0" lvl="0" indent="0" algn="ctr"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1200" b="0" i="0" u="none" strike="noStrike" kern="1200" cap="none" spc="0" normalizeH="0" baseline="0" noProof="0" dirty="0">
                  <a:ln>
                    <a:noFill/>
                  </a:ln>
                  <a:solidFill>
                    <a:srgbClr val="FFFFFF"/>
                  </a:solidFill>
                  <a:effectLst/>
                  <a:uLnTx/>
                  <a:uFillTx/>
                  <a:latin typeface="Calibre"/>
                  <a:ea typeface="+mn-ea"/>
                  <a:cs typeface="+mn-cs"/>
                </a:endParaRPr>
              </a:p>
            </p:txBody>
          </p:sp>
        </p:grpSp>
      </p:grpSp>
    </p:spTree>
    <p:extLst>
      <p:ext uri="{BB962C8B-B14F-4D97-AF65-F5344CB8AC3E}">
        <p14:creationId xmlns:p14="http://schemas.microsoft.com/office/powerpoint/2010/main" val="907564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slide: 1 Column">
    <p:spTree>
      <p:nvGrpSpPr>
        <p:cNvPr id="1" name=""/>
        <p:cNvGrpSpPr/>
        <p:nvPr/>
      </p:nvGrpSpPr>
      <p:grpSpPr>
        <a:xfrm>
          <a:off x="0" y="0"/>
          <a:ext cx="0" cy="0"/>
          <a:chOff x="0" y="0"/>
          <a:chExt cx="0" cy="0"/>
        </a:xfrm>
      </p:grpSpPr>
      <p:sp>
        <p:nvSpPr>
          <p:cNvPr id="6" name="Navigation Header Placeholder">
            <a:extLst>
              <a:ext uri="{FF2B5EF4-FFF2-40B4-BE49-F238E27FC236}">
                <a16:creationId xmlns:a16="http://schemas.microsoft.com/office/drawing/2014/main" id="{682DE23F-D9AC-4E0E-B3B4-53687A5F35C9}"/>
              </a:ext>
              <a:ext uri="{C183D7F6-B498-43B3-948B-1728B52AA6E4}">
                <adec:decorative xmlns:adec="http://schemas.microsoft.com/office/drawing/2017/decorative" val="1"/>
              </a:ext>
            </a:extLst>
          </p:cNvPr>
          <p:cNvSpPr>
            <a:spLocks noGrp="1"/>
          </p:cNvSpPr>
          <p:nvPr>
            <p:ph type="body" sz="quarter" idx="10" hasCustomPrompt="1"/>
          </p:nvPr>
        </p:nvSpPr>
        <p:spPr>
          <a:xfrm>
            <a:off x="1536700" y="957804"/>
            <a:ext cx="1938528" cy="182880"/>
          </a:xfrm>
        </p:spPr>
        <p:txBody>
          <a:bodyPr anchor="t" anchorCtr="0"/>
          <a:lstStyle>
            <a:lvl1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1pPr>
            <a:lvl2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2pPr>
            <a:lvl3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3pPr>
            <a:lvl4pPr marL="0" indent="0" algn="l">
              <a:lnSpc>
                <a:spcPct val="90000"/>
              </a:lnSpc>
              <a:spcBef>
                <a:spcPts val="0"/>
              </a:spcBef>
              <a:spcAft>
                <a:spcPts val="0"/>
              </a:spcAft>
              <a:buFont typeface="Calibre" panose="020B0503030202060203" pitchFamily="34" charset="0"/>
              <a:buNone/>
              <a:defRPr lang="en-US" sz="1050" cap="all" baseline="0" dirty="0" smtClean="0">
                <a:latin typeface="Calibre Medium" panose="020B0603030202060203" pitchFamily="34" charset="0"/>
              </a:defRPr>
            </a:lvl4pPr>
            <a:lvl5pPr marL="0" indent="0" algn="l">
              <a:lnSpc>
                <a:spcPct val="90000"/>
              </a:lnSpc>
              <a:spcBef>
                <a:spcPts val="0"/>
              </a:spcBef>
              <a:spcAft>
                <a:spcPts val="0"/>
              </a:spcAft>
              <a:buFont typeface="Calibre" panose="020B0503030202060203" pitchFamily="34" charset="0"/>
              <a:buNone/>
              <a:defRPr lang="en-US" sz="1050" cap="all" baseline="0" dirty="0" smtClean="0">
                <a:latin typeface="Calibre Medium" panose="020B0603030202060203" pitchFamily="34" charset="0"/>
              </a:defRPr>
            </a:lvl5pPr>
            <a:lvl6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6pPr>
            <a:lvl7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7pPr>
            <a:lvl8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8pPr>
            <a:lvl9pPr marL="0" indent="0" algn="l">
              <a:lnSpc>
                <a:spcPct val="90000"/>
              </a:lnSpc>
              <a:spcBef>
                <a:spcPts val="0"/>
              </a:spcBef>
              <a:spcAft>
                <a:spcPts val="0"/>
              </a:spcAft>
              <a:buFont typeface="Calibre" panose="020B0503030202060203" pitchFamily="34" charset="0"/>
              <a:buNone/>
              <a:defRPr lang="en-US" sz="1050" cap="all" baseline="0" dirty="0">
                <a:latin typeface="Calibre Medium" panose="020B0603030202060203" pitchFamily="34" charset="0"/>
              </a:defRPr>
            </a:lvl9pPr>
          </a:lstStyle>
          <a:p>
            <a:pPr lvl="0"/>
            <a:r>
              <a:rPr lang="en-GB" dirty="0"/>
              <a:t>Navigation Header</a:t>
            </a:r>
          </a:p>
        </p:txBody>
      </p:sp>
      <p:sp>
        <p:nvSpPr>
          <p:cNvPr id="2" name="Title Placeholder">
            <a:extLst>
              <a:ext uri="{FF2B5EF4-FFF2-40B4-BE49-F238E27FC236}">
                <a16:creationId xmlns:a16="http://schemas.microsoft.com/office/drawing/2014/main" id="{944047B7-C3F4-44CE-8AF6-813AA0A42774}"/>
              </a:ext>
            </a:extLst>
          </p:cNvPr>
          <p:cNvSpPr>
            <a:spLocks noGrp="1"/>
          </p:cNvSpPr>
          <p:nvPr>
            <p:ph type="title" hasCustomPrompt="1"/>
          </p:nvPr>
        </p:nvSpPr>
        <p:spPr>
          <a:xfrm>
            <a:off x="511176" y="1601788"/>
            <a:ext cx="2971800" cy="1250949"/>
          </a:xfrm>
        </p:spPr>
        <p:txBody>
          <a:bodyPr/>
          <a:lstStyle>
            <a:lvl1pPr>
              <a:defRPr/>
            </a:lvl1pPr>
          </a:lstStyle>
          <a:p>
            <a:r>
              <a:rPr lang="en-GB" dirty="0"/>
              <a:t>Click to add title</a:t>
            </a:r>
          </a:p>
        </p:txBody>
      </p:sp>
      <p:sp>
        <p:nvSpPr>
          <p:cNvPr id="8" name="Subheading Placeholder 1">
            <a:extLst>
              <a:ext uri="{FF2B5EF4-FFF2-40B4-BE49-F238E27FC236}">
                <a16:creationId xmlns:a16="http://schemas.microsoft.com/office/drawing/2014/main" id="{0AB1EEEC-0D13-0BD5-86C1-FEA968AFEE5B}"/>
              </a:ext>
            </a:extLst>
          </p:cNvPr>
          <p:cNvSpPr>
            <a:spLocks noGrp="1"/>
          </p:cNvSpPr>
          <p:nvPr>
            <p:ph type="body" sz="quarter" idx="11" hasCustomPrompt="1"/>
          </p:nvPr>
        </p:nvSpPr>
        <p:spPr>
          <a:xfrm>
            <a:off x="4094162" y="931672"/>
            <a:ext cx="4000501" cy="566928"/>
          </a:xfrm>
        </p:spPr>
        <p:txBody>
          <a:bodyPr/>
          <a:lstStyle>
            <a:lvl1pPr algn="l">
              <a:lnSpc>
                <a:spcPct val="90000"/>
              </a:lnSpc>
              <a:spcBef>
                <a:spcPts val="600"/>
              </a:spcBef>
              <a:spcAft>
                <a:spcPts val="0"/>
              </a:spcAft>
              <a:defRPr sz="1600">
                <a:latin typeface="Calibre Semibold" panose="020B0703030202060203" pitchFamily="34" charset="0"/>
              </a:defRPr>
            </a:lvl1pPr>
            <a:lvl2pPr algn="l">
              <a:lnSpc>
                <a:spcPct val="100000"/>
              </a:lnSpc>
              <a:spcBef>
                <a:spcPts val="300"/>
              </a:spcBef>
              <a:spcAft>
                <a:spcPts val="300"/>
              </a:spcAft>
              <a:defRPr sz="1200">
                <a:latin typeface="+mn-lt"/>
              </a:defRPr>
            </a:lvl2pPr>
            <a:lvl3pPr marL="180000" indent="-180000" algn="l">
              <a:buFont typeface="Calibre" panose="020B0503030202060203" pitchFamily="34" charset="0"/>
              <a:buChar char="–"/>
              <a:defRPr/>
            </a:lvl3pPr>
            <a:lvl4pPr marL="365760" indent="-182880" algn="l">
              <a:buFont typeface="Arial" panose="020B0604020202020204" pitchFamily="34" charset="0"/>
              <a:buChar char="•"/>
              <a:defRPr/>
            </a:lvl4pPr>
            <a:lvl5pPr marL="0" indent="0" algn="l">
              <a:lnSpc>
                <a:spcPct val="100000"/>
              </a:lnSpc>
              <a:spcBef>
                <a:spcPts val="600"/>
              </a:spcBef>
              <a:spcAft>
                <a:spcPts val="0"/>
              </a:spcAft>
              <a:buNone/>
              <a:defRPr sz="1200">
                <a:latin typeface="Calibre Semibold" panose="020B0703030202060203" pitchFamily="34" charset="0"/>
              </a:defRPr>
            </a:lvl5pPr>
            <a:lvl6pPr algn="l">
              <a:defRPr sz="1050"/>
            </a:lvl6pPr>
            <a:lvl7pPr algn="l">
              <a:spcBef>
                <a:spcPts val="300"/>
              </a:spcBef>
              <a:spcAft>
                <a:spcPts val="300"/>
              </a:spcAft>
              <a:defRPr>
                <a:latin typeface="+mn-lt"/>
              </a:defRPr>
            </a:lvl7pPr>
            <a:lvl8pPr marL="180000" indent="-180000" algn="l">
              <a:spcBef>
                <a:spcPts val="200"/>
              </a:spcBef>
              <a:spcAft>
                <a:spcPts val="200"/>
              </a:spcAft>
              <a:buFont typeface="Calibre" panose="020B0503030202060203" pitchFamily="34" charset="0"/>
              <a:buChar char="–"/>
              <a:defRPr/>
            </a:lvl8pPr>
            <a:lvl9pPr marL="365760" indent="-182880" algn="l">
              <a:buFont typeface="Arial" panose="020B0604020202020204" pitchFamily="34" charset="0"/>
              <a:buChar char="•"/>
              <a:defRPr/>
            </a:lvl9pPr>
          </a:lstStyle>
          <a:p>
            <a:pPr lvl="0"/>
            <a:r>
              <a:rPr lang="en-GB" dirty="0"/>
              <a:t>Subheading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sp>
        <p:nvSpPr>
          <p:cNvPr id="10" name="Content Placeholder 1">
            <a:extLst>
              <a:ext uri="{FF2B5EF4-FFF2-40B4-BE49-F238E27FC236}">
                <a16:creationId xmlns:a16="http://schemas.microsoft.com/office/drawing/2014/main" id="{D014117E-EC3F-B9ED-CF80-49E1BC70942F}"/>
              </a:ext>
            </a:extLst>
          </p:cNvPr>
          <p:cNvSpPr>
            <a:spLocks noGrp="1"/>
          </p:cNvSpPr>
          <p:nvPr>
            <p:ph sz="quarter" idx="12" hasCustomPrompt="1"/>
          </p:nvPr>
        </p:nvSpPr>
        <p:spPr>
          <a:xfrm>
            <a:off x="4094162" y="1600200"/>
            <a:ext cx="7586662" cy="4800600"/>
          </a:xfrm>
        </p:spPr>
        <p:txBody>
          <a:bodyPr/>
          <a:lstStyle>
            <a:lvl1pPr>
              <a:defRPr/>
            </a:lvl1pPr>
          </a:lstStyle>
          <a:p>
            <a:pPr lvl="0"/>
            <a:r>
              <a:rPr lang="en-GB" dirty="0"/>
              <a:t>Large heading – use text levels for other styles or click icon to insert content</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4" name="Side Bar Placeholder">
            <a:extLst>
              <a:ext uri="{FF2B5EF4-FFF2-40B4-BE49-F238E27FC236}">
                <a16:creationId xmlns:a16="http://schemas.microsoft.com/office/drawing/2014/main" id="{8E67CAD3-E8E8-212B-DC1F-3141F74C9B5C}"/>
              </a:ext>
            </a:extLst>
          </p:cNvPr>
          <p:cNvSpPr>
            <a:spLocks noGrp="1"/>
          </p:cNvSpPr>
          <p:nvPr>
            <p:ph type="body" sz="quarter" idx="19" hasCustomPrompt="1"/>
          </p:nvPr>
        </p:nvSpPr>
        <p:spPr>
          <a:xfrm>
            <a:off x="511176" y="3478213"/>
            <a:ext cx="2468880" cy="1764792"/>
          </a:xfrm>
        </p:spPr>
        <p:txBody>
          <a:bodyPr/>
          <a:lstStyle>
            <a:lvl1pPr marL="0" marR="0" indent="0">
              <a:lnSpc>
                <a:spcPct val="90000"/>
              </a:lnSpc>
              <a:spcBef>
                <a:spcPts val="600"/>
              </a:spcBef>
              <a:spcAft>
                <a:spcPts val="0"/>
              </a:spcAft>
              <a:defRPr sz="1200">
                <a:latin typeface="Calibre Semibold" panose="020B0703030202060203" pitchFamily="34" charset="0"/>
              </a:defRPr>
            </a:lvl1pPr>
            <a:lvl2pPr marL="0" marR="0" indent="0">
              <a:lnSpc>
                <a:spcPct val="100000"/>
              </a:lnSpc>
              <a:spcBef>
                <a:spcPts val="300"/>
              </a:spcBef>
              <a:spcAft>
                <a:spcPts val="300"/>
              </a:spcAft>
              <a:defRPr sz="1050">
                <a:latin typeface="Calibre" panose="020B0503030202060203" pitchFamily="34" charset="0"/>
              </a:defRPr>
            </a:lvl2pPr>
            <a:lvl3pPr marL="108000" marR="0" indent="-108000">
              <a:lnSpc>
                <a:spcPct val="100000"/>
              </a:lnSpc>
              <a:spcBef>
                <a:spcPts val="300"/>
              </a:spcBef>
              <a:spcAft>
                <a:spcPts val="300"/>
              </a:spcAft>
              <a:buFont typeface="Calibre" panose="020B0503030202060203" pitchFamily="34" charset="0"/>
              <a:buChar char="–"/>
              <a:defRPr sz="1050">
                <a:latin typeface="Calibre" panose="020B0503030202060203" pitchFamily="34" charset="0"/>
              </a:defRPr>
            </a:lvl3pPr>
            <a:lvl4pPr marL="216000" marR="0" indent="-108000">
              <a:lnSpc>
                <a:spcPct val="100000"/>
              </a:lnSpc>
              <a:spcBef>
                <a:spcPts val="300"/>
              </a:spcBef>
              <a:spcAft>
                <a:spcPts val="300"/>
              </a:spcAft>
              <a:buFont typeface="Arial" panose="020B0604020202020204" pitchFamily="34" charset="0"/>
              <a:buChar char="•"/>
              <a:defRPr sz="1050">
                <a:latin typeface="Calibre" panose="020B0503030202060203" pitchFamily="34" charset="0"/>
              </a:defRPr>
            </a:lvl4pPr>
            <a:lvl5pPr marL="0" marR="0" indent="0">
              <a:lnSpc>
                <a:spcPct val="90000"/>
              </a:lnSpc>
              <a:spcBef>
                <a:spcPts val="600"/>
              </a:spcBef>
              <a:spcAft>
                <a:spcPts val="300"/>
              </a:spcAft>
              <a:buNone/>
              <a:defRPr sz="1800">
                <a:latin typeface="Calibre Light" panose="020B0303030202060203" pitchFamily="34" charset="0"/>
              </a:defRPr>
            </a:lvl5pPr>
            <a:lvl6pPr marL="0" marR="0" indent="0">
              <a:lnSpc>
                <a:spcPct val="100000"/>
              </a:lnSpc>
              <a:spcBef>
                <a:spcPts val="600"/>
              </a:spcBef>
              <a:spcAft>
                <a:spcPts val="0"/>
              </a:spcAft>
              <a:defRPr sz="1050">
                <a:latin typeface="Calibre Semibold" panose="020B0703030202060203" pitchFamily="34" charset="0"/>
              </a:defRPr>
            </a:lvl6pPr>
            <a:lvl7pPr marL="0" marR="0" indent="0">
              <a:lnSpc>
                <a:spcPct val="100000"/>
              </a:lnSpc>
              <a:spcBef>
                <a:spcPts val="600"/>
              </a:spcBef>
              <a:spcAft>
                <a:spcPts val="0"/>
              </a:spcAft>
              <a:defRPr sz="900">
                <a:latin typeface="Calibre Semibold" panose="020B0703030202060203" pitchFamily="34" charset="0"/>
              </a:defRPr>
            </a:lvl7pPr>
            <a:lvl8pPr marL="0" marR="0" indent="0">
              <a:lnSpc>
                <a:spcPct val="100000"/>
              </a:lnSpc>
              <a:spcBef>
                <a:spcPts val="300"/>
              </a:spcBef>
              <a:spcAft>
                <a:spcPts val="300"/>
              </a:spcAft>
              <a:defRPr sz="900">
                <a:latin typeface="Calibre" panose="020B0503030202060203" pitchFamily="34" charset="0"/>
              </a:defRPr>
            </a:lvl8pPr>
            <a:lvl9pPr marL="108000" marR="0" indent="-108000">
              <a:lnSpc>
                <a:spcPct val="100000"/>
              </a:lnSpc>
              <a:spcBef>
                <a:spcPts val="200"/>
              </a:spcBef>
              <a:spcAft>
                <a:spcPts val="200"/>
              </a:spcAft>
              <a:defRPr sz="900">
                <a:latin typeface="Calibre" panose="020B0503030202060203" pitchFamily="34" charset="0"/>
              </a:defRPr>
            </a:lvl9pPr>
          </a:lstStyle>
          <a:p>
            <a:pPr lvl="0"/>
            <a:r>
              <a:rPr lang="en-GB" dirty="0"/>
              <a:t>Side bar heading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sp>
        <p:nvSpPr>
          <p:cNvPr id="26" name="Notes Placeholder">
            <a:extLst>
              <a:ext uri="{FF2B5EF4-FFF2-40B4-BE49-F238E27FC236}">
                <a16:creationId xmlns:a16="http://schemas.microsoft.com/office/drawing/2014/main" id="{D05D0514-BFAE-8114-C2E5-E47E60921DC8}"/>
              </a:ext>
            </a:extLst>
          </p:cNvPr>
          <p:cNvSpPr>
            <a:spLocks noGrp="1"/>
          </p:cNvSpPr>
          <p:nvPr>
            <p:ph type="body" sz="quarter" idx="20" hasCustomPrompt="1"/>
          </p:nvPr>
        </p:nvSpPr>
        <p:spPr>
          <a:xfrm>
            <a:off x="511176" y="5357813"/>
            <a:ext cx="2468880" cy="1051560"/>
          </a:xfrm>
        </p:spPr>
        <p:txBody>
          <a:bodyPr anchor="b" anchorCtr="0"/>
          <a:lstStyle>
            <a:lvl1pPr marL="0" marR="0" indent="0">
              <a:lnSpc>
                <a:spcPct val="100000"/>
              </a:lnSpc>
              <a:spcBef>
                <a:spcPts val="300"/>
              </a:spcBef>
              <a:spcAft>
                <a:spcPts val="0"/>
              </a:spcAft>
              <a:defRPr sz="900">
                <a:latin typeface="Calibre Semibold" panose="020B0703030202060203" pitchFamily="34" charset="0"/>
              </a:defRPr>
            </a:lvl1pPr>
            <a:lvl2pPr marL="0" marR="0" indent="0">
              <a:lnSpc>
                <a:spcPct val="100000"/>
              </a:lnSpc>
              <a:spcBef>
                <a:spcPts val="300"/>
              </a:spcBef>
              <a:spcAft>
                <a:spcPts val="0"/>
              </a:spcAft>
              <a:defRPr sz="900">
                <a:latin typeface="Calibre" panose="020B0503030202060203" pitchFamily="34" charset="0"/>
              </a:defRPr>
            </a:lvl2pPr>
            <a:lvl3pPr marL="108000" marR="0" indent="-108000">
              <a:lnSpc>
                <a:spcPct val="100000"/>
              </a:lnSpc>
              <a:spcBef>
                <a:spcPts val="200"/>
              </a:spcBef>
              <a:spcAft>
                <a:spcPts val="0"/>
              </a:spcAft>
              <a:buFont typeface="Calibre" panose="020B0503030202060203" pitchFamily="34" charset="0"/>
              <a:buChar char="–"/>
              <a:defRPr sz="900">
                <a:latin typeface="Calibre" panose="020B0503030202060203" pitchFamily="34" charset="0"/>
              </a:defRPr>
            </a:lvl3pPr>
            <a:lvl4pPr marL="216000" marR="0" indent="-108000">
              <a:lnSpc>
                <a:spcPct val="100000"/>
              </a:lnSpc>
              <a:spcBef>
                <a:spcPts val="200"/>
              </a:spcBef>
              <a:spcAft>
                <a:spcPts val="0"/>
              </a:spcAft>
              <a:buFont typeface="Arial" panose="020B0604020202020204" pitchFamily="34" charset="0"/>
              <a:buChar char="•"/>
              <a:defRPr sz="900">
                <a:latin typeface="Calibre" panose="020B0503030202060203" pitchFamily="34" charset="0"/>
              </a:defRPr>
            </a:lvl4pPr>
            <a:lvl5pPr marL="0" marR="0" indent="0">
              <a:lnSpc>
                <a:spcPct val="100000"/>
              </a:lnSpc>
              <a:spcBef>
                <a:spcPts val="300"/>
              </a:spcBef>
              <a:spcAft>
                <a:spcPts val="0"/>
              </a:spcAft>
              <a:buNone/>
              <a:defRPr sz="900">
                <a:latin typeface="Calibre Semibold" panose="020B0703030202060203" pitchFamily="34" charset="0"/>
              </a:defRPr>
            </a:lvl5pPr>
            <a:lvl6pPr marL="0" marR="0" indent="0">
              <a:lnSpc>
                <a:spcPct val="100000"/>
              </a:lnSpc>
              <a:spcBef>
                <a:spcPts val="300"/>
              </a:spcBef>
              <a:spcAft>
                <a:spcPts val="0"/>
              </a:spcAft>
              <a:defRPr sz="800">
                <a:latin typeface="Calibre Semibold" panose="020B0703030202060203" pitchFamily="34" charset="0"/>
              </a:defRPr>
            </a:lvl6pPr>
            <a:lvl7pPr marL="0" marR="0" indent="0">
              <a:lnSpc>
                <a:spcPct val="100000"/>
              </a:lnSpc>
              <a:spcBef>
                <a:spcPts val="200"/>
              </a:spcBef>
              <a:spcAft>
                <a:spcPts val="0"/>
              </a:spcAft>
              <a:defRPr sz="800">
                <a:latin typeface="Calibre" panose="020B0503030202060203" pitchFamily="34" charset="0"/>
              </a:defRPr>
            </a:lvl7pPr>
            <a:lvl8pPr marL="108000" marR="0" indent="-108000">
              <a:lnSpc>
                <a:spcPct val="100000"/>
              </a:lnSpc>
              <a:spcBef>
                <a:spcPts val="200"/>
              </a:spcBef>
              <a:spcAft>
                <a:spcPts val="0"/>
              </a:spcAft>
              <a:buFont typeface="Calibre" panose="020B0503030202060203" pitchFamily="34" charset="0"/>
              <a:buChar char="–"/>
              <a:defRPr sz="800">
                <a:latin typeface="Calibre" panose="020B0503030202060203" pitchFamily="34" charset="0"/>
              </a:defRPr>
            </a:lvl8pPr>
            <a:lvl9pPr marL="216000" marR="0" indent="-108000">
              <a:lnSpc>
                <a:spcPct val="100000"/>
              </a:lnSpc>
              <a:spcBef>
                <a:spcPts val="200"/>
              </a:spcBef>
              <a:spcAft>
                <a:spcPts val="0"/>
              </a:spcAft>
              <a:buFont typeface="Arial" panose="020B0604020202020204" pitchFamily="34" charset="0"/>
              <a:buChar char="•"/>
              <a:defRPr sz="800">
                <a:latin typeface="Calibre" panose="020B0503030202060203" pitchFamily="34" charset="0"/>
              </a:defRPr>
            </a:lvl9pPr>
          </a:lstStyle>
          <a:p>
            <a:pPr lvl="0"/>
            <a:r>
              <a:rPr lang="en-GB" dirty="0"/>
              <a:t>Notes title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cxnSp>
        <p:nvCxnSpPr>
          <p:cNvPr id="4" name="LoS - Fixed">
            <a:extLst>
              <a:ext uri="{FF2B5EF4-FFF2-40B4-BE49-F238E27FC236}">
                <a16:creationId xmlns:a16="http://schemas.microsoft.com/office/drawing/2014/main" id="{6E49B04A-A0F1-B674-585D-5B7235E449CD}"/>
              </a:ext>
              <a:ext uri="{C183D7F6-B498-43B3-948B-1728B52AA6E4}">
                <adec:decorative xmlns:adec="http://schemas.microsoft.com/office/drawing/2017/decorative" val="1"/>
              </a:ext>
            </a:extLst>
          </p:cNvPr>
          <p:cNvCxnSpPr>
            <a:cxnSpLocks/>
          </p:cNvCxnSpPr>
          <p:nvPr userDrawn="1"/>
        </p:nvCxnSpPr>
        <p:spPr>
          <a:xfrm>
            <a:off x="503238" y="1022541"/>
            <a:ext cx="935037" cy="0"/>
          </a:xfrm>
          <a:prstGeom prst="line">
            <a:avLst/>
          </a:prstGeom>
          <a:ln w="25400">
            <a:solidFill>
              <a:srgbClr val="17E88F"/>
            </a:solidFill>
          </a:ln>
        </p:spPr>
        <p:style>
          <a:lnRef idx="1">
            <a:schemeClr val="accent1"/>
          </a:lnRef>
          <a:fillRef idx="0">
            <a:schemeClr val="accent1"/>
          </a:fillRef>
          <a:effectRef idx="0">
            <a:schemeClr val="accent1"/>
          </a:effectRef>
          <a:fontRef idx="minor">
            <a:schemeClr val="tx1"/>
          </a:fontRef>
        </p:style>
      </p:cxnSp>
      <p:grpSp>
        <p:nvGrpSpPr>
          <p:cNvPr id="3" name="Text Styles Guidance">
            <a:extLst>
              <a:ext uri="{FF2B5EF4-FFF2-40B4-BE49-F238E27FC236}">
                <a16:creationId xmlns:a16="http://schemas.microsoft.com/office/drawing/2014/main" id="{0FB350A1-A109-617B-0E32-EB104A2DD450}"/>
              </a:ext>
              <a:ext uri="{C183D7F6-B498-43B3-948B-1728B52AA6E4}">
                <adec:decorative xmlns:adec="http://schemas.microsoft.com/office/drawing/2017/decorative" val="1"/>
              </a:ext>
            </a:extLst>
          </p:cNvPr>
          <p:cNvGrpSpPr>
            <a:grpSpLocks noGrp="1" noUngrp="1" noRot="1" noMove="1" noResize="1"/>
          </p:cNvGrpSpPr>
          <p:nvPr userDrawn="1"/>
        </p:nvGrpSpPr>
        <p:grpSpPr>
          <a:xfrm>
            <a:off x="-2322513" y="452438"/>
            <a:ext cx="1969750" cy="1731874"/>
            <a:chOff x="-2322513" y="1484313"/>
            <a:chExt cx="1969750" cy="1731874"/>
          </a:xfrm>
        </p:grpSpPr>
        <p:grpSp>
          <p:nvGrpSpPr>
            <p:cNvPr id="5" name="Group 4">
              <a:extLst>
                <a:ext uri="{FF2B5EF4-FFF2-40B4-BE49-F238E27FC236}">
                  <a16:creationId xmlns:a16="http://schemas.microsoft.com/office/drawing/2014/main" id="{4B49A462-94E5-6374-33FF-9F18B78AA93C}"/>
                </a:ext>
              </a:extLst>
            </p:cNvPr>
            <p:cNvGrpSpPr>
              <a:grpSpLocks noGrp="1" noUngrp="1" noRot="1" noMove="1" noResize="1"/>
            </p:cNvGrpSpPr>
            <p:nvPr userDrawn="1"/>
          </p:nvGrpSpPr>
          <p:grpSpPr>
            <a:xfrm>
              <a:off x="-2317919" y="1484313"/>
              <a:ext cx="1960563" cy="1231106"/>
              <a:chOff x="-2322513" y="195104"/>
              <a:chExt cx="1960563" cy="1231106"/>
            </a:xfrm>
          </p:grpSpPr>
          <p:sp>
            <p:nvSpPr>
              <p:cNvPr id="12" name="Guidance">
                <a:extLst>
                  <a:ext uri="{FF2B5EF4-FFF2-40B4-BE49-F238E27FC236}">
                    <a16:creationId xmlns:a16="http://schemas.microsoft.com/office/drawing/2014/main" id="{EDF21B84-0F68-8880-CCF5-E6A41CD4D757}"/>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984885"/>
              </a:xfrm>
              <a:prstGeom prst="rect">
                <a:avLst/>
              </a:prstGeom>
              <a:solidFill>
                <a:srgbClr val="C0D4CB"/>
              </a:solidFill>
            </p:spPr>
            <p:txBody>
              <a:bodyPr wrap="square" lIns="72000" rIns="72000" rtlCol="0">
                <a:noAutofit/>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Each text frame has nine pre-formatted styles defined for you to use. </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To access the styles, use the Increase/Decrease List Level commands found in Home &gt; Paragraph tools:</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800" b="0" i="0" u="none" strike="noStrike" kern="1200" cap="none" spc="0" normalizeH="0" baseline="0" noProof="0" dirty="0">
                  <a:ln>
                    <a:noFill/>
                  </a:ln>
                  <a:solidFill>
                    <a:srgbClr val="012A2D"/>
                  </a:solidFill>
                  <a:effectLst/>
                  <a:uLnTx/>
                  <a:uFillTx/>
                  <a:latin typeface="Calibre"/>
                </a:endParaRPr>
              </a:p>
            </p:txBody>
          </p:sp>
          <p:sp>
            <p:nvSpPr>
              <p:cNvPr id="13" name="Guidance">
                <a:extLst>
                  <a:ext uri="{FF2B5EF4-FFF2-40B4-BE49-F238E27FC236}">
                    <a16:creationId xmlns:a16="http://schemas.microsoft.com/office/drawing/2014/main" id="{C3A81265-01FE-FD79-528F-1E5AAEB70076}"/>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Text styles</a:t>
                </a:r>
              </a:p>
            </p:txBody>
          </p:sp>
        </p:grpSp>
        <p:grpSp>
          <p:nvGrpSpPr>
            <p:cNvPr id="7" name="Group 6">
              <a:extLst>
                <a:ext uri="{FF2B5EF4-FFF2-40B4-BE49-F238E27FC236}">
                  <a16:creationId xmlns:a16="http://schemas.microsoft.com/office/drawing/2014/main" id="{A654FDB2-BB77-5A28-328E-419A20776FAF}"/>
                </a:ext>
              </a:extLst>
            </p:cNvPr>
            <p:cNvGrpSpPr>
              <a:grpSpLocks noGrp="1" noUngrp="1" noRot="1" noMove="1" noResize="1"/>
            </p:cNvGrpSpPr>
            <p:nvPr userDrawn="1"/>
          </p:nvGrpSpPr>
          <p:grpSpPr>
            <a:xfrm>
              <a:off x="-2322513" y="2655826"/>
              <a:ext cx="1969750" cy="560361"/>
              <a:chOff x="3911096" y="2800206"/>
              <a:chExt cx="4420607" cy="1257587"/>
            </a:xfrm>
          </p:grpSpPr>
          <p:pic>
            <p:nvPicPr>
              <p:cNvPr id="9" name="Picture 8">
                <a:extLst>
                  <a:ext uri="{FF2B5EF4-FFF2-40B4-BE49-F238E27FC236}">
                    <a16:creationId xmlns:a16="http://schemas.microsoft.com/office/drawing/2014/main" id="{453FBD79-64A5-209A-9D4E-25FAE010D138}"/>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3911096" y="2800206"/>
                <a:ext cx="4420607" cy="1257587"/>
              </a:xfrm>
              <a:prstGeom prst="rect">
                <a:avLst/>
              </a:prstGeom>
            </p:spPr>
          </p:pic>
          <p:sp>
            <p:nvSpPr>
              <p:cNvPr id="11" name="Rectangle 10">
                <a:extLst>
                  <a:ext uri="{FF2B5EF4-FFF2-40B4-BE49-F238E27FC236}">
                    <a16:creationId xmlns:a16="http://schemas.microsoft.com/office/drawing/2014/main" id="{F6E9056E-A269-60C3-48A0-F383E1EA1AE0}"/>
                  </a:ext>
                </a:extLst>
              </p:cNvPr>
              <p:cNvSpPr>
                <a:spLocks noGrp="1" noRot="1" noMove="1" noResize="1" noEditPoints="1" noAdjustHandles="1" noChangeArrowheads="1" noChangeShapeType="1"/>
              </p:cNvSpPr>
              <p:nvPr/>
            </p:nvSpPr>
            <p:spPr>
              <a:xfrm>
                <a:off x="5074444" y="2959894"/>
                <a:ext cx="669131" cy="285750"/>
              </a:xfrm>
              <a:prstGeom prst="rect">
                <a:avLst/>
              </a:prstGeom>
              <a:noFill/>
              <a:ln w="6350" cap="flat" cmpd="sng" algn="ctr">
                <a:solidFill>
                  <a:srgbClr val="FF0000"/>
                </a:solidFill>
                <a:prstDash val="solid"/>
                <a:miter lim="800000"/>
              </a:ln>
              <a:effectLst/>
            </p:spPr>
            <p:txBody>
              <a:bodyPr rtlCol="0" anchor="ctr">
                <a:noAutofit/>
              </a:bodyPr>
              <a:lstStyle/>
              <a:p>
                <a:pPr marL="0" marR="0" lvl="0" indent="0" algn="ctr"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1200" b="0" i="0" u="none" strike="noStrike" kern="1200" cap="none" spc="0" normalizeH="0" baseline="0" noProof="0" dirty="0">
                  <a:ln>
                    <a:noFill/>
                  </a:ln>
                  <a:solidFill>
                    <a:srgbClr val="FFFFFF"/>
                  </a:solidFill>
                  <a:effectLst/>
                  <a:uLnTx/>
                  <a:uFillTx/>
                  <a:latin typeface="Calibre"/>
                  <a:ea typeface="+mn-ea"/>
                  <a:cs typeface="+mn-cs"/>
                </a:endParaRPr>
              </a:p>
            </p:txBody>
          </p:sp>
        </p:grpSp>
      </p:grpSp>
    </p:spTree>
    <p:extLst>
      <p:ext uri="{BB962C8B-B14F-4D97-AF65-F5344CB8AC3E}">
        <p14:creationId xmlns:p14="http://schemas.microsoft.com/office/powerpoint/2010/main" val="37578836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slide: 2 Column">
    <p:spTree>
      <p:nvGrpSpPr>
        <p:cNvPr id="1" name=""/>
        <p:cNvGrpSpPr/>
        <p:nvPr/>
      </p:nvGrpSpPr>
      <p:grpSpPr>
        <a:xfrm>
          <a:off x="0" y="0"/>
          <a:ext cx="0" cy="0"/>
          <a:chOff x="0" y="0"/>
          <a:chExt cx="0" cy="0"/>
        </a:xfrm>
      </p:grpSpPr>
      <p:sp>
        <p:nvSpPr>
          <p:cNvPr id="6" name="Navigation Header Placeholder">
            <a:extLst>
              <a:ext uri="{FF2B5EF4-FFF2-40B4-BE49-F238E27FC236}">
                <a16:creationId xmlns:a16="http://schemas.microsoft.com/office/drawing/2014/main" id="{682DE23F-D9AC-4E0E-B3B4-53687A5F35C9}"/>
              </a:ext>
              <a:ext uri="{C183D7F6-B498-43B3-948B-1728B52AA6E4}">
                <adec:decorative xmlns:adec="http://schemas.microsoft.com/office/drawing/2017/decorative" val="1"/>
              </a:ext>
            </a:extLst>
          </p:cNvPr>
          <p:cNvSpPr>
            <a:spLocks noGrp="1"/>
          </p:cNvSpPr>
          <p:nvPr>
            <p:ph type="body" sz="quarter" idx="10" hasCustomPrompt="1"/>
          </p:nvPr>
        </p:nvSpPr>
        <p:spPr>
          <a:xfrm>
            <a:off x="1536700" y="957804"/>
            <a:ext cx="1938528" cy="182880"/>
          </a:xfrm>
        </p:spPr>
        <p:txBody>
          <a:bodyPr anchor="t" anchorCtr="0"/>
          <a:lstStyle>
            <a:lvl1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1pPr>
            <a:lvl2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2pPr>
            <a:lvl3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3pPr>
            <a:lvl4pPr marL="0" indent="0" algn="l">
              <a:lnSpc>
                <a:spcPct val="90000"/>
              </a:lnSpc>
              <a:spcBef>
                <a:spcPts val="0"/>
              </a:spcBef>
              <a:spcAft>
                <a:spcPts val="0"/>
              </a:spcAft>
              <a:buFont typeface="Calibre" panose="020B0503030202060203" pitchFamily="34" charset="0"/>
              <a:buNone/>
              <a:defRPr lang="en-US" sz="1050" cap="all" baseline="0" dirty="0" smtClean="0">
                <a:latin typeface="Calibre Medium" panose="020B0603030202060203" pitchFamily="34" charset="0"/>
              </a:defRPr>
            </a:lvl4pPr>
            <a:lvl5pPr marL="0" indent="0" algn="l">
              <a:lnSpc>
                <a:spcPct val="90000"/>
              </a:lnSpc>
              <a:spcBef>
                <a:spcPts val="0"/>
              </a:spcBef>
              <a:spcAft>
                <a:spcPts val="0"/>
              </a:spcAft>
              <a:buFont typeface="Calibre" panose="020B0503030202060203" pitchFamily="34" charset="0"/>
              <a:buNone/>
              <a:defRPr lang="en-US" sz="1050" cap="all" baseline="0" dirty="0" smtClean="0">
                <a:latin typeface="Calibre Medium" panose="020B0603030202060203" pitchFamily="34" charset="0"/>
              </a:defRPr>
            </a:lvl5pPr>
            <a:lvl6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6pPr>
            <a:lvl7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7pPr>
            <a:lvl8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8pPr>
            <a:lvl9pPr marL="0" indent="0" algn="l">
              <a:lnSpc>
                <a:spcPct val="90000"/>
              </a:lnSpc>
              <a:spcBef>
                <a:spcPts val="0"/>
              </a:spcBef>
              <a:spcAft>
                <a:spcPts val="0"/>
              </a:spcAft>
              <a:buFont typeface="Calibre" panose="020B0503030202060203" pitchFamily="34" charset="0"/>
              <a:buNone/>
              <a:defRPr lang="en-US" sz="1050" cap="all" baseline="0" dirty="0">
                <a:latin typeface="Calibre Medium" panose="020B0603030202060203" pitchFamily="34" charset="0"/>
              </a:defRPr>
            </a:lvl9pPr>
          </a:lstStyle>
          <a:p>
            <a:pPr lvl="0"/>
            <a:r>
              <a:rPr lang="en-GB" dirty="0"/>
              <a:t>Navigation Header</a:t>
            </a:r>
          </a:p>
        </p:txBody>
      </p:sp>
      <p:sp>
        <p:nvSpPr>
          <p:cNvPr id="2" name="Title Placeholder">
            <a:extLst>
              <a:ext uri="{FF2B5EF4-FFF2-40B4-BE49-F238E27FC236}">
                <a16:creationId xmlns:a16="http://schemas.microsoft.com/office/drawing/2014/main" id="{944047B7-C3F4-44CE-8AF6-813AA0A42774}"/>
              </a:ext>
            </a:extLst>
          </p:cNvPr>
          <p:cNvSpPr>
            <a:spLocks noGrp="1"/>
          </p:cNvSpPr>
          <p:nvPr>
            <p:ph type="title" hasCustomPrompt="1"/>
          </p:nvPr>
        </p:nvSpPr>
        <p:spPr>
          <a:xfrm>
            <a:off x="511176" y="1601788"/>
            <a:ext cx="2971800" cy="1250949"/>
          </a:xfrm>
        </p:spPr>
        <p:txBody>
          <a:bodyPr/>
          <a:lstStyle>
            <a:lvl1pPr>
              <a:defRPr/>
            </a:lvl1pPr>
          </a:lstStyle>
          <a:p>
            <a:r>
              <a:rPr lang="en-GB" dirty="0"/>
              <a:t>Click to add title</a:t>
            </a:r>
          </a:p>
        </p:txBody>
      </p:sp>
      <p:sp>
        <p:nvSpPr>
          <p:cNvPr id="8" name="Subheading Placeholder 1">
            <a:extLst>
              <a:ext uri="{FF2B5EF4-FFF2-40B4-BE49-F238E27FC236}">
                <a16:creationId xmlns:a16="http://schemas.microsoft.com/office/drawing/2014/main" id="{0AB1EEEC-0D13-0BD5-86C1-FEA968AFEE5B}"/>
              </a:ext>
            </a:extLst>
          </p:cNvPr>
          <p:cNvSpPr>
            <a:spLocks noGrp="1"/>
          </p:cNvSpPr>
          <p:nvPr>
            <p:ph type="body" sz="quarter" idx="11" hasCustomPrompt="1"/>
          </p:nvPr>
        </p:nvSpPr>
        <p:spPr>
          <a:xfrm>
            <a:off x="4094162" y="931672"/>
            <a:ext cx="3487738" cy="566928"/>
          </a:xfrm>
        </p:spPr>
        <p:txBody>
          <a:bodyPr/>
          <a:lstStyle>
            <a:lvl1pPr algn="l">
              <a:lnSpc>
                <a:spcPct val="90000"/>
              </a:lnSpc>
              <a:spcBef>
                <a:spcPts val="600"/>
              </a:spcBef>
              <a:spcAft>
                <a:spcPts val="0"/>
              </a:spcAft>
              <a:defRPr sz="1600">
                <a:latin typeface="Calibre Semibold" panose="020B0703030202060203" pitchFamily="34" charset="0"/>
              </a:defRPr>
            </a:lvl1pPr>
            <a:lvl2pPr algn="l">
              <a:lnSpc>
                <a:spcPct val="100000"/>
              </a:lnSpc>
              <a:spcBef>
                <a:spcPts val="300"/>
              </a:spcBef>
              <a:spcAft>
                <a:spcPts val="300"/>
              </a:spcAft>
              <a:defRPr sz="1200">
                <a:latin typeface="+mn-lt"/>
              </a:defRPr>
            </a:lvl2pPr>
            <a:lvl3pPr marL="180000" indent="-180000" algn="l">
              <a:buFont typeface="Calibre" panose="020B0503030202060203" pitchFamily="34" charset="0"/>
              <a:buChar char="–"/>
              <a:defRPr/>
            </a:lvl3pPr>
            <a:lvl4pPr marL="365760" indent="-182880" algn="l">
              <a:buFont typeface="Arial" panose="020B0604020202020204" pitchFamily="34" charset="0"/>
              <a:buChar char="•"/>
              <a:defRPr/>
            </a:lvl4pPr>
            <a:lvl5pPr marL="0" indent="0" algn="l">
              <a:lnSpc>
                <a:spcPct val="100000"/>
              </a:lnSpc>
              <a:spcBef>
                <a:spcPts val="600"/>
              </a:spcBef>
              <a:spcAft>
                <a:spcPts val="0"/>
              </a:spcAft>
              <a:buNone/>
              <a:defRPr sz="1200">
                <a:latin typeface="Calibre Semibold" panose="020B0703030202060203" pitchFamily="34" charset="0"/>
              </a:defRPr>
            </a:lvl5pPr>
            <a:lvl6pPr algn="l">
              <a:defRPr sz="1050"/>
            </a:lvl6pPr>
            <a:lvl7pPr algn="l">
              <a:spcBef>
                <a:spcPts val="300"/>
              </a:spcBef>
              <a:spcAft>
                <a:spcPts val="300"/>
              </a:spcAft>
              <a:defRPr>
                <a:latin typeface="+mn-lt"/>
              </a:defRPr>
            </a:lvl7pPr>
            <a:lvl8pPr marL="180000" indent="-180000" algn="l">
              <a:spcBef>
                <a:spcPts val="200"/>
              </a:spcBef>
              <a:spcAft>
                <a:spcPts val="200"/>
              </a:spcAft>
              <a:buFont typeface="Calibre" panose="020B0503030202060203" pitchFamily="34" charset="0"/>
              <a:buChar char="–"/>
              <a:defRPr/>
            </a:lvl8pPr>
            <a:lvl9pPr marL="365760" indent="-182880" algn="l">
              <a:buFont typeface="Arial" panose="020B0604020202020204" pitchFamily="34" charset="0"/>
              <a:buChar char="•"/>
              <a:defRPr/>
            </a:lvl9pPr>
          </a:lstStyle>
          <a:p>
            <a:pPr lvl="0"/>
            <a:r>
              <a:rPr lang="en-GB" dirty="0"/>
              <a:t>Subheading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sp>
        <p:nvSpPr>
          <p:cNvPr id="10" name="Content Placeholder 1">
            <a:extLst>
              <a:ext uri="{FF2B5EF4-FFF2-40B4-BE49-F238E27FC236}">
                <a16:creationId xmlns:a16="http://schemas.microsoft.com/office/drawing/2014/main" id="{D014117E-EC3F-B9ED-CF80-49E1BC70942F}"/>
              </a:ext>
            </a:extLst>
          </p:cNvPr>
          <p:cNvSpPr>
            <a:spLocks noGrp="1"/>
          </p:cNvSpPr>
          <p:nvPr>
            <p:ph sz="quarter" idx="12" hasCustomPrompt="1"/>
          </p:nvPr>
        </p:nvSpPr>
        <p:spPr>
          <a:xfrm>
            <a:off x="4094162" y="1600200"/>
            <a:ext cx="3487738" cy="4800600"/>
          </a:xfrm>
        </p:spPr>
        <p:txBody>
          <a:bodyPr/>
          <a:lstStyle>
            <a:lvl1pPr>
              <a:defRPr/>
            </a:lvl1pPr>
          </a:lstStyle>
          <a:p>
            <a:pPr lvl="0"/>
            <a:r>
              <a:rPr lang="en-GB" dirty="0"/>
              <a:t>Large heading – use text levels for other styles or click icon to insert content</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2" name="Subheading Placeholder 2">
            <a:extLst>
              <a:ext uri="{FF2B5EF4-FFF2-40B4-BE49-F238E27FC236}">
                <a16:creationId xmlns:a16="http://schemas.microsoft.com/office/drawing/2014/main" id="{7686CD6E-3238-BA56-8AEE-517E1259F967}"/>
              </a:ext>
            </a:extLst>
          </p:cNvPr>
          <p:cNvSpPr>
            <a:spLocks noGrp="1"/>
          </p:cNvSpPr>
          <p:nvPr>
            <p:ph type="body" sz="quarter" idx="13" hasCustomPrompt="1"/>
          </p:nvPr>
        </p:nvSpPr>
        <p:spPr>
          <a:xfrm>
            <a:off x="8194675" y="931672"/>
            <a:ext cx="3487738" cy="566928"/>
          </a:xfrm>
        </p:spPr>
        <p:txBody>
          <a:bodyPr/>
          <a:lstStyle>
            <a:lvl1pPr algn="l">
              <a:lnSpc>
                <a:spcPct val="90000"/>
              </a:lnSpc>
              <a:spcBef>
                <a:spcPts val="600"/>
              </a:spcBef>
              <a:spcAft>
                <a:spcPts val="0"/>
              </a:spcAft>
              <a:defRPr sz="1600">
                <a:latin typeface="Calibre Semibold" panose="020B0703030202060203" pitchFamily="34" charset="0"/>
              </a:defRPr>
            </a:lvl1pPr>
            <a:lvl2pPr algn="l">
              <a:lnSpc>
                <a:spcPct val="100000"/>
              </a:lnSpc>
              <a:spcBef>
                <a:spcPts val="300"/>
              </a:spcBef>
              <a:spcAft>
                <a:spcPts val="300"/>
              </a:spcAft>
              <a:defRPr sz="1200">
                <a:latin typeface="+mn-lt"/>
              </a:defRPr>
            </a:lvl2pPr>
            <a:lvl3pPr marL="180000" indent="-180000" algn="l">
              <a:buFont typeface="Calibre" panose="020B0503030202060203" pitchFamily="34" charset="0"/>
              <a:buChar char="–"/>
              <a:defRPr/>
            </a:lvl3pPr>
            <a:lvl4pPr marL="365760" indent="-182880" algn="l">
              <a:buFont typeface="Arial" panose="020B0604020202020204" pitchFamily="34" charset="0"/>
              <a:buChar char="•"/>
              <a:defRPr/>
            </a:lvl4pPr>
            <a:lvl5pPr marL="0" indent="0" algn="l">
              <a:lnSpc>
                <a:spcPct val="100000"/>
              </a:lnSpc>
              <a:spcBef>
                <a:spcPts val="600"/>
              </a:spcBef>
              <a:spcAft>
                <a:spcPts val="0"/>
              </a:spcAft>
              <a:buNone/>
              <a:defRPr sz="1200">
                <a:latin typeface="Calibre Semibold" panose="020B0703030202060203" pitchFamily="34" charset="0"/>
              </a:defRPr>
            </a:lvl5pPr>
            <a:lvl6pPr algn="l">
              <a:defRPr sz="1050"/>
            </a:lvl6pPr>
            <a:lvl7pPr algn="l">
              <a:spcBef>
                <a:spcPts val="300"/>
              </a:spcBef>
              <a:spcAft>
                <a:spcPts val="300"/>
              </a:spcAft>
              <a:defRPr>
                <a:latin typeface="+mn-lt"/>
              </a:defRPr>
            </a:lvl7pPr>
            <a:lvl8pPr marL="180000" indent="-180000" algn="l">
              <a:spcBef>
                <a:spcPts val="200"/>
              </a:spcBef>
              <a:spcAft>
                <a:spcPts val="200"/>
              </a:spcAft>
              <a:buFont typeface="Calibre" panose="020B0503030202060203" pitchFamily="34" charset="0"/>
              <a:buChar char="–"/>
              <a:defRPr/>
            </a:lvl8pPr>
            <a:lvl9pPr marL="365760" indent="-182880" algn="l">
              <a:buFont typeface="Arial" panose="020B0604020202020204" pitchFamily="34" charset="0"/>
              <a:buChar char="•"/>
              <a:defRPr/>
            </a:lvl9pPr>
          </a:lstStyle>
          <a:p>
            <a:pPr lvl="0"/>
            <a:r>
              <a:rPr lang="en-GB" dirty="0"/>
              <a:t>Subheading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sp>
        <p:nvSpPr>
          <p:cNvPr id="14" name="Content Placeholder 2">
            <a:extLst>
              <a:ext uri="{FF2B5EF4-FFF2-40B4-BE49-F238E27FC236}">
                <a16:creationId xmlns:a16="http://schemas.microsoft.com/office/drawing/2014/main" id="{1689BE60-1BDF-2621-90B2-EFC54710D12F}"/>
              </a:ext>
            </a:extLst>
          </p:cNvPr>
          <p:cNvSpPr>
            <a:spLocks noGrp="1"/>
          </p:cNvSpPr>
          <p:nvPr>
            <p:ph sz="quarter" idx="14" hasCustomPrompt="1"/>
          </p:nvPr>
        </p:nvSpPr>
        <p:spPr>
          <a:xfrm>
            <a:off x="8194675" y="1600200"/>
            <a:ext cx="3487738" cy="4800600"/>
          </a:xfrm>
        </p:spPr>
        <p:txBody>
          <a:bodyPr/>
          <a:lstStyle>
            <a:lvl1pPr>
              <a:defRPr/>
            </a:lvl1pPr>
          </a:lstStyle>
          <a:p>
            <a:pPr lvl="0"/>
            <a:r>
              <a:rPr lang="en-GB" dirty="0"/>
              <a:t>Large heading – use text levels for other styles or click icon to insert content</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4" name="Side Bar Placeholder">
            <a:extLst>
              <a:ext uri="{FF2B5EF4-FFF2-40B4-BE49-F238E27FC236}">
                <a16:creationId xmlns:a16="http://schemas.microsoft.com/office/drawing/2014/main" id="{8E67CAD3-E8E8-212B-DC1F-3141F74C9B5C}"/>
              </a:ext>
            </a:extLst>
          </p:cNvPr>
          <p:cNvSpPr>
            <a:spLocks noGrp="1"/>
          </p:cNvSpPr>
          <p:nvPr>
            <p:ph type="body" sz="quarter" idx="19" hasCustomPrompt="1"/>
          </p:nvPr>
        </p:nvSpPr>
        <p:spPr>
          <a:xfrm>
            <a:off x="511176" y="3478213"/>
            <a:ext cx="2468880" cy="1764792"/>
          </a:xfrm>
        </p:spPr>
        <p:txBody>
          <a:bodyPr/>
          <a:lstStyle>
            <a:lvl1pPr marL="0" marR="0" indent="0">
              <a:lnSpc>
                <a:spcPct val="90000"/>
              </a:lnSpc>
              <a:spcBef>
                <a:spcPts val="600"/>
              </a:spcBef>
              <a:spcAft>
                <a:spcPts val="0"/>
              </a:spcAft>
              <a:defRPr sz="1200">
                <a:latin typeface="Calibre Semibold" panose="020B0703030202060203" pitchFamily="34" charset="0"/>
              </a:defRPr>
            </a:lvl1pPr>
            <a:lvl2pPr marL="0" marR="0" indent="0">
              <a:lnSpc>
                <a:spcPct val="100000"/>
              </a:lnSpc>
              <a:spcBef>
                <a:spcPts val="300"/>
              </a:spcBef>
              <a:spcAft>
                <a:spcPts val="300"/>
              </a:spcAft>
              <a:defRPr sz="1050">
                <a:latin typeface="Calibre" panose="020B0503030202060203" pitchFamily="34" charset="0"/>
              </a:defRPr>
            </a:lvl2pPr>
            <a:lvl3pPr marL="108000" marR="0" indent="-108000">
              <a:lnSpc>
                <a:spcPct val="100000"/>
              </a:lnSpc>
              <a:spcBef>
                <a:spcPts val="300"/>
              </a:spcBef>
              <a:spcAft>
                <a:spcPts val="300"/>
              </a:spcAft>
              <a:buFont typeface="Calibre" panose="020B0503030202060203" pitchFamily="34" charset="0"/>
              <a:buChar char="–"/>
              <a:defRPr sz="1050">
                <a:latin typeface="Calibre" panose="020B0503030202060203" pitchFamily="34" charset="0"/>
              </a:defRPr>
            </a:lvl3pPr>
            <a:lvl4pPr marL="216000" marR="0" indent="-108000">
              <a:lnSpc>
                <a:spcPct val="100000"/>
              </a:lnSpc>
              <a:spcBef>
                <a:spcPts val="300"/>
              </a:spcBef>
              <a:spcAft>
                <a:spcPts val="300"/>
              </a:spcAft>
              <a:buFont typeface="Arial" panose="020B0604020202020204" pitchFamily="34" charset="0"/>
              <a:buChar char="•"/>
              <a:defRPr sz="1050">
                <a:latin typeface="Calibre" panose="020B0503030202060203" pitchFamily="34" charset="0"/>
              </a:defRPr>
            </a:lvl4pPr>
            <a:lvl5pPr marL="0" marR="0" indent="0">
              <a:lnSpc>
                <a:spcPct val="90000"/>
              </a:lnSpc>
              <a:spcBef>
                <a:spcPts val="600"/>
              </a:spcBef>
              <a:spcAft>
                <a:spcPts val="300"/>
              </a:spcAft>
              <a:buNone/>
              <a:defRPr sz="1800">
                <a:latin typeface="Calibre Light" panose="020B0303030202060203" pitchFamily="34" charset="0"/>
              </a:defRPr>
            </a:lvl5pPr>
            <a:lvl6pPr marL="0" marR="0" indent="0">
              <a:lnSpc>
                <a:spcPct val="100000"/>
              </a:lnSpc>
              <a:spcBef>
                <a:spcPts val="600"/>
              </a:spcBef>
              <a:spcAft>
                <a:spcPts val="0"/>
              </a:spcAft>
              <a:defRPr sz="1050">
                <a:latin typeface="Calibre Semibold" panose="020B0703030202060203" pitchFamily="34" charset="0"/>
              </a:defRPr>
            </a:lvl6pPr>
            <a:lvl7pPr marL="0" marR="0" indent="0">
              <a:lnSpc>
                <a:spcPct val="100000"/>
              </a:lnSpc>
              <a:spcBef>
                <a:spcPts val="600"/>
              </a:spcBef>
              <a:spcAft>
                <a:spcPts val="0"/>
              </a:spcAft>
              <a:defRPr sz="900">
                <a:latin typeface="Calibre Semibold" panose="020B0703030202060203" pitchFamily="34" charset="0"/>
              </a:defRPr>
            </a:lvl7pPr>
            <a:lvl8pPr marL="0" marR="0" indent="0">
              <a:lnSpc>
                <a:spcPct val="100000"/>
              </a:lnSpc>
              <a:spcBef>
                <a:spcPts val="300"/>
              </a:spcBef>
              <a:spcAft>
                <a:spcPts val="300"/>
              </a:spcAft>
              <a:defRPr sz="900">
                <a:latin typeface="Calibre" panose="020B0503030202060203" pitchFamily="34" charset="0"/>
              </a:defRPr>
            </a:lvl8pPr>
            <a:lvl9pPr marL="108000" marR="0" indent="-108000">
              <a:lnSpc>
                <a:spcPct val="100000"/>
              </a:lnSpc>
              <a:spcBef>
                <a:spcPts val="200"/>
              </a:spcBef>
              <a:spcAft>
                <a:spcPts val="200"/>
              </a:spcAft>
              <a:defRPr sz="900">
                <a:latin typeface="Calibre" panose="020B0503030202060203" pitchFamily="34" charset="0"/>
              </a:defRPr>
            </a:lvl9pPr>
          </a:lstStyle>
          <a:p>
            <a:pPr lvl="0"/>
            <a:r>
              <a:rPr lang="en-GB" dirty="0"/>
              <a:t>Side bar heading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sp>
        <p:nvSpPr>
          <p:cNvPr id="26" name="Notes Placeholder">
            <a:extLst>
              <a:ext uri="{FF2B5EF4-FFF2-40B4-BE49-F238E27FC236}">
                <a16:creationId xmlns:a16="http://schemas.microsoft.com/office/drawing/2014/main" id="{D05D0514-BFAE-8114-C2E5-E47E60921DC8}"/>
              </a:ext>
            </a:extLst>
          </p:cNvPr>
          <p:cNvSpPr>
            <a:spLocks noGrp="1"/>
          </p:cNvSpPr>
          <p:nvPr>
            <p:ph type="body" sz="quarter" idx="20" hasCustomPrompt="1"/>
          </p:nvPr>
        </p:nvSpPr>
        <p:spPr>
          <a:xfrm>
            <a:off x="511176" y="5357813"/>
            <a:ext cx="2468880" cy="1051560"/>
          </a:xfrm>
        </p:spPr>
        <p:txBody>
          <a:bodyPr anchor="b" anchorCtr="0"/>
          <a:lstStyle>
            <a:lvl1pPr marL="0" marR="0" indent="0">
              <a:lnSpc>
                <a:spcPct val="100000"/>
              </a:lnSpc>
              <a:spcBef>
                <a:spcPts val="300"/>
              </a:spcBef>
              <a:spcAft>
                <a:spcPts val="0"/>
              </a:spcAft>
              <a:defRPr sz="900">
                <a:latin typeface="Calibre Semibold" panose="020B0703030202060203" pitchFamily="34" charset="0"/>
              </a:defRPr>
            </a:lvl1pPr>
            <a:lvl2pPr marL="0" marR="0" indent="0">
              <a:lnSpc>
                <a:spcPct val="100000"/>
              </a:lnSpc>
              <a:spcBef>
                <a:spcPts val="300"/>
              </a:spcBef>
              <a:spcAft>
                <a:spcPts val="0"/>
              </a:spcAft>
              <a:defRPr sz="900">
                <a:latin typeface="Calibre" panose="020B0503030202060203" pitchFamily="34" charset="0"/>
              </a:defRPr>
            </a:lvl2pPr>
            <a:lvl3pPr marL="108000" marR="0" indent="-108000">
              <a:lnSpc>
                <a:spcPct val="100000"/>
              </a:lnSpc>
              <a:spcBef>
                <a:spcPts val="200"/>
              </a:spcBef>
              <a:spcAft>
                <a:spcPts val="0"/>
              </a:spcAft>
              <a:buFont typeface="Calibre" panose="020B0503030202060203" pitchFamily="34" charset="0"/>
              <a:buChar char="–"/>
              <a:defRPr sz="900">
                <a:latin typeface="Calibre" panose="020B0503030202060203" pitchFamily="34" charset="0"/>
              </a:defRPr>
            </a:lvl3pPr>
            <a:lvl4pPr marL="216000" marR="0" indent="-108000">
              <a:lnSpc>
                <a:spcPct val="100000"/>
              </a:lnSpc>
              <a:spcBef>
                <a:spcPts val="200"/>
              </a:spcBef>
              <a:spcAft>
                <a:spcPts val="0"/>
              </a:spcAft>
              <a:buFont typeface="Arial" panose="020B0604020202020204" pitchFamily="34" charset="0"/>
              <a:buChar char="•"/>
              <a:defRPr sz="900">
                <a:latin typeface="Calibre" panose="020B0503030202060203" pitchFamily="34" charset="0"/>
              </a:defRPr>
            </a:lvl4pPr>
            <a:lvl5pPr marL="0" marR="0" indent="0">
              <a:lnSpc>
                <a:spcPct val="100000"/>
              </a:lnSpc>
              <a:spcBef>
                <a:spcPts val="300"/>
              </a:spcBef>
              <a:spcAft>
                <a:spcPts val="0"/>
              </a:spcAft>
              <a:buNone/>
              <a:defRPr sz="900">
                <a:latin typeface="Calibre Semibold" panose="020B0703030202060203" pitchFamily="34" charset="0"/>
              </a:defRPr>
            </a:lvl5pPr>
            <a:lvl6pPr marL="0" marR="0" indent="0">
              <a:lnSpc>
                <a:spcPct val="100000"/>
              </a:lnSpc>
              <a:spcBef>
                <a:spcPts val="300"/>
              </a:spcBef>
              <a:spcAft>
                <a:spcPts val="0"/>
              </a:spcAft>
              <a:defRPr sz="800">
                <a:latin typeface="Calibre Semibold" panose="020B0703030202060203" pitchFamily="34" charset="0"/>
              </a:defRPr>
            </a:lvl6pPr>
            <a:lvl7pPr marL="0" marR="0" indent="0">
              <a:lnSpc>
                <a:spcPct val="100000"/>
              </a:lnSpc>
              <a:spcBef>
                <a:spcPts val="200"/>
              </a:spcBef>
              <a:spcAft>
                <a:spcPts val="0"/>
              </a:spcAft>
              <a:defRPr sz="800">
                <a:latin typeface="Calibre" panose="020B0503030202060203" pitchFamily="34" charset="0"/>
              </a:defRPr>
            </a:lvl7pPr>
            <a:lvl8pPr marL="108000" marR="0" indent="-108000">
              <a:lnSpc>
                <a:spcPct val="100000"/>
              </a:lnSpc>
              <a:spcBef>
                <a:spcPts val="200"/>
              </a:spcBef>
              <a:spcAft>
                <a:spcPts val="0"/>
              </a:spcAft>
              <a:buFont typeface="Calibre" panose="020B0503030202060203" pitchFamily="34" charset="0"/>
              <a:buChar char="–"/>
              <a:defRPr sz="800">
                <a:latin typeface="Calibre" panose="020B0503030202060203" pitchFamily="34" charset="0"/>
              </a:defRPr>
            </a:lvl8pPr>
            <a:lvl9pPr marL="216000" marR="0" indent="-108000">
              <a:lnSpc>
                <a:spcPct val="100000"/>
              </a:lnSpc>
              <a:spcBef>
                <a:spcPts val="200"/>
              </a:spcBef>
              <a:spcAft>
                <a:spcPts val="0"/>
              </a:spcAft>
              <a:buFont typeface="Arial" panose="020B0604020202020204" pitchFamily="34" charset="0"/>
              <a:buChar char="•"/>
              <a:defRPr sz="800">
                <a:latin typeface="Calibre" panose="020B0503030202060203" pitchFamily="34" charset="0"/>
              </a:defRPr>
            </a:lvl9pPr>
          </a:lstStyle>
          <a:p>
            <a:pPr lvl="0"/>
            <a:r>
              <a:rPr lang="en-GB" dirty="0"/>
              <a:t>Notes title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cxnSp>
        <p:nvCxnSpPr>
          <p:cNvPr id="4" name="LoS - Fixed">
            <a:extLst>
              <a:ext uri="{FF2B5EF4-FFF2-40B4-BE49-F238E27FC236}">
                <a16:creationId xmlns:a16="http://schemas.microsoft.com/office/drawing/2014/main" id="{6E49B04A-A0F1-B674-585D-5B7235E449CD}"/>
              </a:ext>
              <a:ext uri="{C183D7F6-B498-43B3-948B-1728B52AA6E4}">
                <adec:decorative xmlns:adec="http://schemas.microsoft.com/office/drawing/2017/decorative" val="1"/>
              </a:ext>
            </a:extLst>
          </p:cNvPr>
          <p:cNvCxnSpPr>
            <a:cxnSpLocks/>
          </p:cNvCxnSpPr>
          <p:nvPr userDrawn="1"/>
        </p:nvCxnSpPr>
        <p:spPr>
          <a:xfrm>
            <a:off x="503238" y="1022541"/>
            <a:ext cx="935037" cy="0"/>
          </a:xfrm>
          <a:prstGeom prst="line">
            <a:avLst/>
          </a:prstGeom>
          <a:ln w="25400">
            <a:solidFill>
              <a:srgbClr val="17E88F"/>
            </a:solidFill>
          </a:ln>
        </p:spPr>
        <p:style>
          <a:lnRef idx="1">
            <a:schemeClr val="accent1"/>
          </a:lnRef>
          <a:fillRef idx="0">
            <a:schemeClr val="accent1"/>
          </a:fillRef>
          <a:effectRef idx="0">
            <a:schemeClr val="accent1"/>
          </a:effectRef>
          <a:fontRef idx="minor">
            <a:schemeClr val="tx1"/>
          </a:fontRef>
        </p:style>
      </p:cxnSp>
      <p:grpSp>
        <p:nvGrpSpPr>
          <p:cNvPr id="3" name="Text Styles Guidance">
            <a:extLst>
              <a:ext uri="{FF2B5EF4-FFF2-40B4-BE49-F238E27FC236}">
                <a16:creationId xmlns:a16="http://schemas.microsoft.com/office/drawing/2014/main" id="{3C78E09F-389F-AE55-EB8F-A9FD339AA749}"/>
              </a:ext>
              <a:ext uri="{C183D7F6-B498-43B3-948B-1728B52AA6E4}">
                <adec:decorative xmlns:adec="http://schemas.microsoft.com/office/drawing/2017/decorative" val="1"/>
              </a:ext>
            </a:extLst>
          </p:cNvPr>
          <p:cNvGrpSpPr>
            <a:grpSpLocks noGrp="1" noUngrp="1" noRot="1" noMove="1" noResize="1"/>
          </p:cNvGrpSpPr>
          <p:nvPr userDrawn="1"/>
        </p:nvGrpSpPr>
        <p:grpSpPr>
          <a:xfrm>
            <a:off x="-2322513" y="452438"/>
            <a:ext cx="1969750" cy="1731874"/>
            <a:chOff x="-2322513" y="1484313"/>
            <a:chExt cx="1969750" cy="1731874"/>
          </a:xfrm>
        </p:grpSpPr>
        <p:grpSp>
          <p:nvGrpSpPr>
            <p:cNvPr id="5" name="Group 4">
              <a:extLst>
                <a:ext uri="{FF2B5EF4-FFF2-40B4-BE49-F238E27FC236}">
                  <a16:creationId xmlns:a16="http://schemas.microsoft.com/office/drawing/2014/main" id="{0A3FB1F4-28F0-5AD9-F801-221319ADB9EA}"/>
                </a:ext>
              </a:extLst>
            </p:cNvPr>
            <p:cNvGrpSpPr>
              <a:grpSpLocks noGrp="1" noUngrp="1" noRot="1" noMove="1" noResize="1"/>
            </p:cNvGrpSpPr>
            <p:nvPr userDrawn="1"/>
          </p:nvGrpSpPr>
          <p:grpSpPr>
            <a:xfrm>
              <a:off x="-2317919" y="1484313"/>
              <a:ext cx="1960563" cy="1231106"/>
              <a:chOff x="-2322513" y="195104"/>
              <a:chExt cx="1960563" cy="1231106"/>
            </a:xfrm>
          </p:grpSpPr>
          <p:sp>
            <p:nvSpPr>
              <p:cNvPr id="13" name="Guidance">
                <a:extLst>
                  <a:ext uri="{FF2B5EF4-FFF2-40B4-BE49-F238E27FC236}">
                    <a16:creationId xmlns:a16="http://schemas.microsoft.com/office/drawing/2014/main" id="{A6CCE7B1-F6F5-3BD0-5414-AFC730A6C5CA}"/>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984885"/>
              </a:xfrm>
              <a:prstGeom prst="rect">
                <a:avLst/>
              </a:prstGeom>
              <a:solidFill>
                <a:srgbClr val="C0D4CB"/>
              </a:solidFill>
            </p:spPr>
            <p:txBody>
              <a:bodyPr wrap="square" lIns="72000" rIns="72000" rtlCol="0">
                <a:noAutofit/>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Each text frame has nine pre-formatted styles defined for you to use. </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To access the styles, use the Increase/Decrease List Level commands found in Home &gt; Paragraph tools:</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800" b="0" i="0" u="none" strike="noStrike" kern="1200" cap="none" spc="0" normalizeH="0" baseline="0" noProof="0" dirty="0">
                  <a:ln>
                    <a:noFill/>
                  </a:ln>
                  <a:solidFill>
                    <a:srgbClr val="012A2D"/>
                  </a:solidFill>
                  <a:effectLst/>
                  <a:uLnTx/>
                  <a:uFillTx/>
                  <a:latin typeface="Calibre"/>
                </a:endParaRPr>
              </a:p>
            </p:txBody>
          </p:sp>
          <p:sp>
            <p:nvSpPr>
              <p:cNvPr id="15" name="Guidance">
                <a:extLst>
                  <a:ext uri="{FF2B5EF4-FFF2-40B4-BE49-F238E27FC236}">
                    <a16:creationId xmlns:a16="http://schemas.microsoft.com/office/drawing/2014/main" id="{08B359DD-D51B-2AF0-0691-3DA3BF940F24}"/>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Text styles</a:t>
                </a:r>
              </a:p>
            </p:txBody>
          </p:sp>
        </p:grpSp>
        <p:grpSp>
          <p:nvGrpSpPr>
            <p:cNvPr id="7" name="Group 6">
              <a:extLst>
                <a:ext uri="{FF2B5EF4-FFF2-40B4-BE49-F238E27FC236}">
                  <a16:creationId xmlns:a16="http://schemas.microsoft.com/office/drawing/2014/main" id="{E14AA6E3-956D-925B-3D24-D924BAA91650}"/>
                </a:ext>
              </a:extLst>
            </p:cNvPr>
            <p:cNvGrpSpPr>
              <a:grpSpLocks noGrp="1" noUngrp="1" noRot="1" noMove="1" noResize="1"/>
            </p:cNvGrpSpPr>
            <p:nvPr userDrawn="1"/>
          </p:nvGrpSpPr>
          <p:grpSpPr>
            <a:xfrm>
              <a:off x="-2322513" y="2655826"/>
              <a:ext cx="1969750" cy="560361"/>
              <a:chOff x="3911096" y="2800206"/>
              <a:chExt cx="4420607" cy="1257587"/>
            </a:xfrm>
          </p:grpSpPr>
          <p:pic>
            <p:nvPicPr>
              <p:cNvPr id="9" name="Picture 8">
                <a:extLst>
                  <a:ext uri="{FF2B5EF4-FFF2-40B4-BE49-F238E27FC236}">
                    <a16:creationId xmlns:a16="http://schemas.microsoft.com/office/drawing/2014/main" id="{6FDFCAC4-39AA-0C0E-774F-CEBF7FFB387E}"/>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3911096" y="2800206"/>
                <a:ext cx="4420607" cy="1257587"/>
              </a:xfrm>
              <a:prstGeom prst="rect">
                <a:avLst/>
              </a:prstGeom>
            </p:spPr>
          </p:pic>
          <p:sp>
            <p:nvSpPr>
              <p:cNvPr id="11" name="Rectangle 10">
                <a:extLst>
                  <a:ext uri="{FF2B5EF4-FFF2-40B4-BE49-F238E27FC236}">
                    <a16:creationId xmlns:a16="http://schemas.microsoft.com/office/drawing/2014/main" id="{4A386D0C-DDC2-C16C-20A3-2C51601D8332}"/>
                  </a:ext>
                </a:extLst>
              </p:cNvPr>
              <p:cNvSpPr>
                <a:spLocks noGrp="1" noRot="1" noMove="1" noResize="1" noEditPoints="1" noAdjustHandles="1" noChangeArrowheads="1" noChangeShapeType="1"/>
              </p:cNvSpPr>
              <p:nvPr/>
            </p:nvSpPr>
            <p:spPr>
              <a:xfrm>
                <a:off x="5074444" y="2959894"/>
                <a:ext cx="669131" cy="285750"/>
              </a:xfrm>
              <a:prstGeom prst="rect">
                <a:avLst/>
              </a:prstGeom>
              <a:noFill/>
              <a:ln w="6350" cap="flat" cmpd="sng" algn="ctr">
                <a:solidFill>
                  <a:srgbClr val="FF0000"/>
                </a:solidFill>
                <a:prstDash val="solid"/>
                <a:miter lim="800000"/>
              </a:ln>
              <a:effectLst/>
            </p:spPr>
            <p:txBody>
              <a:bodyPr rtlCol="0" anchor="ctr">
                <a:noAutofit/>
              </a:bodyPr>
              <a:lstStyle/>
              <a:p>
                <a:pPr marL="0" marR="0" lvl="0" indent="0" algn="ctr"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1200" b="0" i="0" u="none" strike="noStrike" kern="1200" cap="none" spc="0" normalizeH="0" baseline="0" noProof="0" dirty="0">
                  <a:ln>
                    <a:noFill/>
                  </a:ln>
                  <a:solidFill>
                    <a:srgbClr val="FFFFFF"/>
                  </a:solidFill>
                  <a:effectLst/>
                  <a:uLnTx/>
                  <a:uFillTx/>
                  <a:latin typeface="Calibre"/>
                  <a:ea typeface="+mn-ea"/>
                  <a:cs typeface="+mn-cs"/>
                </a:endParaRPr>
              </a:p>
            </p:txBody>
          </p:sp>
        </p:grpSp>
      </p:grpSp>
    </p:spTree>
    <p:extLst>
      <p:ext uri="{BB962C8B-B14F-4D97-AF65-F5344CB8AC3E}">
        <p14:creationId xmlns:p14="http://schemas.microsoft.com/office/powerpoint/2010/main" val="41927583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slide: 3 Column">
    <p:spTree>
      <p:nvGrpSpPr>
        <p:cNvPr id="1" name=""/>
        <p:cNvGrpSpPr/>
        <p:nvPr/>
      </p:nvGrpSpPr>
      <p:grpSpPr>
        <a:xfrm>
          <a:off x="0" y="0"/>
          <a:ext cx="0" cy="0"/>
          <a:chOff x="0" y="0"/>
          <a:chExt cx="0" cy="0"/>
        </a:xfrm>
      </p:grpSpPr>
      <p:sp>
        <p:nvSpPr>
          <p:cNvPr id="6" name="Navigation Header Placeholder">
            <a:extLst>
              <a:ext uri="{FF2B5EF4-FFF2-40B4-BE49-F238E27FC236}">
                <a16:creationId xmlns:a16="http://schemas.microsoft.com/office/drawing/2014/main" id="{682DE23F-D9AC-4E0E-B3B4-53687A5F35C9}"/>
              </a:ext>
              <a:ext uri="{C183D7F6-B498-43B3-948B-1728B52AA6E4}">
                <adec:decorative xmlns:adec="http://schemas.microsoft.com/office/drawing/2017/decorative" val="1"/>
              </a:ext>
            </a:extLst>
          </p:cNvPr>
          <p:cNvSpPr>
            <a:spLocks noGrp="1"/>
          </p:cNvSpPr>
          <p:nvPr>
            <p:ph type="body" sz="quarter" idx="10" hasCustomPrompt="1"/>
          </p:nvPr>
        </p:nvSpPr>
        <p:spPr>
          <a:xfrm>
            <a:off x="1536700" y="957804"/>
            <a:ext cx="1938528" cy="182880"/>
          </a:xfrm>
        </p:spPr>
        <p:txBody>
          <a:bodyPr anchor="t" anchorCtr="0"/>
          <a:lstStyle>
            <a:lvl1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1pPr>
            <a:lvl2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2pPr>
            <a:lvl3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3pPr>
            <a:lvl4pPr marL="0" indent="0" algn="l">
              <a:lnSpc>
                <a:spcPct val="90000"/>
              </a:lnSpc>
              <a:spcBef>
                <a:spcPts val="0"/>
              </a:spcBef>
              <a:spcAft>
                <a:spcPts val="0"/>
              </a:spcAft>
              <a:buFont typeface="Calibre" panose="020B0503030202060203" pitchFamily="34" charset="0"/>
              <a:buNone/>
              <a:defRPr lang="en-US" sz="1050" cap="all" baseline="0" dirty="0" smtClean="0">
                <a:latin typeface="Calibre Medium" panose="020B0603030202060203" pitchFamily="34" charset="0"/>
              </a:defRPr>
            </a:lvl4pPr>
            <a:lvl5pPr marL="0" indent="0" algn="l">
              <a:lnSpc>
                <a:spcPct val="90000"/>
              </a:lnSpc>
              <a:spcBef>
                <a:spcPts val="0"/>
              </a:spcBef>
              <a:spcAft>
                <a:spcPts val="0"/>
              </a:spcAft>
              <a:buFont typeface="Calibre" panose="020B0503030202060203" pitchFamily="34" charset="0"/>
              <a:buNone/>
              <a:defRPr lang="en-US" sz="1050" cap="all" baseline="0" dirty="0" smtClean="0">
                <a:latin typeface="Calibre Medium" panose="020B0603030202060203" pitchFamily="34" charset="0"/>
              </a:defRPr>
            </a:lvl5pPr>
            <a:lvl6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6pPr>
            <a:lvl7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7pPr>
            <a:lvl8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8pPr>
            <a:lvl9pPr marL="0" indent="0" algn="l">
              <a:lnSpc>
                <a:spcPct val="90000"/>
              </a:lnSpc>
              <a:spcBef>
                <a:spcPts val="0"/>
              </a:spcBef>
              <a:spcAft>
                <a:spcPts val="0"/>
              </a:spcAft>
              <a:buFont typeface="Calibre" panose="020B0503030202060203" pitchFamily="34" charset="0"/>
              <a:buNone/>
              <a:defRPr lang="en-US" sz="1050" cap="all" baseline="0" dirty="0">
                <a:latin typeface="Calibre Medium" panose="020B0603030202060203" pitchFamily="34" charset="0"/>
              </a:defRPr>
            </a:lvl9pPr>
          </a:lstStyle>
          <a:p>
            <a:pPr lvl="0"/>
            <a:r>
              <a:rPr lang="en-GB" dirty="0"/>
              <a:t>Navigation Header</a:t>
            </a:r>
          </a:p>
        </p:txBody>
      </p:sp>
      <p:sp>
        <p:nvSpPr>
          <p:cNvPr id="2" name="Title Placeholder">
            <a:extLst>
              <a:ext uri="{FF2B5EF4-FFF2-40B4-BE49-F238E27FC236}">
                <a16:creationId xmlns:a16="http://schemas.microsoft.com/office/drawing/2014/main" id="{944047B7-C3F4-44CE-8AF6-813AA0A42774}"/>
              </a:ext>
            </a:extLst>
          </p:cNvPr>
          <p:cNvSpPr>
            <a:spLocks noGrp="1"/>
          </p:cNvSpPr>
          <p:nvPr>
            <p:ph type="title" hasCustomPrompt="1"/>
          </p:nvPr>
        </p:nvSpPr>
        <p:spPr>
          <a:xfrm>
            <a:off x="511176" y="1601788"/>
            <a:ext cx="2971800" cy="1250949"/>
          </a:xfrm>
        </p:spPr>
        <p:txBody>
          <a:bodyPr/>
          <a:lstStyle>
            <a:lvl1pPr>
              <a:defRPr/>
            </a:lvl1pPr>
          </a:lstStyle>
          <a:p>
            <a:r>
              <a:rPr lang="en-GB" dirty="0"/>
              <a:t>Click to add title</a:t>
            </a:r>
          </a:p>
        </p:txBody>
      </p:sp>
      <p:sp>
        <p:nvSpPr>
          <p:cNvPr id="8" name="Subheading Placeholder 1">
            <a:extLst>
              <a:ext uri="{FF2B5EF4-FFF2-40B4-BE49-F238E27FC236}">
                <a16:creationId xmlns:a16="http://schemas.microsoft.com/office/drawing/2014/main" id="{0AB1EEEC-0D13-0BD5-86C1-FEA968AFEE5B}"/>
              </a:ext>
            </a:extLst>
          </p:cNvPr>
          <p:cNvSpPr>
            <a:spLocks noGrp="1"/>
          </p:cNvSpPr>
          <p:nvPr>
            <p:ph type="body" sz="quarter" idx="11" hasCustomPrompt="1"/>
          </p:nvPr>
        </p:nvSpPr>
        <p:spPr>
          <a:xfrm>
            <a:off x="4094162" y="931672"/>
            <a:ext cx="2462214" cy="566928"/>
          </a:xfrm>
        </p:spPr>
        <p:txBody>
          <a:bodyPr/>
          <a:lstStyle>
            <a:lvl1pPr algn="l">
              <a:lnSpc>
                <a:spcPct val="90000"/>
              </a:lnSpc>
              <a:spcBef>
                <a:spcPts val="600"/>
              </a:spcBef>
              <a:spcAft>
                <a:spcPts val="0"/>
              </a:spcAft>
              <a:defRPr sz="1600">
                <a:latin typeface="Calibre Semibold" panose="020B0703030202060203" pitchFamily="34" charset="0"/>
              </a:defRPr>
            </a:lvl1pPr>
            <a:lvl2pPr algn="l">
              <a:lnSpc>
                <a:spcPct val="100000"/>
              </a:lnSpc>
              <a:spcBef>
                <a:spcPts val="300"/>
              </a:spcBef>
              <a:spcAft>
                <a:spcPts val="300"/>
              </a:spcAft>
              <a:defRPr sz="1200">
                <a:latin typeface="+mn-lt"/>
              </a:defRPr>
            </a:lvl2pPr>
            <a:lvl3pPr marL="180000" indent="-180000" algn="l">
              <a:buFont typeface="Calibre" panose="020B0503030202060203" pitchFamily="34" charset="0"/>
              <a:buChar char="–"/>
              <a:defRPr/>
            </a:lvl3pPr>
            <a:lvl4pPr marL="365760" indent="-182880" algn="l">
              <a:buFont typeface="Arial" panose="020B0604020202020204" pitchFamily="34" charset="0"/>
              <a:buChar char="•"/>
              <a:defRPr/>
            </a:lvl4pPr>
            <a:lvl5pPr marL="0" indent="0" algn="l">
              <a:lnSpc>
                <a:spcPct val="100000"/>
              </a:lnSpc>
              <a:spcBef>
                <a:spcPts val="600"/>
              </a:spcBef>
              <a:spcAft>
                <a:spcPts val="0"/>
              </a:spcAft>
              <a:buNone/>
              <a:defRPr sz="1200">
                <a:latin typeface="Calibre Semibold" panose="020B0703030202060203" pitchFamily="34" charset="0"/>
              </a:defRPr>
            </a:lvl5pPr>
            <a:lvl6pPr algn="l">
              <a:defRPr sz="1050"/>
            </a:lvl6pPr>
            <a:lvl7pPr algn="l">
              <a:spcBef>
                <a:spcPts val="300"/>
              </a:spcBef>
              <a:spcAft>
                <a:spcPts val="300"/>
              </a:spcAft>
              <a:defRPr>
                <a:latin typeface="+mn-lt"/>
              </a:defRPr>
            </a:lvl7pPr>
            <a:lvl8pPr marL="180000" indent="-180000" algn="l">
              <a:spcBef>
                <a:spcPts val="200"/>
              </a:spcBef>
              <a:spcAft>
                <a:spcPts val="200"/>
              </a:spcAft>
              <a:buFont typeface="Calibre" panose="020B0503030202060203" pitchFamily="34" charset="0"/>
              <a:buChar char="–"/>
              <a:defRPr/>
            </a:lvl8pPr>
            <a:lvl9pPr marL="365760" indent="-182880" algn="l">
              <a:buFont typeface="Arial" panose="020B0604020202020204" pitchFamily="34" charset="0"/>
              <a:buChar char="•"/>
              <a:defRPr/>
            </a:lvl9pPr>
          </a:lstStyle>
          <a:p>
            <a:pPr lvl="0"/>
            <a:r>
              <a:rPr lang="en-GB" dirty="0"/>
              <a:t>Subheading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sp>
        <p:nvSpPr>
          <p:cNvPr id="10" name="Content Placeholder 1">
            <a:extLst>
              <a:ext uri="{FF2B5EF4-FFF2-40B4-BE49-F238E27FC236}">
                <a16:creationId xmlns:a16="http://schemas.microsoft.com/office/drawing/2014/main" id="{D014117E-EC3F-B9ED-CF80-49E1BC70942F}"/>
              </a:ext>
            </a:extLst>
          </p:cNvPr>
          <p:cNvSpPr>
            <a:spLocks noGrp="1"/>
          </p:cNvSpPr>
          <p:nvPr>
            <p:ph sz="quarter" idx="12" hasCustomPrompt="1"/>
          </p:nvPr>
        </p:nvSpPr>
        <p:spPr>
          <a:xfrm>
            <a:off x="4094162" y="1600200"/>
            <a:ext cx="2462214" cy="4800600"/>
          </a:xfrm>
        </p:spPr>
        <p:txBody>
          <a:bodyPr/>
          <a:lstStyle>
            <a:lvl1pPr>
              <a:defRPr/>
            </a:lvl1pPr>
          </a:lstStyle>
          <a:p>
            <a:pPr lvl="0"/>
            <a:r>
              <a:rPr lang="en-GB" dirty="0"/>
              <a:t>Large heading – use text levels for other styles or click icon to insert content</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2" name="Subheading Placeholder 2">
            <a:extLst>
              <a:ext uri="{FF2B5EF4-FFF2-40B4-BE49-F238E27FC236}">
                <a16:creationId xmlns:a16="http://schemas.microsoft.com/office/drawing/2014/main" id="{7686CD6E-3238-BA56-8AEE-517E1259F967}"/>
              </a:ext>
            </a:extLst>
          </p:cNvPr>
          <p:cNvSpPr>
            <a:spLocks noGrp="1"/>
          </p:cNvSpPr>
          <p:nvPr>
            <p:ph type="body" sz="quarter" idx="13" hasCustomPrompt="1"/>
          </p:nvPr>
        </p:nvSpPr>
        <p:spPr>
          <a:xfrm>
            <a:off x="6657023" y="931672"/>
            <a:ext cx="2462214" cy="566928"/>
          </a:xfrm>
        </p:spPr>
        <p:txBody>
          <a:bodyPr/>
          <a:lstStyle>
            <a:lvl1pPr algn="l">
              <a:lnSpc>
                <a:spcPct val="90000"/>
              </a:lnSpc>
              <a:spcBef>
                <a:spcPts val="600"/>
              </a:spcBef>
              <a:spcAft>
                <a:spcPts val="0"/>
              </a:spcAft>
              <a:defRPr sz="1600">
                <a:latin typeface="Calibre Semibold" panose="020B0703030202060203" pitchFamily="34" charset="0"/>
              </a:defRPr>
            </a:lvl1pPr>
            <a:lvl2pPr algn="l">
              <a:lnSpc>
                <a:spcPct val="100000"/>
              </a:lnSpc>
              <a:spcBef>
                <a:spcPts val="300"/>
              </a:spcBef>
              <a:spcAft>
                <a:spcPts val="300"/>
              </a:spcAft>
              <a:defRPr sz="1200">
                <a:latin typeface="+mn-lt"/>
              </a:defRPr>
            </a:lvl2pPr>
            <a:lvl3pPr marL="180000" indent="-180000" algn="l">
              <a:buFont typeface="Calibre" panose="020B0503030202060203" pitchFamily="34" charset="0"/>
              <a:buChar char="–"/>
              <a:defRPr/>
            </a:lvl3pPr>
            <a:lvl4pPr marL="365760" indent="-182880" algn="l">
              <a:buFont typeface="Arial" panose="020B0604020202020204" pitchFamily="34" charset="0"/>
              <a:buChar char="•"/>
              <a:defRPr/>
            </a:lvl4pPr>
            <a:lvl5pPr marL="0" indent="0" algn="l">
              <a:lnSpc>
                <a:spcPct val="100000"/>
              </a:lnSpc>
              <a:spcBef>
                <a:spcPts val="600"/>
              </a:spcBef>
              <a:spcAft>
                <a:spcPts val="0"/>
              </a:spcAft>
              <a:buNone/>
              <a:defRPr sz="1200">
                <a:latin typeface="Calibre Semibold" panose="020B0703030202060203" pitchFamily="34" charset="0"/>
              </a:defRPr>
            </a:lvl5pPr>
            <a:lvl6pPr algn="l">
              <a:defRPr sz="1050"/>
            </a:lvl6pPr>
            <a:lvl7pPr algn="l">
              <a:spcBef>
                <a:spcPts val="300"/>
              </a:spcBef>
              <a:spcAft>
                <a:spcPts val="300"/>
              </a:spcAft>
              <a:defRPr>
                <a:latin typeface="+mn-lt"/>
              </a:defRPr>
            </a:lvl7pPr>
            <a:lvl8pPr marL="180000" indent="-180000" algn="l">
              <a:spcBef>
                <a:spcPts val="200"/>
              </a:spcBef>
              <a:spcAft>
                <a:spcPts val="200"/>
              </a:spcAft>
              <a:buFont typeface="Calibre" panose="020B0503030202060203" pitchFamily="34" charset="0"/>
              <a:buChar char="–"/>
              <a:defRPr/>
            </a:lvl8pPr>
            <a:lvl9pPr marL="365760" indent="-182880" algn="l">
              <a:buFont typeface="Arial" panose="020B0604020202020204" pitchFamily="34" charset="0"/>
              <a:buChar char="•"/>
              <a:defRPr/>
            </a:lvl9pPr>
          </a:lstStyle>
          <a:p>
            <a:pPr lvl="0"/>
            <a:r>
              <a:rPr lang="en-GB" dirty="0"/>
              <a:t>Subheading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sp>
        <p:nvSpPr>
          <p:cNvPr id="14" name="Content Placeholder 2">
            <a:extLst>
              <a:ext uri="{FF2B5EF4-FFF2-40B4-BE49-F238E27FC236}">
                <a16:creationId xmlns:a16="http://schemas.microsoft.com/office/drawing/2014/main" id="{1689BE60-1BDF-2621-90B2-EFC54710D12F}"/>
              </a:ext>
            </a:extLst>
          </p:cNvPr>
          <p:cNvSpPr>
            <a:spLocks noGrp="1"/>
          </p:cNvSpPr>
          <p:nvPr>
            <p:ph sz="quarter" idx="14" hasCustomPrompt="1"/>
          </p:nvPr>
        </p:nvSpPr>
        <p:spPr>
          <a:xfrm>
            <a:off x="6657023" y="1600200"/>
            <a:ext cx="2462214" cy="4800600"/>
          </a:xfrm>
        </p:spPr>
        <p:txBody>
          <a:bodyPr/>
          <a:lstStyle>
            <a:lvl1pPr>
              <a:defRPr/>
            </a:lvl1pPr>
          </a:lstStyle>
          <a:p>
            <a:pPr lvl="0"/>
            <a:r>
              <a:rPr lang="en-GB" dirty="0"/>
              <a:t>Large heading – use text levels for other styles or click icon to insert content</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6" name="Subheading Placeholder 3">
            <a:extLst>
              <a:ext uri="{FF2B5EF4-FFF2-40B4-BE49-F238E27FC236}">
                <a16:creationId xmlns:a16="http://schemas.microsoft.com/office/drawing/2014/main" id="{2C83130E-3D96-9313-B0E7-8DF90A4A1777}"/>
              </a:ext>
            </a:extLst>
          </p:cNvPr>
          <p:cNvSpPr>
            <a:spLocks noGrp="1"/>
          </p:cNvSpPr>
          <p:nvPr>
            <p:ph type="body" sz="quarter" idx="15" hasCustomPrompt="1"/>
          </p:nvPr>
        </p:nvSpPr>
        <p:spPr>
          <a:xfrm>
            <a:off x="9219884" y="931672"/>
            <a:ext cx="2462214" cy="566928"/>
          </a:xfrm>
        </p:spPr>
        <p:txBody>
          <a:bodyPr/>
          <a:lstStyle>
            <a:lvl1pPr algn="l">
              <a:lnSpc>
                <a:spcPct val="90000"/>
              </a:lnSpc>
              <a:spcBef>
                <a:spcPts val="600"/>
              </a:spcBef>
              <a:spcAft>
                <a:spcPts val="0"/>
              </a:spcAft>
              <a:defRPr sz="1600">
                <a:latin typeface="Calibre Semibold" panose="020B0703030202060203" pitchFamily="34" charset="0"/>
              </a:defRPr>
            </a:lvl1pPr>
            <a:lvl2pPr algn="l">
              <a:lnSpc>
                <a:spcPct val="100000"/>
              </a:lnSpc>
              <a:spcBef>
                <a:spcPts val="300"/>
              </a:spcBef>
              <a:spcAft>
                <a:spcPts val="300"/>
              </a:spcAft>
              <a:defRPr sz="1200">
                <a:latin typeface="+mn-lt"/>
              </a:defRPr>
            </a:lvl2pPr>
            <a:lvl3pPr marL="180000" indent="-180000" algn="l">
              <a:buFont typeface="Calibre" panose="020B0503030202060203" pitchFamily="34" charset="0"/>
              <a:buChar char="–"/>
              <a:defRPr/>
            </a:lvl3pPr>
            <a:lvl4pPr marL="365760" indent="-182880" algn="l">
              <a:buFont typeface="Arial" panose="020B0604020202020204" pitchFamily="34" charset="0"/>
              <a:buChar char="•"/>
              <a:defRPr/>
            </a:lvl4pPr>
            <a:lvl5pPr marL="0" indent="0" algn="l">
              <a:lnSpc>
                <a:spcPct val="100000"/>
              </a:lnSpc>
              <a:spcBef>
                <a:spcPts val="600"/>
              </a:spcBef>
              <a:spcAft>
                <a:spcPts val="0"/>
              </a:spcAft>
              <a:buNone/>
              <a:defRPr sz="1200">
                <a:latin typeface="Calibre Semibold" panose="020B0703030202060203" pitchFamily="34" charset="0"/>
              </a:defRPr>
            </a:lvl5pPr>
            <a:lvl6pPr algn="l">
              <a:defRPr sz="1050"/>
            </a:lvl6pPr>
            <a:lvl7pPr algn="l">
              <a:spcBef>
                <a:spcPts val="300"/>
              </a:spcBef>
              <a:spcAft>
                <a:spcPts val="300"/>
              </a:spcAft>
              <a:defRPr>
                <a:latin typeface="+mn-lt"/>
              </a:defRPr>
            </a:lvl7pPr>
            <a:lvl8pPr marL="180000" indent="-180000" algn="l">
              <a:spcBef>
                <a:spcPts val="200"/>
              </a:spcBef>
              <a:spcAft>
                <a:spcPts val="200"/>
              </a:spcAft>
              <a:buFont typeface="Calibre" panose="020B0503030202060203" pitchFamily="34" charset="0"/>
              <a:buChar char="–"/>
              <a:defRPr/>
            </a:lvl8pPr>
            <a:lvl9pPr marL="365760" indent="-182880" algn="l">
              <a:buFont typeface="Arial" panose="020B0604020202020204" pitchFamily="34" charset="0"/>
              <a:buChar char="•"/>
              <a:defRPr/>
            </a:lvl9pPr>
          </a:lstStyle>
          <a:p>
            <a:pPr lvl="0"/>
            <a:r>
              <a:rPr lang="en-GB" dirty="0"/>
              <a:t>Subheading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sp>
        <p:nvSpPr>
          <p:cNvPr id="18" name="Content Placeholder 3">
            <a:extLst>
              <a:ext uri="{FF2B5EF4-FFF2-40B4-BE49-F238E27FC236}">
                <a16:creationId xmlns:a16="http://schemas.microsoft.com/office/drawing/2014/main" id="{E7081ADF-8AE5-CB5B-9C53-505E4F1B753F}"/>
              </a:ext>
            </a:extLst>
          </p:cNvPr>
          <p:cNvSpPr>
            <a:spLocks noGrp="1"/>
          </p:cNvSpPr>
          <p:nvPr>
            <p:ph sz="quarter" idx="16" hasCustomPrompt="1"/>
          </p:nvPr>
        </p:nvSpPr>
        <p:spPr>
          <a:xfrm>
            <a:off x="9219884" y="1600200"/>
            <a:ext cx="2462214" cy="4800600"/>
          </a:xfrm>
        </p:spPr>
        <p:txBody>
          <a:bodyPr/>
          <a:lstStyle>
            <a:lvl1pPr>
              <a:defRPr/>
            </a:lvl1pPr>
          </a:lstStyle>
          <a:p>
            <a:pPr lvl="0"/>
            <a:r>
              <a:rPr lang="en-GB" dirty="0"/>
              <a:t>Large heading – use text levels for other styles or click icon to insert content</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4" name="Side Bar Placeholder">
            <a:extLst>
              <a:ext uri="{FF2B5EF4-FFF2-40B4-BE49-F238E27FC236}">
                <a16:creationId xmlns:a16="http://schemas.microsoft.com/office/drawing/2014/main" id="{8E67CAD3-E8E8-212B-DC1F-3141F74C9B5C}"/>
              </a:ext>
            </a:extLst>
          </p:cNvPr>
          <p:cNvSpPr>
            <a:spLocks noGrp="1"/>
          </p:cNvSpPr>
          <p:nvPr>
            <p:ph type="body" sz="quarter" idx="19" hasCustomPrompt="1"/>
          </p:nvPr>
        </p:nvSpPr>
        <p:spPr>
          <a:xfrm>
            <a:off x="511176" y="3478213"/>
            <a:ext cx="2468880" cy="1764792"/>
          </a:xfrm>
        </p:spPr>
        <p:txBody>
          <a:bodyPr/>
          <a:lstStyle>
            <a:lvl1pPr marL="0" marR="0" indent="0">
              <a:lnSpc>
                <a:spcPct val="90000"/>
              </a:lnSpc>
              <a:spcBef>
                <a:spcPts val="600"/>
              </a:spcBef>
              <a:spcAft>
                <a:spcPts val="0"/>
              </a:spcAft>
              <a:defRPr sz="1200">
                <a:latin typeface="Calibre Semibold" panose="020B0703030202060203" pitchFamily="34" charset="0"/>
              </a:defRPr>
            </a:lvl1pPr>
            <a:lvl2pPr marL="0" marR="0" indent="0">
              <a:lnSpc>
                <a:spcPct val="100000"/>
              </a:lnSpc>
              <a:spcBef>
                <a:spcPts val="300"/>
              </a:spcBef>
              <a:spcAft>
                <a:spcPts val="300"/>
              </a:spcAft>
              <a:defRPr sz="1050">
                <a:latin typeface="Calibre" panose="020B0503030202060203" pitchFamily="34" charset="0"/>
              </a:defRPr>
            </a:lvl2pPr>
            <a:lvl3pPr marL="108000" marR="0" indent="-108000">
              <a:lnSpc>
                <a:spcPct val="100000"/>
              </a:lnSpc>
              <a:spcBef>
                <a:spcPts val="300"/>
              </a:spcBef>
              <a:spcAft>
                <a:spcPts val="300"/>
              </a:spcAft>
              <a:buFont typeface="Calibre" panose="020B0503030202060203" pitchFamily="34" charset="0"/>
              <a:buChar char="–"/>
              <a:defRPr sz="1050">
                <a:latin typeface="Calibre" panose="020B0503030202060203" pitchFamily="34" charset="0"/>
              </a:defRPr>
            </a:lvl3pPr>
            <a:lvl4pPr marL="216000" marR="0" indent="-108000">
              <a:lnSpc>
                <a:spcPct val="100000"/>
              </a:lnSpc>
              <a:spcBef>
                <a:spcPts val="300"/>
              </a:spcBef>
              <a:spcAft>
                <a:spcPts val="300"/>
              </a:spcAft>
              <a:buFont typeface="Arial" panose="020B0604020202020204" pitchFamily="34" charset="0"/>
              <a:buChar char="•"/>
              <a:defRPr sz="1050">
                <a:latin typeface="Calibre" panose="020B0503030202060203" pitchFamily="34" charset="0"/>
              </a:defRPr>
            </a:lvl4pPr>
            <a:lvl5pPr marL="0" marR="0" indent="0">
              <a:lnSpc>
                <a:spcPct val="90000"/>
              </a:lnSpc>
              <a:spcBef>
                <a:spcPts val="600"/>
              </a:spcBef>
              <a:spcAft>
                <a:spcPts val="300"/>
              </a:spcAft>
              <a:buNone/>
              <a:defRPr sz="1800">
                <a:latin typeface="Calibre Light" panose="020B0303030202060203" pitchFamily="34" charset="0"/>
              </a:defRPr>
            </a:lvl5pPr>
            <a:lvl6pPr marL="0" marR="0" indent="0">
              <a:lnSpc>
                <a:spcPct val="100000"/>
              </a:lnSpc>
              <a:spcBef>
                <a:spcPts val="600"/>
              </a:spcBef>
              <a:spcAft>
                <a:spcPts val="0"/>
              </a:spcAft>
              <a:defRPr sz="1050">
                <a:latin typeface="Calibre Semibold" panose="020B0703030202060203" pitchFamily="34" charset="0"/>
              </a:defRPr>
            </a:lvl6pPr>
            <a:lvl7pPr marL="0" marR="0" indent="0">
              <a:lnSpc>
                <a:spcPct val="100000"/>
              </a:lnSpc>
              <a:spcBef>
                <a:spcPts val="600"/>
              </a:spcBef>
              <a:spcAft>
                <a:spcPts val="0"/>
              </a:spcAft>
              <a:defRPr sz="900">
                <a:latin typeface="Calibre Semibold" panose="020B0703030202060203" pitchFamily="34" charset="0"/>
              </a:defRPr>
            </a:lvl7pPr>
            <a:lvl8pPr marL="0" marR="0" indent="0">
              <a:lnSpc>
                <a:spcPct val="100000"/>
              </a:lnSpc>
              <a:spcBef>
                <a:spcPts val="300"/>
              </a:spcBef>
              <a:spcAft>
                <a:spcPts val="300"/>
              </a:spcAft>
              <a:defRPr sz="900">
                <a:latin typeface="Calibre" panose="020B0503030202060203" pitchFamily="34" charset="0"/>
              </a:defRPr>
            </a:lvl8pPr>
            <a:lvl9pPr marL="108000" marR="0" indent="-108000">
              <a:lnSpc>
                <a:spcPct val="100000"/>
              </a:lnSpc>
              <a:spcBef>
                <a:spcPts val="200"/>
              </a:spcBef>
              <a:spcAft>
                <a:spcPts val="200"/>
              </a:spcAft>
              <a:defRPr sz="900">
                <a:latin typeface="Calibre" panose="020B0503030202060203" pitchFamily="34" charset="0"/>
              </a:defRPr>
            </a:lvl9pPr>
          </a:lstStyle>
          <a:p>
            <a:pPr lvl="0"/>
            <a:r>
              <a:rPr lang="en-GB" dirty="0"/>
              <a:t>Side bar heading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sp>
        <p:nvSpPr>
          <p:cNvPr id="26" name="Notes Placeholder">
            <a:extLst>
              <a:ext uri="{FF2B5EF4-FFF2-40B4-BE49-F238E27FC236}">
                <a16:creationId xmlns:a16="http://schemas.microsoft.com/office/drawing/2014/main" id="{D05D0514-BFAE-8114-C2E5-E47E60921DC8}"/>
              </a:ext>
            </a:extLst>
          </p:cNvPr>
          <p:cNvSpPr>
            <a:spLocks noGrp="1"/>
          </p:cNvSpPr>
          <p:nvPr>
            <p:ph type="body" sz="quarter" idx="20" hasCustomPrompt="1"/>
          </p:nvPr>
        </p:nvSpPr>
        <p:spPr>
          <a:xfrm>
            <a:off x="511176" y="5357813"/>
            <a:ext cx="2468880" cy="1051560"/>
          </a:xfrm>
        </p:spPr>
        <p:txBody>
          <a:bodyPr anchor="b" anchorCtr="0"/>
          <a:lstStyle>
            <a:lvl1pPr marL="0" marR="0" indent="0">
              <a:lnSpc>
                <a:spcPct val="100000"/>
              </a:lnSpc>
              <a:spcBef>
                <a:spcPts val="300"/>
              </a:spcBef>
              <a:spcAft>
                <a:spcPts val="0"/>
              </a:spcAft>
              <a:defRPr sz="900">
                <a:latin typeface="Calibre Semibold" panose="020B0703030202060203" pitchFamily="34" charset="0"/>
              </a:defRPr>
            </a:lvl1pPr>
            <a:lvl2pPr marL="0" marR="0" indent="0">
              <a:lnSpc>
                <a:spcPct val="100000"/>
              </a:lnSpc>
              <a:spcBef>
                <a:spcPts val="300"/>
              </a:spcBef>
              <a:spcAft>
                <a:spcPts val="0"/>
              </a:spcAft>
              <a:defRPr sz="900">
                <a:latin typeface="Calibre" panose="020B0503030202060203" pitchFamily="34" charset="0"/>
              </a:defRPr>
            </a:lvl2pPr>
            <a:lvl3pPr marL="108000" marR="0" indent="-108000">
              <a:lnSpc>
                <a:spcPct val="100000"/>
              </a:lnSpc>
              <a:spcBef>
                <a:spcPts val="200"/>
              </a:spcBef>
              <a:spcAft>
                <a:spcPts val="0"/>
              </a:spcAft>
              <a:buFont typeface="Calibre" panose="020B0503030202060203" pitchFamily="34" charset="0"/>
              <a:buChar char="–"/>
              <a:defRPr sz="900">
                <a:latin typeface="Calibre" panose="020B0503030202060203" pitchFamily="34" charset="0"/>
              </a:defRPr>
            </a:lvl3pPr>
            <a:lvl4pPr marL="216000" marR="0" indent="-108000">
              <a:lnSpc>
                <a:spcPct val="100000"/>
              </a:lnSpc>
              <a:spcBef>
                <a:spcPts val="200"/>
              </a:spcBef>
              <a:spcAft>
                <a:spcPts val="0"/>
              </a:spcAft>
              <a:buFont typeface="Arial" panose="020B0604020202020204" pitchFamily="34" charset="0"/>
              <a:buChar char="•"/>
              <a:defRPr sz="900">
                <a:latin typeface="Calibre" panose="020B0503030202060203" pitchFamily="34" charset="0"/>
              </a:defRPr>
            </a:lvl4pPr>
            <a:lvl5pPr marL="0" marR="0" indent="0">
              <a:lnSpc>
                <a:spcPct val="100000"/>
              </a:lnSpc>
              <a:spcBef>
                <a:spcPts val="300"/>
              </a:spcBef>
              <a:spcAft>
                <a:spcPts val="0"/>
              </a:spcAft>
              <a:buNone/>
              <a:defRPr sz="900">
                <a:latin typeface="Calibre Semibold" panose="020B0703030202060203" pitchFamily="34" charset="0"/>
              </a:defRPr>
            </a:lvl5pPr>
            <a:lvl6pPr marL="0" marR="0" indent="0">
              <a:lnSpc>
                <a:spcPct val="100000"/>
              </a:lnSpc>
              <a:spcBef>
                <a:spcPts val="300"/>
              </a:spcBef>
              <a:spcAft>
                <a:spcPts val="0"/>
              </a:spcAft>
              <a:defRPr sz="800">
                <a:latin typeface="Calibre Semibold" panose="020B0703030202060203" pitchFamily="34" charset="0"/>
              </a:defRPr>
            </a:lvl6pPr>
            <a:lvl7pPr marL="0" marR="0" indent="0">
              <a:lnSpc>
                <a:spcPct val="100000"/>
              </a:lnSpc>
              <a:spcBef>
                <a:spcPts val="200"/>
              </a:spcBef>
              <a:spcAft>
                <a:spcPts val="0"/>
              </a:spcAft>
              <a:defRPr sz="800">
                <a:latin typeface="Calibre" panose="020B0503030202060203" pitchFamily="34" charset="0"/>
              </a:defRPr>
            </a:lvl7pPr>
            <a:lvl8pPr marL="108000" marR="0" indent="-108000">
              <a:lnSpc>
                <a:spcPct val="100000"/>
              </a:lnSpc>
              <a:spcBef>
                <a:spcPts val="200"/>
              </a:spcBef>
              <a:spcAft>
                <a:spcPts val="0"/>
              </a:spcAft>
              <a:buFont typeface="Calibre" panose="020B0503030202060203" pitchFamily="34" charset="0"/>
              <a:buChar char="–"/>
              <a:defRPr sz="800">
                <a:latin typeface="Calibre" panose="020B0503030202060203" pitchFamily="34" charset="0"/>
              </a:defRPr>
            </a:lvl8pPr>
            <a:lvl9pPr marL="216000" marR="0" indent="-108000">
              <a:lnSpc>
                <a:spcPct val="100000"/>
              </a:lnSpc>
              <a:spcBef>
                <a:spcPts val="200"/>
              </a:spcBef>
              <a:spcAft>
                <a:spcPts val="0"/>
              </a:spcAft>
              <a:buFont typeface="Arial" panose="020B0604020202020204" pitchFamily="34" charset="0"/>
              <a:buChar char="•"/>
              <a:defRPr sz="800">
                <a:latin typeface="Calibre" panose="020B0503030202060203" pitchFamily="34" charset="0"/>
              </a:defRPr>
            </a:lvl9pPr>
          </a:lstStyle>
          <a:p>
            <a:pPr lvl="0"/>
            <a:r>
              <a:rPr lang="en-GB" dirty="0"/>
              <a:t>Notes title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cxnSp>
        <p:nvCxnSpPr>
          <p:cNvPr id="4" name="LoS - Fixed">
            <a:extLst>
              <a:ext uri="{FF2B5EF4-FFF2-40B4-BE49-F238E27FC236}">
                <a16:creationId xmlns:a16="http://schemas.microsoft.com/office/drawing/2014/main" id="{6E49B04A-A0F1-B674-585D-5B7235E449CD}"/>
              </a:ext>
              <a:ext uri="{C183D7F6-B498-43B3-948B-1728B52AA6E4}">
                <adec:decorative xmlns:adec="http://schemas.microsoft.com/office/drawing/2017/decorative" val="1"/>
              </a:ext>
            </a:extLst>
          </p:cNvPr>
          <p:cNvCxnSpPr>
            <a:cxnSpLocks/>
          </p:cNvCxnSpPr>
          <p:nvPr userDrawn="1"/>
        </p:nvCxnSpPr>
        <p:spPr>
          <a:xfrm>
            <a:off x="503238" y="1022541"/>
            <a:ext cx="935037" cy="0"/>
          </a:xfrm>
          <a:prstGeom prst="line">
            <a:avLst/>
          </a:prstGeom>
          <a:ln w="25400">
            <a:solidFill>
              <a:srgbClr val="17E88F"/>
            </a:solidFill>
          </a:ln>
        </p:spPr>
        <p:style>
          <a:lnRef idx="1">
            <a:schemeClr val="accent1"/>
          </a:lnRef>
          <a:fillRef idx="0">
            <a:schemeClr val="accent1"/>
          </a:fillRef>
          <a:effectRef idx="0">
            <a:schemeClr val="accent1"/>
          </a:effectRef>
          <a:fontRef idx="minor">
            <a:schemeClr val="tx1"/>
          </a:fontRef>
        </p:style>
      </p:cxnSp>
      <p:grpSp>
        <p:nvGrpSpPr>
          <p:cNvPr id="3" name="Text Styles Guidance">
            <a:extLst>
              <a:ext uri="{FF2B5EF4-FFF2-40B4-BE49-F238E27FC236}">
                <a16:creationId xmlns:a16="http://schemas.microsoft.com/office/drawing/2014/main" id="{5A7CE67B-AF5D-7E04-6C49-E3D30A8FF654}"/>
              </a:ext>
              <a:ext uri="{C183D7F6-B498-43B3-948B-1728B52AA6E4}">
                <adec:decorative xmlns:adec="http://schemas.microsoft.com/office/drawing/2017/decorative" val="1"/>
              </a:ext>
            </a:extLst>
          </p:cNvPr>
          <p:cNvGrpSpPr>
            <a:grpSpLocks noGrp="1" noUngrp="1" noRot="1" noMove="1" noResize="1"/>
          </p:cNvGrpSpPr>
          <p:nvPr userDrawn="1"/>
        </p:nvGrpSpPr>
        <p:grpSpPr>
          <a:xfrm>
            <a:off x="-2322513" y="452438"/>
            <a:ext cx="1969750" cy="1731874"/>
            <a:chOff x="-2322513" y="1484313"/>
            <a:chExt cx="1969750" cy="1731874"/>
          </a:xfrm>
        </p:grpSpPr>
        <p:grpSp>
          <p:nvGrpSpPr>
            <p:cNvPr id="5" name="Group 4">
              <a:extLst>
                <a:ext uri="{FF2B5EF4-FFF2-40B4-BE49-F238E27FC236}">
                  <a16:creationId xmlns:a16="http://schemas.microsoft.com/office/drawing/2014/main" id="{E74A7282-226F-3692-CDF5-890895D3BB2A}"/>
                </a:ext>
              </a:extLst>
            </p:cNvPr>
            <p:cNvGrpSpPr>
              <a:grpSpLocks noGrp="1" noUngrp="1" noRot="1" noMove="1" noResize="1"/>
            </p:cNvGrpSpPr>
            <p:nvPr userDrawn="1"/>
          </p:nvGrpSpPr>
          <p:grpSpPr>
            <a:xfrm>
              <a:off x="-2317919" y="1484313"/>
              <a:ext cx="1960563" cy="1231106"/>
              <a:chOff x="-2322513" y="195104"/>
              <a:chExt cx="1960563" cy="1231106"/>
            </a:xfrm>
          </p:grpSpPr>
          <p:sp>
            <p:nvSpPr>
              <p:cNvPr id="13" name="Guidance">
                <a:extLst>
                  <a:ext uri="{FF2B5EF4-FFF2-40B4-BE49-F238E27FC236}">
                    <a16:creationId xmlns:a16="http://schemas.microsoft.com/office/drawing/2014/main" id="{BCE8A02B-3807-0D55-B9E7-FCD2309C63BD}"/>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984885"/>
              </a:xfrm>
              <a:prstGeom prst="rect">
                <a:avLst/>
              </a:prstGeom>
              <a:solidFill>
                <a:srgbClr val="C0D4CB"/>
              </a:solidFill>
            </p:spPr>
            <p:txBody>
              <a:bodyPr wrap="square" lIns="72000" rIns="72000" rtlCol="0">
                <a:noAutofit/>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Each text frame has nine pre-formatted styles defined for you to use. </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To access the styles, use the Increase/Decrease List Level commands found in Home &gt; Paragraph tools:</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800" b="0" i="0" u="none" strike="noStrike" kern="1200" cap="none" spc="0" normalizeH="0" baseline="0" noProof="0" dirty="0">
                  <a:ln>
                    <a:noFill/>
                  </a:ln>
                  <a:solidFill>
                    <a:srgbClr val="012A2D"/>
                  </a:solidFill>
                  <a:effectLst/>
                  <a:uLnTx/>
                  <a:uFillTx/>
                  <a:latin typeface="Calibre"/>
                </a:endParaRPr>
              </a:p>
            </p:txBody>
          </p:sp>
          <p:sp>
            <p:nvSpPr>
              <p:cNvPr id="15" name="Guidance">
                <a:extLst>
                  <a:ext uri="{FF2B5EF4-FFF2-40B4-BE49-F238E27FC236}">
                    <a16:creationId xmlns:a16="http://schemas.microsoft.com/office/drawing/2014/main" id="{889FCAF2-F788-3B8D-6EFC-F88C353D212C}"/>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Text styles</a:t>
                </a:r>
              </a:p>
            </p:txBody>
          </p:sp>
        </p:grpSp>
        <p:grpSp>
          <p:nvGrpSpPr>
            <p:cNvPr id="7" name="Group 6">
              <a:extLst>
                <a:ext uri="{FF2B5EF4-FFF2-40B4-BE49-F238E27FC236}">
                  <a16:creationId xmlns:a16="http://schemas.microsoft.com/office/drawing/2014/main" id="{16B3763C-4EFE-EF3A-15CE-5A9422CB0E3D}"/>
                </a:ext>
              </a:extLst>
            </p:cNvPr>
            <p:cNvGrpSpPr>
              <a:grpSpLocks noGrp="1" noUngrp="1" noRot="1" noMove="1" noResize="1"/>
            </p:cNvGrpSpPr>
            <p:nvPr userDrawn="1"/>
          </p:nvGrpSpPr>
          <p:grpSpPr>
            <a:xfrm>
              <a:off x="-2322513" y="2655826"/>
              <a:ext cx="1969750" cy="560361"/>
              <a:chOff x="3911096" y="2800206"/>
              <a:chExt cx="4420607" cy="1257587"/>
            </a:xfrm>
          </p:grpSpPr>
          <p:pic>
            <p:nvPicPr>
              <p:cNvPr id="9" name="Picture 8">
                <a:extLst>
                  <a:ext uri="{FF2B5EF4-FFF2-40B4-BE49-F238E27FC236}">
                    <a16:creationId xmlns:a16="http://schemas.microsoft.com/office/drawing/2014/main" id="{BBAD7E0E-F7DC-E8F5-C5BE-948FE905EA2A}"/>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3911096" y="2800206"/>
                <a:ext cx="4420607" cy="1257587"/>
              </a:xfrm>
              <a:prstGeom prst="rect">
                <a:avLst/>
              </a:prstGeom>
            </p:spPr>
          </p:pic>
          <p:sp>
            <p:nvSpPr>
              <p:cNvPr id="11" name="Rectangle 10">
                <a:extLst>
                  <a:ext uri="{FF2B5EF4-FFF2-40B4-BE49-F238E27FC236}">
                    <a16:creationId xmlns:a16="http://schemas.microsoft.com/office/drawing/2014/main" id="{C75A3823-0832-51E0-2FEC-2069EED0F547}"/>
                  </a:ext>
                </a:extLst>
              </p:cNvPr>
              <p:cNvSpPr>
                <a:spLocks noGrp="1" noRot="1" noMove="1" noResize="1" noEditPoints="1" noAdjustHandles="1" noChangeArrowheads="1" noChangeShapeType="1"/>
              </p:cNvSpPr>
              <p:nvPr/>
            </p:nvSpPr>
            <p:spPr>
              <a:xfrm>
                <a:off x="5074444" y="2959894"/>
                <a:ext cx="669131" cy="285750"/>
              </a:xfrm>
              <a:prstGeom prst="rect">
                <a:avLst/>
              </a:prstGeom>
              <a:noFill/>
              <a:ln w="6350" cap="flat" cmpd="sng" algn="ctr">
                <a:solidFill>
                  <a:srgbClr val="FF0000"/>
                </a:solidFill>
                <a:prstDash val="solid"/>
                <a:miter lim="800000"/>
              </a:ln>
              <a:effectLst/>
            </p:spPr>
            <p:txBody>
              <a:bodyPr rtlCol="0" anchor="ctr">
                <a:noAutofit/>
              </a:bodyPr>
              <a:lstStyle/>
              <a:p>
                <a:pPr marL="0" marR="0" lvl="0" indent="0" algn="ctr"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1200" b="0" i="0" u="none" strike="noStrike" kern="1200" cap="none" spc="0" normalizeH="0" baseline="0" noProof="0" dirty="0">
                  <a:ln>
                    <a:noFill/>
                  </a:ln>
                  <a:solidFill>
                    <a:srgbClr val="FFFFFF"/>
                  </a:solidFill>
                  <a:effectLst/>
                  <a:uLnTx/>
                  <a:uFillTx/>
                  <a:latin typeface="Calibre"/>
                  <a:ea typeface="+mn-ea"/>
                  <a:cs typeface="+mn-cs"/>
                </a:endParaRPr>
              </a:p>
            </p:txBody>
          </p:sp>
        </p:grpSp>
      </p:grpSp>
    </p:spTree>
    <p:extLst>
      <p:ext uri="{BB962C8B-B14F-4D97-AF65-F5344CB8AC3E}">
        <p14:creationId xmlns:p14="http://schemas.microsoft.com/office/powerpoint/2010/main" val="7420961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slide: 1 Column light">
    <p:bg>
      <p:bgPr>
        <a:solidFill>
          <a:srgbClr val="F6F6F6"/>
        </a:solidFill>
        <a:effectLst/>
      </p:bgPr>
    </p:bg>
    <p:spTree>
      <p:nvGrpSpPr>
        <p:cNvPr id="1" name=""/>
        <p:cNvGrpSpPr/>
        <p:nvPr/>
      </p:nvGrpSpPr>
      <p:grpSpPr>
        <a:xfrm>
          <a:off x="0" y="0"/>
          <a:ext cx="0" cy="0"/>
          <a:chOff x="0" y="0"/>
          <a:chExt cx="0" cy="0"/>
        </a:xfrm>
      </p:grpSpPr>
      <p:sp>
        <p:nvSpPr>
          <p:cNvPr id="16" name="White Color Block BG">
            <a:extLst>
              <a:ext uri="{FF2B5EF4-FFF2-40B4-BE49-F238E27FC236}">
                <a16:creationId xmlns:a16="http://schemas.microsoft.com/office/drawing/2014/main" id="{091EF59E-9A96-6775-42E7-CDDD7F5E4E75}"/>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0" y="0"/>
            <a:ext cx="3794760" cy="6858000"/>
          </a:xfrm>
          <a:prstGeom prst="rect">
            <a:avLst/>
          </a:prstGeom>
          <a:solidFill>
            <a:srgbClr val="FFFFFF"/>
          </a:solidFill>
        </p:spPr>
        <p:txBody>
          <a:bodyPr wrap="square" lIns="72000" tIns="46800" rIns="72000" bIns="46800" rtlCol="0" anchor="ctr" anchorCtr="1">
            <a:noAutofit/>
          </a:bodyPr>
          <a:lstStyle/>
          <a:p>
            <a:pPr algn="ctr"/>
            <a:endParaRPr lang="en-GB" dirty="0">
              <a:solidFill>
                <a:schemeClr val="bg1"/>
              </a:solidFill>
            </a:endParaRPr>
          </a:p>
        </p:txBody>
      </p:sp>
      <p:sp>
        <p:nvSpPr>
          <p:cNvPr id="6" name="Navigation Header Placeholder">
            <a:extLst>
              <a:ext uri="{FF2B5EF4-FFF2-40B4-BE49-F238E27FC236}">
                <a16:creationId xmlns:a16="http://schemas.microsoft.com/office/drawing/2014/main" id="{682DE23F-D9AC-4E0E-B3B4-53687A5F35C9}"/>
              </a:ext>
              <a:ext uri="{C183D7F6-B498-43B3-948B-1728B52AA6E4}">
                <adec:decorative xmlns:adec="http://schemas.microsoft.com/office/drawing/2017/decorative" val="1"/>
              </a:ext>
            </a:extLst>
          </p:cNvPr>
          <p:cNvSpPr>
            <a:spLocks noGrp="1"/>
          </p:cNvSpPr>
          <p:nvPr>
            <p:ph type="body" sz="quarter" idx="10" hasCustomPrompt="1"/>
          </p:nvPr>
        </p:nvSpPr>
        <p:spPr>
          <a:xfrm>
            <a:off x="1536700" y="957804"/>
            <a:ext cx="1938528" cy="182880"/>
          </a:xfrm>
        </p:spPr>
        <p:txBody>
          <a:bodyPr anchor="t" anchorCtr="0"/>
          <a:lstStyle>
            <a:lvl1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1pPr>
            <a:lvl2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2pPr>
            <a:lvl3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3pPr>
            <a:lvl4pPr marL="0" indent="0" algn="l">
              <a:lnSpc>
                <a:spcPct val="90000"/>
              </a:lnSpc>
              <a:spcBef>
                <a:spcPts val="0"/>
              </a:spcBef>
              <a:spcAft>
                <a:spcPts val="0"/>
              </a:spcAft>
              <a:buFont typeface="Calibre" panose="020B0503030202060203" pitchFamily="34" charset="0"/>
              <a:buNone/>
              <a:defRPr lang="en-US" sz="1050" cap="all" baseline="0" dirty="0" smtClean="0">
                <a:latin typeface="Calibre Medium" panose="020B0603030202060203" pitchFamily="34" charset="0"/>
              </a:defRPr>
            </a:lvl4pPr>
            <a:lvl5pPr marL="0" indent="0" algn="l">
              <a:lnSpc>
                <a:spcPct val="90000"/>
              </a:lnSpc>
              <a:spcBef>
                <a:spcPts val="0"/>
              </a:spcBef>
              <a:spcAft>
                <a:spcPts val="0"/>
              </a:spcAft>
              <a:buFont typeface="Calibre" panose="020B0503030202060203" pitchFamily="34" charset="0"/>
              <a:buNone/>
              <a:defRPr lang="en-US" sz="1050" cap="all" baseline="0" dirty="0" smtClean="0">
                <a:latin typeface="Calibre Medium" panose="020B0603030202060203" pitchFamily="34" charset="0"/>
              </a:defRPr>
            </a:lvl5pPr>
            <a:lvl6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6pPr>
            <a:lvl7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7pPr>
            <a:lvl8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8pPr>
            <a:lvl9pPr marL="0" indent="0" algn="l">
              <a:lnSpc>
                <a:spcPct val="90000"/>
              </a:lnSpc>
              <a:spcBef>
                <a:spcPts val="0"/>
              </a:spcBef>
              <a:spcAft>
                <a:spcPts val="0"/>
              </a:spcAft>
              <a:buFont typeface="Calibre" panose="020B0503030202060203" pitchFamily="34" charset="0"/>
              <a:buNone/>
              <a:defRPr lang="en-US" sz="1050" cap="all" baseline="0" dirty="0">
                <a:latin typeface="Calibre Medium" panose="020B0603030202060203" pitchFamily="34" charset="0"/>
              </a:defRPr>
            </a:lvl9pPr>
          </a:lstStyle>
          <a:p>
            <a:pPr lvl="0"/>
            <a:r>
              <a:rPr lang="en-GB" dirty="0"/>
              <a:t>Navigation Header</a:t>
            </a:r>
          </a:p>
        </p:txBody>
      </p:sp>
      <p:sp>
        <p:nvSpPr>
          <p:cNvPr id="2" name="Title Placeholder">
            <a:extLst>
              <a:ext uri="{FF2B5EF4-FFF2-40B4-BE49-F238E27FC236}">
                <a16:creationId xmlns:a16="http://schemas.microsoft.com/office/drawing/2014/main" id="{944047B7-C3F4-44CE-8AF6-813AA0A42774}"/>
              </a:ext>
            </a:extLst>
          </p:cNvPr>
          <p:cNvSpPr>
            <a:spLocks noGrp="1"/>
          </p:cNvSpPr>
          <p:nvPr>
            <p:ph type="title" hasCustomPrompt="1"/>
          </p:nvPr>
        </p:nvSpPr>
        <p:spPr>
          <a:xfrm>
            <a:off x="511176" y="1601788"/>
            <a:ext cx="2971800" cy="1250949"/>
          </a:xfrm>
        </p:spPr>
        <p:txBody>
          <a:bodyPr/>
          <a:lstStyle>
            <a:lvl1pPr>
              <a:defRPr/>
            </a:lvl1pPr>
          </a:lstStyle>
          <a:p>
            <a:r>
              <a:rPr lang="en-GB" dirty="0"/>
              <a:t>Click to add title</a:t>
            </a:r>
          </a:p>
        </p:txBody>
      </p:sp>
      <p:sp>
        <p:nvSpPr>
          <p:cNvPr id="8" name="Subheading Placeholder 1">
            <a:extLst>
              <a:ext uri="{FF2B5EF4-FFF2-40B4-BE49-F238E27FC236}">
                <a16:creationId xmlns:a16="http://schemas.microsoft.com/office/drawing/2014/main" id="{0AB1EEEC-0D13-0BD5-86C1-FEA968AFEE5B}"/>
              </a:ext>
            </a:extLst>
          </p:cNvPr>
          <p:cNvSpPr>
            <a:spLocks noGrp="1"/>
          </p:cNvSpPr>
          <p:nvPr>
            <p:ph type="body" sz="quarter" idx="11" hasCustomPrompt="1"/>
          </p:nvPr>
        </p:nvSpPr>
        <p:spPr>
          <a:xfrm>
            <a:off x="4094162" y="931672"/>
            <a:ext cx="4000501" cy="566928"/>
          </a:xfrm>
        </p:spPr>
        <p:txBody>
          <a:bodyPr/>
          <a:lstStyle>
            <a:lvl1pPr algn="l">
              <a:lnSpc>
                <a:spcPct val="90000"/>
              </a:lnSpc>
              <a:spcBef>
                <a:spcPts val="600"/>
              </a:spcBef>
              <a:spcAft>
                <a:spcPts val="0"/>
              </a:spcAft>
              <a:defRPr sz="1600">
                <a:latin typeface="Calibre Semibold" panose="020B0703030202060203" pitchFamily="34" charset="0"/>
              </a:defRPr>
            </a:lvl1pPr>
            <a:lvl2pPr algn="l">
              <a:lnSpc>
                <a:spcPct val="100000"/>
              </a:lnSpc>
              <a:spcBef>
                <a:spcPts val="300"/>
              </a:spcBef>
              <a:spcAft>
                <a:spcPts val="300"/>
              </a:spcAft>
              <a:defRPr sz="1200">
                <a:latin typeface="+mn-lt"/>
              </a:defRPr>
            </a:lvl2pPr>
            <a:lvl3pPr marL="180000" indent="-180000" algn="l">
              <a:buFont typeface="Calibre" panose="020B0503030202060203" pitchFamily="34" charset="0"/>
              <a:buChar char="–"/>
              <a:defRPr/>
            </a:lvl3pPr>
            <a:lvl4pPr marL="365760" indent="-182880" algn="l">
              <a:buFont typeface="Arial" panose="020B0604020202020204" pitchFamily="34" charset="0"/>
              <a:buChar char="•"/>
              <a:defRPr/>
            </a:lvl4pPr>
            <a:lvl5pPr marL="0" indent="0" algn="l">
              <a:lnSpc>
                <a:spcPct val="100000"/>
              </a:lnSpc>
              <a:spcBef>
                <a:spcPts val="600"/>
              </a:spcBef>
              <a:spcAft>
                <a:spcPts val="0"/>
              </a:spcAft>
              <a:buNone/>
              <a:defRPr sz="1200">
                <a:latin typeface="Calibre Semibold" panose="020B0703030202060203" pitchFamily="34" charset="0"/>
              </a:defRPr>
            </a:lvl5pPr>
            <a:lvl6pPr algn="l">
              <a:defRPr sz="1050"/>
            </a:lvl6pPr>
            <a:lvl7pPr algn="l">
              <a:spcBef>
                <a:spcPts val="300"/>
              </a:spcBef>
              <a:spcAft>
                <a:spcPts val="300"/>
              </a:spcAft>
              <a:defRPr>
                <a:latin typeface="+mn-lt"/>
              </a:defRPr>
            </a:lvl7pPr>
            <a:lvl8pPr marL="180000" indent="-180000" algn="l">
              <a:spcBef>
                <a:spcPts val="200"/>
              </a:spcBef>
              <a:spcAft>
                <a:spcPts val="200"/>
              </a:spcAft>
              <a:buFont typeface="Calibre" panose="020B0503030202060203" pitchFamily="34" charset="0"/>
              <a:buChar char="–"/>
              <a:defRPr/>
            </a:lvl8pPr>
            <a:lvl9pPr marL="365760" indent="-182880" algn="l">
              <a:buFont typeface="Arial" panose="020B0604020202020204" pitchFamily="34" charset="0"/>
              <a:buChar char="•"/>
              <a:defRPr/>
            </a:lvl9pPr>
          </a:lstStyle>
          <a:p>
            <a:pPr lvl="0"/>
            <a:r>
              <a:rPr lang="en-GB" dirty="0"/>
              <a:t>Subheading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sp>
        <p:nvSpPr>
          <p:cNvPr id="10" name="Content Placeholder 1">
            <a:extLst>
              <a:ext uri="{FF2B5EF4-FFF2-40B4-BE49-F238E27FC236}">
                <a16:creationId xmlns:a16="http://schemas.microsoft.com/office/drawing/2014/main" id="{D014117E-EC3F-B9ED-CF80-49E1BC70942F}"/>
              </a:ext>
            </a:extLst>
          </p:cNvPr>
          <p:cNvSpPr>
            <a:spLocks noGrp="1"/>
          </p:cNvSpPr>
          <p:nvPr>
            <p:ph sz="quarter" idx="12" hasCustomPrompt="1"/>
          </p:nvPr>
        </p:nvSpPr>
        <p:spPr>
          <a:xfrm>
            <a:off x="4094162" y="1600200"/>
            <a:ext cx="7586662" cy="4800600"/>
          </a:xfrm>
        </p:spPr>
        <p:txBody>
          <a:bodyPr/>
          <a:lstStyle>
            <a:lvl1pPr>
              <a:defRPr/>
            </a:lvl1pPr>
          </a:lstStyle>
          <a:p>
            <a:pPr lvl="0"/>
            <a:r>
              <a:rPr lang="en-GB" dirty="0"/>
              <a:t>Large heading – use text levels for other styles or click icon to insert content</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4" name="Side Bar Placeholder">
            <a:extLst>
              <a:ext uri="{FF2B5EF4-FFF2-40B4-BE49-F238E27FC236}">
                <a16:creationId xmlns:a16="http://schemas.microsoft.com/office/drawing/2014/main" id="{8E67CAD3-E8E8-212B-DC1F-3141F74C9B5C}"/>
              </a:ext>
            </a:extLst>
          </p:cNvPr>
          <p:cNvSpPr>
            <a:spLocks noGrp="1"/>
          </p:cNvSpPr>
          <p:nvPr>
            <p:ph type="body" sz="quarter" idx="19" hasCustomPrompt="1"/>
          </p:nvPr>
        </p:nvSpPr>
        <p:spPr>
          <a:xfrm>
            <a:off x="511176" y="3478213"/>
            <a:ext cx="2468880" cy="1764792"/>
          </a:xfrm>
        </p:spPr>
        <p:txBody>
          <a:bodyPr/>
          <a:lstStyle>
            <a:lvl1pPr marL="0" marR="0" indent="0">
              <a:lnSpc>
                <a:spcPct val="90000"/>
              </a:lnSpc>
              <a:spcBef>
                <a:spcPts val="600"/>
              </a:spcBef>
              <a:spcAft>
                <a:spcPts val="0"/>
              </a:spcAft>
              <a:defRPr sz="1200">
                <a:latin typeface="Calibre Semibold" panose="020B0703030202060203" pitchFamily="34" charset="0"/>
              </a:defRPr>
            </a:lvl1pPr>
            <a:lvl2pPr marL="0" marR="0" indent="0">
              <a:lnSpc>
                <a:spcPct val="100000"/>
              </a:lnSpc>
              <a:spcBef>
                <a:spcPts val="300"/>
              </a:spcBef>
              <a:spcAft>
                <a:spcPts val="300"/>
              </a:spcAft>
              <a:defRPr sz="1050">
                <a:latin typeface="Calibre" panose="020B0503030202060203" pitchFamily="34" charset="0"/>
              </a:defRPr>
            </a:lvl2pPr>
            <a:lvl3pPr marL="108000" marR="0" indent="-108000">
              <a:lnSpc>
                <a:spcPct val="100000"/>
              </a:lnSpc>
              <a:spcBef>
                <a:spcPts val="300"/>
              </a:spcBef>
              <a:spcAft>
                <a:spcPts val="300"/>
              </a:spcAft>
              <a:buFont typeface="Calibre" panose="020B0503030202060203" pitchFamily="34" charset="0"/>
              <a:buChar char="–"/>
              <a:defRPr sz="1050">
                <a:latin typeface="Calibre" panose="020B0503030202060203" pitchFamily="34" charset="0"/>
              </a:defRPr>
            </a:lvl3pPr>
            <a:lvl4pPr marL="216000" marR="0" indent="-108000">
              <a:lnSpc>
                <a:spcPct val="100000"/>
              </a:lnSpc>
              <a:spcBef>
                <a:spcPts val="300"/>
              </a:spcBef>
              <a:spcAft>
                <a:spcPts val="300"/>
              </a:spcAft>
              <a:buFont typeface="Arial" panose="020B0604020202020204" pitchFamily="34" charset="0"/>
              <a:buChar char="•"/>
              <a:defRPr sz="1050">
                <a:latin typeface="Calibre" panose="020B0503030202060203" pitchFamily="34" charset="0"/>
              </a:defRPr>
            </a:lvl4pPr>
            <a:lvl5pPr marL="0" marR="0" indent="0">
              <a:lnSpc>
                <a:spcPct val="90000"/>
              </a:lnSpc>
              <a:spcBef>
                <a:spcPts val="600"/>
              </a:spcBef>
              <a:spcAft>
                <a:spcPts val="300"/>
              </a:spcAft>
              <a:buNone/>
              <a:defRPr sz="1800">
                <a:latin typeface="Calibre Light" panose="020B0303030202060203" pitchFamily="34" charset="0"/>
              </a:defRPr>
            </a:lvl5pPr>
            <a:lvl6pPr marL="0" marR="0" indent="0">
              <a:lnSpc>
                <a:spcPct val="100000"/>
              </a:lnSpc>
              <a:spcBef>
                <a:spcPts val="600"/>
              </a:spcBef>
              <a:spcAft>
                <a:spcPts val="0"/>
              </a:spcAft>
              <a:defRPr sz="1050">
                <a:latin typeface="Calibre Semibold" panose="020B0703030202060203" pitchFamily="34" charset="0"/>
              </a:defRPr>
            </a:lvl6pPr>
            <a:lvl7pPr marL="0" marR="0" indent="0">
              <a:lnSpc>
                <a:spcPct val="100000"/>
              </a:lnSpc>
              <a:spcBef>
                <a:spcPts val="600"/>
              </a:spcBef>
              <a:spcAft>
                <a:spcPts val="0"/>
              </a:spcAft>
              <a:defRPr sz="900">
                <a:latin typeface="Calibre Semibold" panose="020B0703030202060203" pitchFamily="34" charset="0"/>
              </a:defRPr>
            </a:lvl7pPr>
            <a:lvl8pPr marL="0" marR="0" indent="0">
              <a:lnSpc>
                <a:spcPct val="100000"/>
              </a:lnSpc>
              <a:spcBef>
                <a:spcPts val="300"/>
              </a:spcBef>
              <a:spcAft>
                <a:spcPts val="300"/>
              </a:spcAft>
              <a:defRPr sz="900">
                <a:latin typeface="Calibre" panose="020B0503030202060203" pitchFamily="34" charset="0"/>
              </a:defRPr>
            </a:lvl8pPr>
            <a:lvl9pPr marL="108000" marR="0" indent="-108000">
              <a:lnSpc>
                <a:spcPct val="100000"/>
              </a:lnSpc>
              <a:spcBef>
                <a:spcPts val="200"/>
              </a:spcBef>
              <a:spcAft>
                <a:spcPts val="200"/>
              </a:spcAft>
              <a:defRPr sz="900">
                <a:latin typeface="Calibre" panose="020B0503030202060203" pitchFamily="34" charset="0"/>
              </a:defRPr>
            </a:lvl9pPr>
          </a:lstStyle>
          <a:p>
            <a:pPr lvl="0"/>
            <a:r>
              <a:rPr lang="en-GB" dirty="0"/>
              <a:t>Side bar heading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sp>
        <p:nvSpPr>
          <p:cNvPr id="26" name="Notes Placeholder">
            <a:extLst>
              <a:ext uri="{FF2B5EF4-FFF2-40B4-BE49-F238E27FC236}">
                <a16:creationId xmlns:a16="http://schemas.microsoft.com/office/drawing/2014/main" id="{D05D0514-BFAE-8114-C2E5-E47E60921DC8}"/>
              </a:ext>
            </a:extLst>
          </p:cNvPr>
          <p:cNvSpPr>
            <a:spLocks noGrp="1"/>
          </p:cNvSpPr>
          <p:nvPr>
            <p:ph type="body" sz="quarter" idx="20" hasCustomPrompt="1"/>
          </p:nvPr>
        </p:nvSpPr>
        <p:spPr>
          <a:xfrm>
            <a:off x="511176" y="5357813"/>
            <a:ext cx="2468880" cy="1051560"/>
          </a:xfrm>
        </p:spPr>
        <p:txBody>
          <a:bodyPr anchor="b" anchorCtr="0"/>
          <a:lstStyle>
            <a:lvl1pPr marL="0" marR="0" indent="0">
              <a:lnSpc>
                <a:spcPct val="100000"/>
              </a:lnSpc>
              <a:spcBef>
                <a:spcPts val="300"/>
              </a:spcBef>
              <a:spcAft>
                <a:spcPts val="0"/>
              </a:spcAft>
              <a:defRPr sz="900">
                <a:latin typeface="Calibre Semibold" panose="020B0703030202060203" pitchFamily="34" charset="0"/>
              </a:defRPr>
            </a:lvl1pPr>
            <a:lvl2pPr marL="0" marR="0" indent="0">
              <a:lnSpc>
                <a:spcPct val="100000"/>
              </a:lnSpc>
              <a:spcBef>
                <a:spcPts val="300"/>
              </a:spcBef>
              <a:spcAft>
                <a:spcPts val="0"/>
              </a:spcAft>
              <a:defRPr sz="900">
                <a:latin typeface="Calibre" panose="020B0503030202060203" pitchFamily="34" charset="0"/>
              </a:defRPr>
            </a:lvl2pPr>
            <a:lvl3pPr marL="108000" marR="0" indent="-108000">
              <a:lnSpc>
                <a:spcPct val="100000"/>
              </a:lnSpc>
              <a:spcBef>
                <a:spcPts val="200"/>
              </a:spcBef>
              <a:spcAft>
                <a:spcPts val="0"/>
              </a:spcAft>
              <a:buFont typeface="Calibre" panose="020B0503030202060203" pitchFamily="34" charset="0"/>
              <a:buChar char="–"/>
              <a:defRPr sz="900">
                <a:latin typeface="Calibre" panose="020B0503030202060203" pitchFamily="34" charset="0"/>
              </a:defRPr>
            </a:lvl3pPr>
            <a:lvl4pPr marL="216000" marR="0" indent="-108000">
              <a:lnSpc>
                <a:spcPct val="100000"/>
              </a:lnSpc>
              <a:spcBef>
                <a:spcPts val="200"/>
              </a:spcBef>
              <a:spcAft>
                <a:spcPts val="0"/>
              </a:spcAft>
              <a:buFont typeface="Arial" panose="020B0604020202020204" pitchFamily="34" charset="0"/>
              <a:buChar char="•"/>
              <a:defRPr sz="900">
                <a:latin typeface="Calibre" panose="020B0503030202060203" pitchFamily="34" charset="0"/>
              </a:defRPr>
            </a:lvl4pPr>
            <a:lvl5pPr marL="0" marR="0" indent="0">
              <a:lnSpc>
                <a:spcPct val="100000"/>
              </a:lnSpc>
              <a:spcBef>
                <a:spcPts val="300"/>
              </a:spcBef>
              <a:spcAft>
                <a:spcPts val="0"/>
              </a:spcAft>
              <a:buNone/>
              <a:defRPr sz="900">
                <a:latin typeface="Calibre Semibold" panose="020B0703030202060203" pitchFamily="34" charset="0"/>
              </a:defRPr>
            </a:lvl5pPr>
            <a:lvl6pPr marL="0" marR="0" indent="0">
              <a:lnSpc>
                <a:spcPct val="100000"/>
              </a:lnSpc>
              <a:spcBef>
                <a:spcPts val="300"/>
              </a:spcBef>
              <a:spcAft>
                <a:spcPts val="0"/>
              </a:spcAft>
              <a:defRPr sz="800">
                <a:latin typeface="Calibre Semibold" panose="020B0703030202060203" pitchFamily="34" charset="0"/>
              </a:defRPr>
            </a:lvl6pPr>
            <a:lvl7pPr marL="0" marR="0" indent="0">
              <a:lnSpc>
                <a:spcPct val="100000"/>
              </a:lnSpc>
              <a:spcBef>
                <a:spcPts val="200"/>
              </a:spcBef>
              <a:spcAft>
                <a:spcPts val="0"/>
              </a:spcAft>
              <a:defRPr sz="800">
                <a:latin typeface="Calibre" panose="020B0503030202060203" pitchFamily="34" charset="0"/>
              </a:defRPr>
            </a:lvl7pPr>
            <a:lvl8pPr marL="108000" marR="0" indent="-108000">
              <a:lnSpc>
                <a:spcPct val="100000"/>
              </a:lnSpc>
              <a:spcBef>
                <a:spcPts val="200"/>
              </a:spcBef>
              <a:spcAft>
                <a:spcPts val="0"/>
              </a:spcAft>
              <a:buFont typeface="Calibre" panose="020B0503030202060203" pitchFamily="34" charset="0"/>
              <a:buChar char="–"/>
              <a:defRPr sz="800">
                <a:latin typeface="Calibre" panose="020B0503030202060203" pitchFamily="34" charset="0"/>
              </a:defRPr>
            </a:lvl8pPr>
            <a:lvl9pPr marL="216000" marR="0" indent="-108000">
              <a:lnSpc>
                <a:spcPct val="100000"/>
              </a:lnSpc>
              <a:spcBef>
                <a:spcPts val="200"/>
              </a:spcBef>
              <a:spcAft>
                <a:spcPts val="0"/>
              </a:spcAft>
              <a:buFont typeface="Arial" panose="020B0604020202020204" pitchFamily="34" charset="0"/>
              <a:buChar char="•"/>
              <a:defRPr sz="800">
                <a:latin typeface="Calibre" panose="020B0503030202060203" pitchFamily="34" charset="0"/>
              </a:defRPr>
            </a:lvl9pPr>
          </a:lstStyle>
          <a:p>
            <a:pPr lvl="0"/>
            <a:r>
              <a:rPr lang="en-GB" dirty="0"/>
              <a:t>Notes title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cxnSp>
        <p:nvCxnSpPr>
          <p:cNvPr id="4" name="LoS - Fixed">
            <a:extLst>
              <a:ext uri="{FF2B5EF4-FFF2-40B4-BE49-F238E27FC236}">
                <a16:creationId xmlns:a16="http://schemas.microsoft.com/office/drawing/2014/main" id="{6E49B04A-A0F1-B674-585D-5B7235E449CD}"/>
              </a:ext>
              <a:ext uri="{C183D7F6-B498-43B3-948B-1728B52AA6E4}">
                <adec:decorative xmlns:adec="http://schemas.microsoft.com/office/drawing/2017/decorative" val="1"/>
              </a:ext>
            </a:extLst>
          </p:cNvPr>
          <p:cNvCxnSpPr>
            <a:cxnSpLocks/>
          </p:cNvCxnSpPr>
          <p:nvPr userDrawn="1"/>
        </p:nvCxnSpPr>
        <p:spPr>
          <a:xfrm>
            <a:off x="503238" y="1022541"/>
            <a:ext cx="935037" cy="0"/>
          </a:xfrm>
          <a:prstGeom prst="line">
            <a:avLst/>
          </a:prstGeom>
          <a:ln w="25400">
            <a:solidFill>
              <a:srgbClr val="17E88F"/>
            </a:solidFill>
          </a:ln>
        </p:spPr>
        <p:style>
          <a:lnRef idx="1">
            <a:schemeClr val="accent1"/>
          </a:lnRef>
          <a:fillRef idx="0">
            <a:schemeClr val="accent1"/>
          </a:fillRef>
          <a:effectRef idx="0">
            <a:schemeClr val="accent1"/>
          </a:effectRef>
          <a:fontRef idx="minor">
            <a:schemeClr val="tx1"/>
          </a:fontRef>
        </p:style>
      </p:cxnSp>
      <p:grpSp>
        <p:nvGrpSpPr>
          <p:cNvPr id="3" name="Text Styles Guidance">
            <a:extLst>
              <a:ext uri="{FF2B5EF4-FFF2-40B4-BE49-F238E27FC236}">
                <a16:creationId xmlns:a16="http://schemas.microsoft.com/office/drawing/2014/main" id="{0FB350A1-A109-617B-0E32-EB104A2DD450}"/>
              </a:ext>
              <a:ext uri="{C183D7F6-B498-43B3-948B-1728B52AA6E4}">
                <adec:decorative xmlns:adec="http://schemas.microsoft.com/office/drawing/2017/decorative" val="1"/>
              </a:ext>
            </a:extLst>
          </p:cNvPr>
          <p:cNvGrpSpPr>
            <a:grpSpLocks noGrp="1" noUngrp="1" noRot="1" noMove="1" noResize="1"/>
          </p:cNvGrpSpPr>
          <p:nvPr userDrawn="1"/>
        </p:nvGrpSpPr>
        <p:grpSpPr>
          <a:xfrm>
            <a:off x="-2322513" y="452438"/>
            <a:ext cx="1969750" cy="1731874"/>
            <a:chOff x="-2322513" y="1484313"/>
            <a:chExt cx="1969750" cy="1731874"/>
          </a:xfrm>
        </p:grpSpPr>
        <p:grpSp>
          <p:nvGrpSpPr>
            <p:cNvPr id="5" name="Group 4">
              <a:extLst>
                <a:ext uri="{FF2B5EF4-FFF2-40B4-BE49-F238E27FC236}">
                  <a16:creationId xmlns:a16="http://schemas.microsoft.com/office/drawing/2014/main" id="{4B49A462-94E5-6374-33FF-9F18B78AA93C}"/>
                </a:ext>
              </a:extLst>
            </p:cNvPr>
            <p:cNvGrpSpPr>
              <a:grpSpLocks noGrp="1" noUngrp="1" noRot="1" noMove="1" noResize="1"/>
            </p:cNvGrpSpPr>
            <p:nvPr userDrawn="1"/>
          </p:nvGrpSpPr>
          <p:grpSpPr>
            <a:xfrm>
              <a:off x="-2317919" y="1484313"/>
              <a:ext cx="1960563" cy="1231106"/>
              <a:chOff x="-2322513" y="195104"/>
              <a:chExt cx="1960563" cy="1231106"/>
            </a:xfrm>
          </p:grpSpPr>
          <p:sp>
            <p:nvSpPr>
              <p:cNvPr id="12" name="Guidance">
                <a:extLst>
                  <a:ext uri="{FF2B5EF4-FFF2-40B4-BE49-F238E27FC236}">
                    <a16:creationId xmlns:a16="http://schemas.microsoft.com/office/drawing/2014/main" id="{EDF21B84-0F68-8880-CCF5-E6A41CD4D757}"/>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984885"/>
              </a:xfrm>
              <a:prstGeom prst="rect">
                <a:avLst/>
              </a:prstGeom>
              <a:solidFill>
                <a:srgbClr val="C0D4CB"/>
              </a:solidFill>
            </p:spPr>
            <p:txBody>
              <a:bodyPr wrap="square" lIns="72000" rIns="72000" rtlCol="0">
                <a:noAutofit/>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Each text frame has nine pre-formatted styles defined for you to use. </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To access the styles, use the Increase/Decrease List Level commands found in Home &gt; Paragraph tools:</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800" b="0" i="0" u="none" strike="noStrike" kern="1200" cap="none" spc="0" normalizeH="0" baseline="0" noProof="0" dirty="0">
                  <a:ln>
                    <a:noFill/>
                  </a:ln>
                  <a:solidFill>
                    <a:srgbClr val="012A2D"/>
                  </a:solidFill>
                  <a:effectLst/>
                  <a:uLnTx/>
                  <a:uFillTx/>
                  <a:latin typeface="Calibre"/>
                </a:endParaRPr>
              </a:p>
            </p:txBody>
          </p:sp>
          <p:sp>
            <p:nvSpPr>
              <p:cNvPr id="13" name="Guidance">
                <a:extLst>
                  <a:ext uri="{FF2B5EF4-FFF2-40B4-BE49-F238E27FC236}">
                    <a16:creationId xmlns:a16="http://schemas.microsoft.com/office/drawing/2014/main" id="{C3A81265-01FE-FD79-528F-1E5AAEB70076}"/>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Text styles</a:t>
                </a:r>
              </a:p>
            </p:txBody>
          </p:sp>
        </p:grpSp>
        <p:grpSp>
          <p:nvGrpSpPr>
            <p:cNvPr id="7" name="Group 6">
              <a:extLst>
                <a:ext uri="{FF2B5EF4-FFF2-40B4-BE49-F238E27FC236}">
                  <a16:creationId xmlns:a16="http://schemas.microsoft.com/office/drawing/2014/main" id="{A654FDB2-BB77-5A28-328E-419A20776FAF}"/>
                </a:ext>
              </a:extLst>
            </p:cNvPr>
            <p:cNvGrpSpPr>
              <a:grpSpLocks noGrp="1" noUngrp="1" noRot="1" noMove="1" noResize="1"/>
            </p:cNvGrpSpPr>
            <p:nvPr userDrawn="1"/>
          </p:nvGrpSpPr>
          <p:grpSpPr>
            <a:xfrm>
              <a:off x="-2322513" y="2655826"/>
              <a:ext cx="1969750" cy="560361"/>
              <a:chOff x="3911096" y="2800206"/>
              <a:chExt cx="4420607" cy="1257587"/>
            </a:xfrm>
          </p:grpSpPr>
          <p:pic>
            <p:nvPicPr>
              <p:cNvPr id="9" name="Picture 8">
                <a:extLst>
                  <a:ext uri="{FF2B5EF4-FFF2-40B4-BE49-F238E27FC236}">
                    <a16:creationId xmlns:a16="http://schemas.microsoft.com/office/drawing/2014/main" id="{453FBD79-64A5-209A-9D4E-25FAE010D138}"/>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3911096" y="2800206"/>
                <a:ext cx="4420607" cy="1257587"/>
              </a:xfrm>
              <a:prstGeom prst="rect">
                <a:avLst/>
              </a:prstGeom>
            </p:spPr>
          </p:pic>
          <p:sp>
            <p:nvSpPr>
              <p:cNvPr id="11" name="Rectangle 10">
                <a:extLst>
                  <a:ext uri="{FF2B5EF4-FFF2-40B4-BE49-F238E27FC236}">
                    <a16:creationId xmlns:a16="http://schemas.microsoft.com/office/drawing/2014/main" id="{F6E9056E-A269-60C3-48A0-F383E1EA1AE0}"/>
                  </a:ext>
                </a:extLst>
              </p:cNvPr>
              <p:cNvSpPr>
                <a:spLocks noGrp="1" noRot="1" noMove="1" noResize="1" noEditPoints="1" noAdjustHandles="1" noChangeArrowheads="1" noChangeShapeType="1"/>
              </p:cNvSpPr>
              <p:nvPr/>
            </p:nvSpPr>
            <p:spPr>
              <a:xfrm>
                <a:off x="5074444" y="2959894"/>
                <a:ext cx="669131" cy="285750"/>
              </a:xfrm>
              <a:prstGeom prst="rect">
                <a:avLst/>
              </a:prstGeom>
              <a:noFill/>
              <a:ln w="6350" cap="flat" cmpd="sng" algn="ctr">
                <a:solidFill>
                  <a:srgbClr val="FF0000"/>
                </a:solidFill>
                <a:prstDash val="solid"/>
                <a:miter lim="800000"/>
              </a:ln>
              <a:effectLst/>
            </p:spPr>
            <p:txBody>
              <a:bodyPr rtlCol="0" anchor="ctr">
                <a:noAutofit/>
              </a:bodyPr>
              <a:lstStyle/>
              <a:p>
                <a:pPr marL="0" marR="0" lvl="0" indent="0" algn="ctr"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1200" b="0" i="0" u="none" strike="noStrike" kern="1200" cap="none" spc="0" normalizeH="0" baseline="0" noProof="0" dirty="0">
                  <a:ln>
                    <a:noFill/>
                  </a:ln>
                  <a:solidFill>
                    <a:srgbClr val="FFFFFF"/>
                  </a:solidFill>
                  <a:effectLst/>
                  <a:uLnTx/>
                  <a:uFillTx/>
                  <a:latin typeface="Calibre"/>
                  <a:ea typeface="+mn-ea"/>
                  <a:cs typeface="+mn-cs"/>
                </a:endParaRPr>
              </a:p>
            </p:txBody>
          </p:sp>
        </p:grpSp>
      </p:grpSp>
      <p:sp>
        <p:nvSpPr>
          <p:cNvPr id="14" name="Footer">
            <a:extLst>
              <a:ext uri="{FF2B5EF4-FFF2-40B4-BE49-F238E27FC236}">
                <a16:creationId xmlns:a16="http://schemas.microsoft.com/office/drawing/2014/main" id="{8708D739-C66B-7E88-B792-0520187998F3}"/>
              </a:ext>
              <a:ext uri="{C183D7F6-B498-43B3-948B-1728B52AA6E4}">
                <adec:decorative xmlns:adec="http://schemas.microsoft.com/office/drawing/2017/decorative" val="1"/>
              </a:ext>
            </a:extLst>
          </p:cNvPr>
          <p:cNvSpPr txBox="1"/>
          <p:nvPr userDrawn="1"/>
        </p:nvSpPr>
        <p:spPr>
          <a:xfrm>
            <a:off x="518991" y="6479922"/>
            <a:ext cx="2448000" cy="123111"/>
          </a:xfrm>
          <a:prstGeom prst="rect">
            <a:avLst/>
          </a:prstGeom>
          <a:noFill/>
        </p:spPr>
        <p:txBody>
          <a:bodyPr wrap="square" lIns="0" tIns="0" rIns="0" bIns="0">
            <a:spAutoFit/>
          </a:bodyPr>
          <a:lstStyle/>
          <a:p>
            <a:pPr marL="0" algn="l" defTabSz="914400" rtl="0" eaLnBrk="1" latinLnBrk="0" hangingPunct="1"/>
            <a:r>
              <a:rPr lang="en-GB" sz="800" b="0" kern="1200" cap="none" baseline="0" dirty="0">
                <a:solidFill>
                  <a:schemeClr val="tx1"/>
                </a:solidFill>
                <a:latin typeface="+mn-lt"/>
                <a:ea typeface="+mn-ea"/>
                <a:cs typeface="+mn-cs"/>
              </a:rPr>
              <a:t>Confidential &amp; Proprietary | © </a:t>
            </a:r>
            <a:fld id="{B068ACA0-8C9F-4E58-A054-F52B2223E874}" type="datetimeyyyy">
              <a:rPr lang="en-GB" sz="800" b="0" kern="1200" cap="none" baseline="0" smtClean="0">
                <a:solidFill>
                  <a:schemeClr val="tx1"/>
                </a:solidFill>
                <a:latin typeface="+mn-lt"/>
                <a:ea typeface="+mn-ea"/>
                <a:cs typeface="+mn-cs"/>
              </a:rPr>
              <a:pPr marL="0" algn="l" defTabSz="914400" rtl="0" eaLnBrk="1" latinLnBrk="0" hangingPunct="1"/>
              <a:t>2025</a:t>
            </a:fld>
            <a:r>
              <a:rPr lang="en-GB" sz="800" b="0" kern="1200" cap="none" baseline="0" dirty="0">
                <a:solidFill>
                  <a:schemeClr val="tx1"/>
                </a:solidFill>
                <a:latin typeface="+mn-lt"/>
                <a:ea typeface="+mn-ea"/>
                <a:cs typeface="+mn-cs"/>
              </a:rPr>
              <a:t> CBRE, Inc.</a:t>
            </a:r>
          </a:p>
        </p:txBody>
      </p:sp>
    </p:spTree>
    <p:extLst>
      <p:ext uri="{BB962C8B-B14F-4D97-AF65-F5344CB8AC3E}">
        <p14:creationId xmlns:p14="http://schemas.microsoft.com/office/powerpoint/2010/main" val="28218934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slide: 1 Column dark">
    <p:bg>
      <p:bgRef idx="1001">
        <a:schemeClr val="bg1"/>
      </p:bgRef>
    </p:bg>
    <p:spTree>
      <p:nvGrpSpPr>
        <p:cNvPr id="1" name=""/>
        <p:cNvGrpSpPr/>
        <p:nvPr/>
      </p:nvGrpSpPr>
      <p:grpSpPr>
        <a:xfrm>
          <a:off x="0" y="0"/>
          <a:ext cx="0" cy="0"/>
          <a:chOff x="0" y="0"/>
          <a:chExt cx="0" cy="0"/>
        </a:xfrm>
      </p:grpSpPr>
      <p:sp>
        <p:nvSpPr>
          <p:cNvPr id="16" name="White Color Block BG">
            <a:extLst>
              <a:ext uri="{FF2B5EF4-FFF2-40B4-BE49-F238E27FC236}">
                <a16:creationId xmlns:a16="http://schemas.microsoft.com/office/drawing/2014/main" id="{091EF59E-9A96-6775-42E7-CDDD7F5E4E75}"/>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0" y="0"/>
            <a:ext cx="3794760" cy="6858000"/>
          </a:xfrm>
          <a:prstGeom prst="rect">
            <a:avLst/>
          </a:prstGeom>
          <a:solidFill>
            <a:srgbClr val="FFFFFF"/>
          </a:solidFill>
        </p:spPr>
        <p:txBody>
          <a:bodyPr wrap="square" lIns="72000" tIns="46800" rIns="72000" bIns="46800" rtlCol="0" anchor="ctr" anchorCtr="1">
            <a:noAutofit/>
          </a:bodyPr>
          <a:lstStyle/>
          <a:p>
            <a:pPr algn="ctr"/>
            <a:endParaRPr lang="en-GB" dirty="0">
              <a:solidFill>
                <a:schemeClr val="bg1"/>
              </a:solidFill>
            </a:endParaRPr>
          </a:p>
        </p:txBody>
      </p:sp>
      <p:sp>
        <p:nvSpPr>
          <p:cNvPr id="6" name="Navigation Header Placeholder">
            <a:extLst>
              <a:ext uri="{FF2B5EF4-FFF2-40B4-BE49-F238E27FC236}">
                <a16:creationId xmlns:a16="http://schemas.microsoft.com/office/drawing/2014/main" id="{682DE23F-D9AC-4E0E-B3B4-53687A5F35C9}"/>
              </a:ext>
              <a:ext uri="{C183D7F6-B498-43B3-948B-1728B52AA6E4}">
                <adec:decorative xmlns:adec="http://schemas.microsoft.com/office/drawing/2017/decorative" val="1"/>
              </a:ext>
            </a:extLst>
          </p:cNvPr>
          <p:cNvSpPr>
            <a:spLocks noGrp="1"/>
          </p:cNvSpPr>
          <p:nvPr>
            <p:ph type="body" sz="quarter" idx="10" hasCustomPrompt="1"/>
          </p:nvPr>
        </p:nvSpPr>
        <p:spPr>
          <a:xfrm>
            <a:off x="1536700" y="957804"/>
            <a:ext cx="1938528" cy="182880"/>
          </a:xfrm>
        </p:spPr>
        <p:txBody>
          <a:bodyPr anchor="t" anchorCtr="0"/>
          <a:lstStyle>
            <a:lvl1pPr marL="0" indent="0" algn="l">
              <a:lnSpc>
                <a:spcPct val="90000"/>
              </a:lnSpc>
              <a:spcBef>
                <a:spcPts val="0"/>
              </a:spcBef>
              <a:spcAft>
                <a:spcPts val="0"/>
              </a:spcAft>
              <a:buFont typeface="Arial" panose="020B0604020202020204" pitchFamily="34" charset="0"/>
              <a:buNone/>
              <a:defRPr lang="en-US" sz="1050" cap="all" baseline="0" dirty="0" smtClean="0">
                <a:solidFill>
                  <a:schemeClr val="bg1"/>
                </a:solidFill>
                <a:latin typeface="Calibre Medium" panose="020B0603030202060203" pitchFamily="34" charset="0"/>
              </a:defRPr>
            </a:lvl1pPr>
            <a:lvl2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2pPr>
            <a:lvl3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3pPr>
            <a:lvl4pPr marL="0" indent="0" algn="l">
              <a:lnSpc>
                <a:spcPct val="90000"/>
              </a:lnSpc>
              <a:spcBef>
                <a:spcPts val="0"/>
              </a:spcBef>
              <a:spcAft>
                <a:spcPts val="0"/>
              </a:spcAft>
              <a:buFont typeface="Calibre" panose="020B0503030202060203" pitchFamily="34" charset="0"/>
              <a:buNone/>
              <a:defRPr lang="en-US" sz="1050" cap="all" baseline="0" dirty="0" smtClean="0">
                <a:latin typeface="Calibre Medium" panose="020B0603030202060203" pitchFamily="34" charset="0"/>
              </a:defRPr>
            </a:lvl4pPr>
            <a:lvl5pPr marL="0" indent="0" algn="l">
              <a:lnSpc>
                <a:spcPct val="90000"/>
              </a:lnSpc>
              <a:spcBef>
                <a:spcPts val="0"/>
              </a:spcBef>
              <a:spcAft>
                <a:spcPts val="0"/>
              </a:spcAft>
              <a:buFont typeface="Calibre" panose="020B0503030202060203" pitchFamily="34" charset="0"/>
              <a:buNone/>
              <a:defRPr lang="en-US" sz="1050" cap="all" baseline="0" dirty="0" smtClean="0">
                <a:latin typeface="Calibre Medium" panose="020B0603030202060203" pitchFamily="34" charset="0"/>
              </a:defRPr>
            </a:lvl5pPr>
            <a:lvl6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6pPr>
            <a:lvl7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7pPr>
            <a:lvl8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8pPr>
            <a:lvl9pPr marL="0" indent="0" algn="l">
              <a:lnSpc>
                <a:spcPct val="90000"/>
              </a:lnSpc>
              <a:spcBef>
                <a:spcPts val="0"/>
              </a:spcBef>
              <a:spcAft>
                <a:spcPts val="0"/>
              </a:spcAft>
              <a:buFont typeface="Calibre" panose="020B0503030202060203" pitchFamily="34" charset="0"/>
              <a:buNone/>
              <a:defRPr lang="en-US" sz="1050" cap="all" baseline="0" dirty="0">
                <a:latin typeface="Calibre Medium" panose="020B0603030202060203" pitchFamily="34" charset="0"/>
              </a:defRPr>
            </a:lvl9pPr>
          </a:lstStyle>
          <a:p>
            <a:pPr lvl="0"/>
            <a:r>
              <a:rPr lang="en-GB" dirty="0"/>
              <a:t>Navigation Header</a:t>
            </a:r>
          </a:p>
        </p:txBody>
      </p:sp>
      <p:sp>
        <p:nvSpPr>
          <p:cNvPr id="2" name="Title Placeholder">
            <a:extLst>
              <a:ext uri="{FF2B5EF4-FFF2-40B4-BE49-F238E27FC236}">
                <a16:creationId xmlns:a16="http://schemas.microsoft.com/office/drawing/2014/main" id="{944047B7-C3F4-44CE-8AF6-813AA0A42774}"/>
              </a:ext>
            </a:extLst>
          </p:cNvPr>
          <p:cNvSpPr>
            <a:spLocks noGrp="1"/>
          </p:cNvSpPr>
          <p:nvPr>
            <p:ph type="title" hasCustomPrompt="1"/>
          </p:nvPr>
        </p:nvSpPr>
        <p:spPr>
          <a:xfrm>
            <a:off x="511176" y="1601788"/>
            <a:ext cx="2971800" cy="1250949"/>
          </a:xfrm>
        </p:spPr>
        <p:txBody>
          <a:bodyPr/>
          <a:lstStyle>
            <a:lvl1pPr>
              <a:defRPr>
                <a:solidFill>
                  <a:schemeClr val="bg1"/>
                </a:solidFill>
              </a:defRPr>
            </a:lvl1pPr>
          </a:lstStyle>
          <a:p>
            <a:r>
              <a:rPr lang="en-GB" dirty="0"/>
              <a:t>Click to add title</a:t>
            </a:r>
          </a:p>
        </p:txBody>
      </p:sp>
      <p:sp>
        <p:nvSpPr>
          <p:cNvPr id="8" name="Subheading Placeholder 1">
            <a:extLst>
              <a:ext uri="{FF2B5EF4-FFF2-40B4-BE49-F238E27FC236}">
                <a16:creationId xmlns:a16="http://schemas.microsoft.com/office/drawing/2014/main" id="{0AB1EEEC-0D13-0BD5-86C1-FEA968AFEE5B}"/>
              </a:ext>
            </a:extLst>
          </p:cNvPr>
          <p:cNvSpPr>
            <a:spLocks noGrp="1"/>
          </p:cNvSpPr>
          <p:nvPr>
            <p:ph type="body" sz="quarter" idx="11" hasCustomPrompt="1"/>
          </p:nvPr>
        </p:nvSpPr>
        <p:spPr>
          <a:xfrm>
            <a:off x="4094162" y="931672"/>
            <a:ext cx="4000501" cy="566928"/>
          </a:xfrm>
        </p:spPr>
        <p:txBody>
          <a:bodyPr/>
          <a:lstStyle>
            <a:lvl1pPr algn="l">
              <a:lnSpc>
                <a:spcPct val="90000"/>
              </a:lnSpc>
              <a:spcBef>
                <a:spcPts val="600"/>
              </a:spcBef>
              <a:spcAft>
                <a:spcPts val="0"/>
              </a:spcAft>
              <a:defRPr sz="1600">
                <a:latin typeface="Calibre Semibold" panose="020B0703030202060203" pitchFamily="34" charset="0"/>
              </a:defRPr>
            </a:lvl1pPr>
            <a:lvl2pPr algn="l">
              <a:lnSpc>
                <a:spcPct val="100000"/>
              </a:lnSpc>
              <a:spcBef>
                <a:spcPts val="300"/>
              </a:spcBef>
              <a:spcAft>
                <a:spcPts val="300"/>
              </a:spcAft>
              <a:defRPr sz="1200">
                <a:latin typeface="+mn-lt"/>
              </a:defRPr>
            </a:lvl2pPr>
            <a:lvl3pPr marL="180000" indent="-180000" algn="l">
              <a:buFont typeface="Calibre" panose="020B0503030202060203" pitchFamily="34" charset="0"/>
              <a:buChar char="–"/>
              <a:defRPr/>
            </a:lvl3pPr>
            <a:lvl4pPr marL="365760" indent="-182880" algn="l">
              <a:buFont typeface="Arial" panose="020B0604020202020204" pitchFamily="34" charset="0"/>
              <a:buChar char="•"/>
              <a:defRPr/>
            </a:lvl4pPr>
            <a:lvl5pPr marL="0" indent="0" algn="l">
              <a:lnSpc>
                <a:spcPct val="100000"/>
              </a:lnSpc>
              <a:spcBef>
                <a:spcPts val="600"/>
              </a:spcBef>
              <a:spcAft>
                <a:spcPts val="0"/>
              </a:spcAft>
              <a:buNone/>
              <a:defRPr sz="1200">
                <a:latin typeface="Calibre Semibold" panose="020B0703030202060203" pitchFamily="34" charset="0"/>
              </a:defRPr>
            </a:lvl5pPr>
            <a:lvl6pPr algn="l">
              <a:defRPr sz="1050"/>
            </a:lvl6pPr>
            <a:lvl7pPr algn="l">
              <a:spcBef>
                <a:spcPts val="300"/>
              </a:spcBef>
              <a:spcAft>
                <a:spcPts val="300"/>
              </a:spcAft>
              <a:defRPr>
                <a:latin typeface="+mn-lt"/>
              </a:defRPr>
            </a:lvl7pPr>
            <a:lvl8pPr marL="180000" indent="-180000" algn="l">
              <a:spcBef>
                <a:spcPts val="200"/>
              </a:spcBef>
              <a:spcAft>
                <a:spcPts val="200"/>
              </a:spcAft>
              <a:buFont typeface="Calibre" panose="020B0503030202060203" pitchFamily="34" charset="0"/>
              <a:buChar char="–"/>
              <a:defRPr/>
            </a:lvl8pPr>
            <a:lvl9pPr marL="365760" indent="-182880" algn="l">
              <a:buFont typeface="Arial" panose="020B0604020202020204" pitchFamily="34" charset="0"/>
              <a:buChar char="•"/>
              <a:defRPr/>
            </a:lvl9pPr>
          </a:lstStyle>
          <a:p>
            <a:pPr lvl="0"/>
            <a:r>
              <a:rPr lang="en-GB" dirty="0"/>
              <a:t>Subheading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sp>
        <p:nvSpPr>
          <p:cNvPr id="10" name="Content Placeholder 1">
            <a:extLst>
              <a:ext uri="{FF2B5EF4-FFF2-40B4-BE49-F238E27FC236}">
                <a16:creationId xmlns:a16="http://schemas.microsoft.com/office/drawing/2014/main" id="{D014117E-EC3F-B9ED-CF80-49E1BC70942F}"/>
              </a:ext>
            </a:extLst>
          </p:cNvPr>
          <p:cNvSpPr>
            <a:spLocks noGrp="1"/>
          </p:cNvSpPr>
          <p:nvPr>
            <p:ph sz="quarter" idx="12" hasCustomPrompt="1"/>
          </p:nvPr>
        </p:nvSpPr>
        <p:spPr>
          <a:xfrm>
            <a:off x="4094162" y="1600200"/>
            <a:ext cx="7586662" cy="4800600"/>
          </a:xfrm>
        </p:spPr>
        <p:txBody>
          <a:bodyPr/>
          <a:lstStyle>
            <a:lvl1pPr>
              <a:defRPr/>
            </a:lvl1pPr>
          </a:lstStyle>
          <a:p>
            <a:pPr lvl="0"/>
            <a:r>
              <a:rPr lang="en-GB" dirty="0"/>
              <a:t>Large heading – use text levels for other styles or click icon to insert content</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4" name="Side Bar Placeholder">
            <a:extLst>
              <a:ext uri="{FF2B5EF4-FFF2-40B4-BE49-F238E27FC236}">
                <a16:creationId xmlns:a16="http://schemas.microsoft.com/office/drawing/2014/main" id="{8E67CAD3-E8E8-212B-DC1F-3141F74C9B5C}"/>
              </a:ext>
            </a:extLst>
          </p:cNvPr>
          <p:cNvSpPr>
            <a:spLocks noGrp="1"/>
          </p:cNvSpPr>
          <p:nvPr>
            <p:ph type="body" sz="quarter" idx="19" hasCustomPrompt="1"/>
          </p:nvPr>
        </p:nvSpPr>
        <p:spPr>
          <a:xfrm>
            <a:off x="511176" y="3478213"/>
            <a:ext cx="2468880" cy="1764792"/>
          </a:xfrm>
        </p:spPr>
        <p:txBody>
          <a:bodyPr/>
          <a:lstStyle>
            <a:lvl1pPr marL="0" marR="0" indent="0">
              <a:lnSpc>
                <a:spcPct val="90000"/>
              </a:lnSpc>
              <a:spcBef>
                <a:spcPts val="600"/>
              </a:spcBef>
              <a:spcAft>
                <a:spcPts val="0"/>
              </a:spcAft>
              <a:defRPr sz="1200">
                <a:solidFill>
                  <a:schemeClr val="bg1"/>
                </a:solidFill>
                <a:latin typeface="Calibre Semibold" panose="020B0703030202060203" pitchFamily="34" charset="0"/>
              </a:defRPr>
            </a:lvl1pPr>
            <a:lvl2pPr marL="0" marR="0" indent="0">
              <a:lnSpc>
                <a:spcPct val="100000"/>
              </a:lnSpc>
              <a:spcBef>
                <a:spcPts val="300"/>
              </a:spcBef>
              <a:spcAft>
                <a:spcPts val="300"/>
              </a:spcAft>
              <a:defRPr sz="1050">
                <a:solidFill>
                  <a:schemeClr val="bg1"/>
                </a:solidFill>
                <a:latin typeface="Calibre" panose="020B0503030202060203" pitchFamily="34" charset="0"/>
              </a:defRPr>
            </a:lvl2pPr>
            <a:lvl3pPr marL="108000" marR="0" indent="-108000">
              <a:lnSpc>
                <a:spcPct val="100000"/>
              </a:lnSpc>
              <a:spcBef>
                <a:spcPts val="300"/>
              </a:spcBef>
              <a:spcAft>
                <a:spcPts val="300"/>
              </a:spcAft>
              <a:buFont typeface="Calibre" panose="020B0503030202060203" pitchFamily="34" charset="0"/>
              <a:buChar char="–"/>
              <a:defRPr sz="1050">
                <a:solidFill>
                  <a:schemeClr val="bg1"/>
                </a:solidFill>
                <a:latin typeface="Calibre" panose="020B0503030202060203" pitchFamily="34" charset="0"/>
              </a:defRPr>
            </a:lvl3pPr>
            <a:lvl4pPr marL="216000" marR="0" indent="-108000">
              <a:lnSpc>
                <a:spcPct val="100000"/>
              </a:lnSpc>
              <a:spcBef>
                <a:spcPts val="300"/>
              </a:spcBef>
              <a:spcAft>
                <a:spcPts val="300"/>
              </a:spcAft>
              <a:buFont typeface="Arial" panose="020B0604020202020204" pitchFamily="34" charset="0"/>
              <a:buChar char="•"/>
              <a:defRPr sz="1050">
                <a:solidFill>
                  <a:schemeClr val="bg1"/>
                </a:solidFill>
                <a:latin typeface="Calibre" panose="020B0503030202060203" pitchFamily="34" charset="0"/>
              </a:defRPr>
            </a:lvl4pPr>
            <a:lvl5pPr marL="0" marR="0" indent="0">
              <a:lnSpc>
                <a:spcPct val="90000"/>
              </a:lnSpc>
              <a:spcBef>
                <a:spcPts val="600"/>
              </a:spcBef>
              <a:spcAft>
                <a:spcPts val="300"/>
              </a:spcAft>
              <a:buNone/>
              <a:defRPr sz="1800">
                <a:solidFill>
                  <a:schemeClr val="bg1"/>
                </a:solidFill>
                <a:latin typeface="Calibre Light" panose="020B0303030202060203" pitchFamily="34" charset="0"/>
              </a:defRPr>
            </a:lvl5pPr>
            <a:lvl6pPr marL="0" marR="0" indent="0">
              <a:lnSpc>
                <a:spcPct val="100000"/>
              </a:lnSpc>
              <a:spcBef>
                <a:spcPts val="600"/>
              </a:spcBef>
              <a:spcAft>
                <a:spcPts val="0"/>
              </a:spcAft>
              <a:defRPr sz="1050">
                <a:solidFill>
                  <a:schemeClr val="bg1"/>
                </a:solidFill>
                <a:latin typeface="Calibre Semibold" panose="020B0703030202060203" pitchFamily="34" charset="0"/>
              </a:defRPr>
            </a:lvl6pPr>
            <a:lvl7pPr marL="0" marR="0" indent="0">
              <a:lnSpc>
                <a:spcPct val="100000"/>
              </a:lnSpc>
              <a:spcBef>
                <a:spcPts val="600"/>
              </a:spcBef>
              <a:spcAft>
                <a:spcPts val="0"/>
              </a:spcAft>
              <a:defRPr sz="900">
                <a:solidFill>
                  <a:schemeClr val="bg1"/>
                </a:solidFill>
                <a:latin typeface="Calibre Semibold" panose="020B0703030202060203" pitchFamily="34" charset="0"/>
              </a:defRPr>
            </a:lvl7pPr>
            <a:lvl8pPr marL="0" marR="0" indent="0">
              <a:lnSpc>
                <a:spcPct val="100000"/>
              </a:lnSpc>
              <a:spcBef>
                <a:spcPts val="300"/>
              </a:spcBef>
              <a:spcAft>
                <a:spcPts val="300"/>
              </a:spcAft>
              <a:defRPr sz="900">
                <a:solidFill>
                  <a:schemeClr val="bg1"/>
                </a:solidFill>
                <a:latin typeface="Calibre" panose="020B0503030202060203" pitchFamily="34" charset="0"/>
              </a:defRPr>
            </a:lvl8pPr>
            <a:lvl9pPr marL="108000" marR="0" indent="-108000">
              <a:lnSpc>
                <a:spcPct val="100000"/>
              </a:lnSpc>
              <a:spcBef>
                <a:spcPts val="200"/>
              </a:spcBef>
              <a:spcAft>
                <a:spcPts val="200"/>
              </a:spcAft>
              <a:defRPr sz="900">
                <a:solidFill>
                  <a:schemeClr val="bg1"/>
                </a:solidFill>
                <a:latin typeface="Calibre" panose="020B0503030202060203" pitchFamily="34" charset="0"/>
              </a:defRPr>
            </a:lvl9pPr>
          </a:lstStyle>
          <a:p>
            <a:pPr lvl="0"/>
            <a:r>
              <a:rPr lang="en-GB" dirty="0"/>
              <a:t>Side bar heading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sp>
        <p:nvSpPr>
          <p:cNvPr id="26" name="Notes Placeholder">
            <a:extLst>
              <a:ext uri="{FF2B5EF4-FFF2-40B4-BE49-F238E27FC236}">
                <a16:creationId xmlns:a16="http://schemas.microsoft.com/office/drawing/2014/main" id="{D05D0514-BFAE-8114-C2E5-E47E60921DC8}"/>
              </a:ext>
            </a:extLst>
          </p:cNvPr>
          <p:cNvSpPr>
            <a:spLocks noGrp="1"/>
          </p:cNvSpPr>
          <p:nvPr>
            <p:ph type="body" sz="quarter" idx="20" hasCustomPrompt="1"/>
          </p:nvPr>
        </p:nvSpPr>
        <p:spPr>
          <a:xfrm>
            <a:off x="511176" y="5357813"/>
            <a:ext cx="2468880" cy="1051560"/>
          </a:xfrm>
        </p:spPr>
        <p:txBody>
          <a:bodyPr anchor="b" anchorCtr="0"/>
          <a:lstStyle>
            <a:lvl1pPr marL="0" marR="0" indent="0">
              <a:lnSpc>
                <a:spcPct val="100000"/>
              </a:lnSpc>
              <a:spcBef>
                <a:spcPts val="300"/>
              </a:spcBef>
              <a:spcAft>
                <a:spcPts val="0"/>
              </a:spcAft>
              <a:defRPr sz="900">
                <a:solidFill>
                  <a:schemeClr val="bg1"/>
                </a:solidFill>
                <a:latin typeface="Calibre Semibold" panose="020B0703030202060203" pitchFamily="34" charset="0"/>
              </a:defRPr>
            </a:lvl1pPr>
            <a:lvl2pPr marL="0" marR="0" indent="0">
              <a:lnSpc>
                <a:spcPct val="100000"/>
              </a:lnSpc>
              <a:spcBef>
                <a:spcPts val="300"/>
              </a:spcBef>
              <a:spcAft>
                <a:spcPts val="0"/>
              </a:spcAft>
              <a:defRPr sz="900">
                <a:solidFill>
                  <a:schemeClr val="bg1"/>
                </a:solidFill>
                <a:latin typeface="Calibre" panose="020B0503030202060203" pitchFamily="34" charset="0"/>
              </a:defRPr>
            </a:lvl2pPr>
            <a:lvl3pPr marL="108000" marR="0" indent="-108000">
              <a:lnSpc>
                <a:spcPct val="100000"/>
              </a:lnSpc>
              <a:spcBef>
                <a:spcPts val="200"/>
              </a:spcBef>
              <a:spcAft>
                <a:spcPts val="0"/>
              </a:spcAft>
              <a:buFont typeface="Calibre" panose="020B0503030202060203" pitchFamily="34" charset="0"/>
              <a:buChar char="–"/>
              <a:defRPr sz="900">
                <a:solidFill>
                  <a:schemeClr val="bg1"/>
                </a:solidFill>
                <a:latin typeface="Calibre" panose="020B0503030202060203" pitchFamily="34" charset="0"/>
              </a:defRPr>
            </a:lvl3pPr>
            <a:lvl4pPr marL="216000" marR="0" indent="-108000">
              <a:lnSpc>
                <a:spcPct val="100000"/>
              </a:lnSpc>
              <a:spcBef>
                <a:spcPts val="200"/>
              </a:spcBef>
              <a:spcAft>
                <a:spcPts val="0"/>
              </a:spcAft>
              <a:buFont typeface="Arial" panose="020B0604020202020204" pitchFamily="34" charset="0"/>
              <a:buChar char="•"/>
              <a:defRPr sz="900">
                <a:solidFill>
                  <a:schemeClr val="bg1"/>
                </a:solidFill>
                <a:latin typeface="Calibre" panose="020B0503030202060203" pitchFamily="34" charset="0"/>
              </a:defRPr>
            </a:lvl4pPr>
            <a:lvl5pPr marL="0" marR="0" indent="0">
              <a:lnSpc>
                <a:spcPct val="100000"/>
              </a:lnSpc>
              <a:spcBef>
                <a:spcPts val="300"/>
              </a:spcBef>
              <a:spcAft>
                <a:spcPts val="0"/>
              </a:spcAft>
              <a:buNone/>
              <a:defRPr sz="900">
                <a:solidFill>
                  <a:schemeClr val="bg1"/>
                </a:solidFill>
                <a:latin typeface="Calibre Semibold" panose="020B0703030202060203" pitchFamily="34" charset="0"/>
              </a:defRPr>
            </a:lvl5pPr>
            <a:lvl6pPr marL="0" marR="0" indent="0">
              <a:lnSpc>
                <a:spcPct val="100000"/>
              </a:lnSpc>
              <a:spcBef>
                <a:spcPts val="300"/>
              </a:spcBef>
              <a:spcAft>
                <a:spcPts val="0"/>
              </a:spcAft>
              <a:defRPr sz="800">
                <a:solidFill>
                  <a:schemeClr val="bg1"/>
                </a:solidFill>
                <a:latin typeface="Calibre Semibold" panose="020B0703030202060203" pitchFamily="34" charset="0"/>
              </a:defRPr>
            </a:lvl6pPr>
            <a:lvl7pPr marL="0" marR="0" indent="0">
              <a:lnSpc>
                <a:spcPct val="100000"/>
              </a:lnSpc>
              <a:spcBef>
                <a:spcPts val="200"/>
              </a:spcBef>
              <a:spcAft>
                <a:spcPts val="0"/>
              </a:spcAft>
              <a:defRPr sz="800">
                <a:solidFill>
                  <a:schemeClr val="bg1"/>
                </a:solidFill>
                <a:latin typeface="Calibre" panose="020B0503030202060203" pitchFamily="34" charset="0"/>
              </a:defRPr>
            </a:lvl7pPr>
            <a:lvl8pPr marL="108000" marR="0" indent="-108000">
              <a:lnSpc>
                <a:spcPct val="100000"/>
              </a:lnSpc>
              <a:spcBef>
                <a:spcPts val="200"/>
              </a:spcBef>
              <a:spcAft>
                <a:spcPts val="0"/>
              </a:spcAft>
              <a:buFont typeface="Calibre" panose="020B0503030202060203" pitchFamily="34" charset="0"/>
              <a:buChar char="–"/>
              <a:defRPr sz="800">
                <a:solidFill>
                  <a:schemeClr val="bg1"/>
                </a:solidFill>
                <a:latin typeface="Calibre" panose="020B0503030202060203" pitchFamily="34" charset="0"/>
              </a:defRPr>
            </a:lvl8pPr>
            <a:lvl9pPr marL="216000" marR="0" indent="-108000">
              <a:lnSpc>
                <a:spcPct val="100000"/>
              </a:lnSpc>
              <a:spcBef>
                <a:spcPts val="200"/>
              </a:spcBef>
              <a:spcAft>
                <a:spcPts val="0"/>
              </a:spcAft>
              <a:buFont typeface="Arial" panose="020B0604020202020204" pitchFamily="34" charset="0"/>
              <a:buChar char="•"/>
              <a:defRPr sz="800">
                <a:solidFill>
                  <a:schemeClr val="bg1"/>
                </a:solidFill>
                <a:latin typeface="Calibre" panose="020B0503030202060203" pitchFamily="34" charset="0"/>
              </a:defRPr>
            </a:lvl9pPr>
          </a:lstStyle>
          <a:p>
            <a:pPr lvl="0"/>
            <a:r>
              <a:rPr lang="en-GB" dirty="0"/>
              <a:t>Notes title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cxnSp>
        <p:nvCxnSpPr>
          <p:cNvPr id="4" name="LoS - Fixed">
            <a:extLst>
              <a:ext uri="{FF2B5EF4-FFF2-40B4-BE49-F238E27FC236}">
                <a16:creationId xmlns:a16="http://schemas.microsoft.com/office/drawing/2014/main" id="{6E49B04A-A0F1-B674-585D-5B7235E449CD}"/>
              </a:ext>
              <a:ext uri="{C183D7F6-B498-43B3-948B-1728B52AA6E4}">
                <adec:decorative xmlns:adec="http://schemas.microsoft.com/office/drawing/2017/decorative" val="1"/>
              </a:ext>
            </a:extLst>
          </p:cNvPr>
          <p:cNvCxnSpPr>
            <a:cxnSpLocks/>
          </p:cNvCxnSpPr>
          <p:nvPr userDrawn="1"/>
        </p:nvCxnSpPr>
        <p:spPr>
          <a:xfrm>
            <a:off x="503238" y="1022541"/>
            <a:ext cx="935037" cy="0"/>
          </a:xfrm>
          <a:prstGeom prst="line">
            <a:avLst/>
          </a:prstGeom>
          <a:ln w="25400">
            <a:solidFill>
              <a:srgbClr val="17E88F"/>
            </a:solidFill>
          </a:ln>
        </p:spPr>
        <p:style>
          <a:lnRef idx="1">
            <a:schemeClr val="accent1"/>
          </a:lnRef>
          <a:fillRef idx="0">
            <a:schemeClr val="accent1"/>
          </a:fillRef>
          <a:effectRef idx="0">
            <a:schemeClr val="accent1"/>
          </a:effectRef>
          <a:fontRef idx="minor">
            <a:schemeClr val="tx1"/>
          </a:fontRef>
        </p:style>
      </p:cxnSp>
      <p:grpSp>
        <p:nvGrpSpPr>
          <p:cNvPr id="3" name="Text Styles Guidance">
            <a:extLst>
              <a:ext uri="{FF2B5EF4-FFF2-40B4-BE49-F238E27FC236}">
                <a16:creationId xmlns:a16="http://schemas.microsoft.com/office/drawing/2014/main" id="{0FB350A1-A109-617B-0E32-EB104A2DD450}"/>
              </a:ext>
              <a:ext uri="{C183D7F6-B498-43B3-948B-1728B52AA6E4}">
                <adec:decorative xmlns:adec="http://schemas.microsoft.com/office/drawing/2017/decorative" val="1"/>
              </a:ext>
            </a:extLst>
          </p:cNvPr>
          <p:cNvGrpSpPr>
            <a:grpSpLocks noGrp="1" noUngrp="1" noRot="1" noMove="1" noResize="1"/>
          </p:cNvGrpSpPr>
          <p:nvPr userDrawn="1"/>
        </p:nvGrpSpPr>
        <p:grpSpPr>
          <a:xfrm>
            <a:off x="-2322513" y="452438"/>
            <a:ext cx="1969750" cy="1731874"/>
            <a:chOff x="-2322513" y="1484313"/>
            <a:chExt cx="1969750" cy="1731874"/>
          </a:xfrm>
        </p:grpSpPr>
        <p:grpSp>
          <p:nvGrpSpPr>
            <p:cNvPr id="5" name="Group 4">
              <a:extLst>
                <a:ext uri="{FF2B5EF4-FFF2-40B4-BE49-F238E27FC236}">
                  <a16:creationId xmlns:a16="http://schemas.microsoft.com/office/drawing/2014/main" id="{4B49A462-94E5-6374-33FF-9F18B78AA93C}"/>
                </a:ext>
              </a:extLst>
            </p:cNvPr>
            <p:cNvGrpSpPr>
              <a:grpSpLocks noGrp="1" noUngrp="1" noRot="1" noMove="1" noResize="1"/>
            </p:cNvGrpSpPr>
            <p:nvPr userDrawn="1"/>
          </p:nvGrpSpPr>
          <p:grpSpPr>
            <a:xfrm>
              <a:off x="-2317919" y="1484313"/>
              <a:ext cx="1960563" cy="1231106"/>
              <a:chOff x="-2322513" y="195104"/>
              <a:chExt cx="1960563" cy="1231106"/>
            </a:xfrm>
          </p:grpSpPr>
          <p:sp>
            <p:nvSpPr>
              <p:cNvPr id="12" name="Guidance">
                <a:extLst>
                  <a:ext uri="{FF2B5EF4-FFF2-40B4-BE49-F238E27FC236}">
                    <a16:creationId xmlns:a16="http://schemas.microsoft.com/office/drawing/2014/main" id="{EDF21B84-0F68-8880-CCF5-E6A41CD4D757}"/>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984885"/>
              </a:xfrm>
              <a:prstGeom prst="rect">
                <a:avLst/>
              </a:prstGeom>
              <a:solidFill>
                <a:srgbClr val="C0D4CB"/>
              </a:solidFill>
            </p:spPr>
            <p:txBody>
              <a:bodyPr wrap="square" lIns="72000" rIns="72000" rtlCol="0">
                <a:noAutofit/>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Each text frame has nine pre-formatted styles defined for you to use. </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To access the styles, use the Increase/Decrease List Level commands found in Home &gt; Paragraph tools:</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800" b="0" i="0" u="none" strike="noStrike" kern="1200" cap="none" spc="0" normalizeH="0" baseline="0" noProof="0" dirty="0">
                  <a:ln>
                    <a:noFill/>
                  </a:ln>
                  <a:solidFill>
                    <a:srgbClr val="012A2D"/>
                  </a:solidFill>
                  <a:effectLst/>
                  <a:uLnTx/>
                  <a:uFillTx/>
                  <a:latin typeface="Calibre"/>
                </a:endParaRPr>
              </a:p>
            </p:txBody>
          </p:sp>
          <p:sp>
            <p:nvSpPr>
              <p:cNvPr id="13" name="Guidance">
                <a:extLst>
                  <a:ext uri="{FF2B5EF4-FFF2-40B4-BE49-F238E27FC236}">
                    <a16:creationId xmlns:a16="http://schemas.microsoft.com/office/drawing/2014/main" id="{C3A81265-01FE-FD79-528F-1E5AAEB70076}"/>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Text styles</a:t>
                </a:r>
              </a:p>
            </p:txBody>
          </p:sp>
        </p:grpSp>
        <p:grpSp>
          <p:nvGrpSpPr>
            <p:cNvPr id="7" name="Group 6">
              <a:extLst>
                <a:ext uri="{FF2B5EF4-FFF2-40B4-BE49-F238E27FC236}">
                  <a16:creationId xmlns:a16="http://schemas.microsoft.com/office/drawing/2014/main" id="{A654FDB2-BB77-5A28-328E-419A20776FAF}"/>
                </a:ext>
              </a:extLst>
            </p:cNvPr>
            <p:cNvGrpSpPr>
              <a:grpSpLocks noGrp="1" noUngrp="1" noRot="1" noMove="1" noResize="1"/>
            </p:cNvGrpSpPr>
            <p:nvPr userDrawn="1"/>
          </p:nvGrpSpPr>
          <p:grpSpPr>
            <a:xfrm>
              <a:off x="-2322513" y="2655826"/>
              <a:ext cx="1969750" cy="560361"/>
              <a:chOff x="3911096" y="2800206"/>
              <a:chExt cx="4420607" cy="1257587"/>
            </a:xfrm>
          </p:grpSpPr>
          <p:pic>
            <p:nvPicPr>
              <p:cNvPr id="9" name="Picture 8">
                <a:extLst>
                  <a:ext uri="{FF2B5EF4-FFF2-40B4-BE49-F238E27FC236}">
                    <a16:creationId xmlns:a16="http://schemas.microsoft.com/office/drawing/2014/main" id="{453FBD79-64A5-209A-9D4E-25FAE010D138}"/>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3911096" y="2800206"/>
                <a:ext cx="4420607" cy="1257587"/>
              </a:xfrm>
              <a:prstGeom prst="rect">
                <a:avLst/>
              </a:prstGeom>
            </p:spPr>
          </p:pic>
          <p:sp>
            <p:nvSpPr>
              <p:cNvPr id="11" name="Rectangle 10">
                <a:extLst>
                  <a:ext uri="{FF2B5EF4-FFF2-40B4-BE49-F238E27FC236}">
                    <a16:creationId xmlns:a16="http://schemas.microsoft.com/office/drawing/2014/main" id="{F6E9056E-A269-60C3-48A0-F383E1EA1AE0}"/>
                  </a:ext>
                </a:extLst>
              </p:cNvPr>
              <p:cNvSpPr>
                <a:spLocks noGrp="1" noRot="1" noMove="1" noResize="1" noEditPoints="1" noAdjustHandles="1" noChangeArrowheads="1" noChangeShapeType="1"/>
              </p:cNvSpPr>
              <p:nvPr/>
            </p:nvSpPr>
            <p:spPr>
              <a:xfrm>
                <a:off x="5074444" y="2959894"/>
                <a:ext cx="669131" cy="285750"/>
              </a:xfrm>
              <a:prstGeom prst="rect">
                <a:avLst/>
              </a:prstGeom>
              <a:noFill/>
              <a:ln w="6350" cap="flat" cmpd="sng" algn="ctr">
                <a:solidFill>
                  <a:srgbClr val="FF0000"/>
                </a:solidFill>
                <a:prstDash val="solid"/>
                <a:miter lim="800000"/>
              </a:ln>
              <a:effectLst/>
            </p:spPr>
            <p:txBody>
              <a:bodyPr rtlCol="0" anchor="ctr">
                <a:noAutofit/>
              </a:bodyPr>
              <a:lstStyle/>
              <a:p>
                <a:pPr marL="0" marR="0" lvl="0" indent="0" algn="ctr"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1200" b="0" i="0" u="none" strike="noStrike" kern="1200" cap="none" spc="0" normalizeH="0" baseline="0" noProof="0" dirty="0">
                  <a:ln>
                    <a:noFill/>
                  </a:ln>
                  <a:solidFill>
                    <a:srgbClr val="FFFFFF"/>
                  </a:solidFill>
                  <a:effectLst/>
                  <a:uLnTx/>
                  <a:uFillTx/>
                  <a:latin typeface="Calibre"/>
                  <a:ea typeface="+mn-ea"/>
                  <a:cs typeface="+mn-cs"/>
                </a:endParaRPr>
              </a:p>
            </p:txBody>
          </p:sp>
        </p:grpSp>
      </p:grpSp>
      <p:sp>
        <p:nvSpPr>
          <p:cNvPr id="14" name="Footer">
            <a:extLst>
              <a:ext uri="{FF2B5EF4-FFF2-40B4-BE49-F238E27FC236}">
                <a16:creationId xmlns:a16="http://schemas.microsoft.com/office/drawing/2014/main" id="{4186496C-5F34-053E-08F8-9EB41A1E8E5D}"/>
              </a:ext>
              <a:ext uri="{C183D7F6-B498-43B3-948B-1728B52AA6E4}">
                <adec:decorative xmlns:adec="http://schemas.microsoft.com/office/drawing/2017/decorative" val="1"/>
              </a:ext>
            </a:extLst>
          </p:cNvPr>
          <p:cNvSpPr txBox="1"/>
          <p:nvPr userDrawn="1"/>
        </p:nvSpPr>
        <p:spPr>
          <a:xfrm>
            <a:off x="518991" y="6479922"/>
            <a:ext cx="2448000" cy="123111"/>
          </a:xfrm>
          <a:prstGeom prst="rect">
            <a:avLst/>
          </a:prstGeom>
          <a:noFill/>
        </p:spPr>
        <p:txBody>
          <a:bodyPr wrap="square" lIns="0" tIns="0" rIns="0" bIns="0">
            <a:spAutoFit/>
          </a:bodyPr>
          <a:lstStyle/>
          <a:p>
            <a:pPr marL="0" algn="l" defTabSz="914400" rtl="0" eaLnBrk="1" latinLnBrk="0" hangingPunct="1"/>
            <a:r>
              <a:rPr lang="en-GB" sz="800" b="0" kern="1200" cap="none" baseline="0" dirty="0">
                <a:solidFill>
                  <a:schemeClr val="bg1"/>
                </a:solidFill>
                <a:latin typeface="+mn-lt"/>
                <a:ea typeface="+mn-ea"/>
                <a:cs typeface="+mn-cs"/>
              </a:rPr>
              <a:t>Confidential &amp; Proprietary | © </a:t>
            </a:r>
            <a:fld id="{B068ACA0-8C9F-4E58-A054-F52B2223E874}" type="datetimeyyyy">
              <a:rPr lang="en-GB" sz="800" b="0" kern="1200" cap="none" baseline="0" smtClean="0">
                <a:solidFill>
                  <a:schemeClr val="bg1"/>
                </a:solidFill>
                <a:latin typeface="+mn-lt"/>
                <a:ea typeface="+mn-ea"/>
                <a:cs typeface="+mn-cs"/>
              </a:rPr>
              <a:pPr marL="0" algn="l" defTabSz="914400" rtl="0" eaLnBrk="1" latinLnBrk="0" hangingPunct="1"/>
              <a:t>2025</a:t>
            </a:fld>
            <a:r>
              <a:rPr lang="en-GB" sz="800" b="0" kern="1200" cap="none" baseline="0" dirty="0">
                <a:solidFill>
                  <a:schemeClr val="bg1"/>
                </a:solidFill>
                <a:latin typeface="+mn-lt"/>
                <a:ea typeface="+mn-ea"/>
                <a:cs typeface="+mn-cs"/>
              </a:rPr>
              <a:t> CBRE, Inc.</a:t>
            </a:r>
          </a:p>
        </p:txBody>
      </p:sp>
    </p:spTree>
    <p:extLst>
      <p:ext uri="{BB962C8B-B14F-4D97-AF65-F5344CB8AC3E}">
        <p14:creationId xmlns:p14="http://schemas.microsoft.com/office/powerpoint/2010/main" val="2541323791"/>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slide: Horizontal light">
    <p:bg>
      <p:bgPr>
        <a:solidFill>
          <a:srgbClr val="F6F6F6"/>
        </a:solidFill>
        <a:effectLst/>
      </p:bgPr>
    </p:bg>
    <p:spTree>
      <p:nvGrpSpPr>
        <p:cNvPr id="1" name=""/>
        <p:cNvGrpSpPr/>
        <p:nvPr/>
      </p:nvGrpSpPr>
      <p:grpSpPr>
        <a:xfrm>
          <a:off x="0" y="0"/>
          <a:ext cx="0" cy="0"/>
          <a:chOff x="0" y="0"/>
          <a:chExt cx="0" cy="0"/>
        </a:xfrm>
      </p:grpSpPr>
      <p:sp>
        <p:nvSpPr>
          <p:cNvPr id="16" name="White Color Block BG">
            <a:extLst>
              <a:ext uri="{FF2B5EF4-FFF2-40B4-BE49-F238E27FC236}">
                <a16:creationId xmlns:a16="http://schemas.microsoft.com/office/drawing/2014/main" id="{874BF273-48B2-75DF-75D4-B8FF67C3C6FE}"/>
              </a:ext>
              <a:ext uri="{C183D7F6-B498-43B3-948B-1728B52AA6E4}">
                <adec:decorative xmlns:adec="http://schemas.microsoft.com/office/drawing/2017/decorative" val="1"/>
              </a:ext>
            </a:extLst>
          </p:cNvPr>
          <p:cNvSpPr/>
          <p:nvPr userDrawn="1"/>
        </p:nvSpPr>
        <p:spPr>
          <a:xfrm>
            <a:off x="0" y="0"/>
            <a:ext cx="12192000" cy="2852737"/>
          </a:xfrm>
          <a:prstGeom prst="rect">
            <a:avLst/>
          </a:prstGeom>
          <a:solidFill>
            <a:srgbClr val="FFFFFF"/>
          </a:solidFill>
        </p:spPr>
        <p:txBody>
          <a:bodyPr wrap="square" lIns="72000" tIns="46800" rIns="72000" bIns="46800" rtlCol="0" anchor="ctr" anchorCtr="1">
            <a:noAutofit/>
          </a:bodyPr>
          <a:lstStyle/>
          <a:p>
            <a:pPr algn="ctr"/>
            <a:endParaRPr lang="en-GB" dirty="0">
              <a:solidFill>
                <a:schemeClr val="bg1"/>
              </a:solidFill>
            </a:endParaRPr>
          </a:p>
        </p:txBody>
      </p:sp>
      <p:sp>
        <p:nvSpPr>
          <p:cNvPr id="6" name="Navigation Header Placeholder">
            <a:extLst>
              <a:ext uri="{FF2B5EF4-FFF2-40B4-BE49-F238E27FC236}">
                <a16:creationId xmlns:a16="http://schemas.microsoft.com/office/drawing/2014/main" id="{682DE23F-D9AC-4E0E-B3B4-53687A5F35C9}"/>
              </a:ext>
              <a:ext uri="{C183D7F6-B498-43B3-948B-1728B52AA6E4}">
                <adec:decorative xmlns:adec="http://schemas.microsoft.com/office/drawing/2017/decorative" val="1"/>
              </a:ext>
            </a:extLst>
          </p:cNvPr>
          <p:cNvSpPr>
            <a:spLocks noGrp="1"/>
          </p:cNvSpPr>
          <p:nvPr>
            <p:ph type="body" sz="quarter" idx="10" hasCustomPrompt="1"/>
          </p:nvPr>
        </p:nvSpPr>
        <p:spPr>
          <a:xfrm>
            <a:off x="1536700" y="957804"/>
            <a:ext cx="1938528" cy="182880"/>
          </a:xfrm>
        </p:spPr>
        <p:txBody>
          <a:bodyPr anchor="t" anchorCtr="0"/>
          <a:lstStyle>
            <a:lvl1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1pPr>
            <a:lvl2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2pPr>
            <a:lvl3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3pPr>
            <a:lvl4pPr marL="0" indent="0" algn="l">
              <a:lnSpc>
                <a:spcPct val="90000"/>
              </a:lnSpc>
              <a:spcBef>
                <a:spcPts val="0"/>
              </a:spcBef>
              <a:spcAft>
                <a:spcPts val="0"/>
              </a:spcAft>
              <a:buFont typeface="Calibre" panose="020B0503030202060203" pitchFamily="34" charset="0"/>
              <a:buNone/>
              <a:defRPr lang="en-US" sz="1050" cap="all" baseline="0" dirty="0" smtClean="0">
                <a:latin typeface="Calibre Medium" panose="020B0603030202060203" pitchFamily="34" charset="0"/>
              </a:defRPr>
            </a:lvl4pPr>
            <a:lvl5pPr marL="0" indent="0" algn="l">
              <a:lnSpc>
                <a:spcPct val="90000"/>
              </a:lnSpc>
              <a:spcBef>
                <a:spcPts val="0"/>
              </a:spcBef>
              <a:spcAft>
                <a:spcPts val="0"/>
              </a:spcAft>
              <a:buFont typeface="Calibre" panose="020B0503030202060203" pitchFamily="34" charset="0"/>
              <a:buNone/>
              <a:defRPr lang="en-US" sz="1050" cap="all" baseline="0" dirty="0" smtClean="0">
                <a:latin typeface="Calibre Medium" panose="020B0603030202060203" pitchFamily="34" charset="0"/>
              </a:defRPr>
            </a:lvl5pPr>
            <a:lvl6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6pPr>
            <a:lvl7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7pPr>
            <a:lvl8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8pPr>
            <a:lvl9pPr marL="0" indent="0" algn="l">
              <a:lnSpc>
                <a:spcPct val="90000"/>
              </a:lnSpc>
              <a:spcBef>
                <a:spcPts val="0"/>
              </a:spcBef>
              <a:spcAft>
                <a:spcPts val="0"/>
              </a:spcAft>
              <a:buFont typeface="Calibre" panose="020B0503030202060203" pitchFamily="34" charset="0"/>
              <a:buNone/>
              <a:defRPr lang="en-US" sz="1050" cap="all" baseline="0" dirty="0">
                <a:latin typeface="Calibre Medium" panose="020B0603030202060203" pitchFamily="34" charset="0"/>
              </a:defRPr>
            </a:lvl9pPr>
          </a:lstStyle>
          <a:p>
            <a:pPr lvl="0"/>
            <a:r>
              <a:rPr lang="en-GB" dirty="0"/>
              <a:t>Navigation Header</a:t>
            </a:r>
          </a:p>
        </p:txBody>
      </p:sp>
      <p:sp>
        <p:nvSpPr>
          <p:cNvPr id="2" name="Title Placeholder">
            <a:extLst>
              <a:ext uri="{FF2B5EF4-FFF2-40B4-BE49-F238E27FC236}">
                <a16:creationId xmlns:a16="http://schemas.microsoft.com/office/drawing/2014/main" id="{944047B7-C3F4-44CE-8AF6-813AA0A42774}"/>
              </a:ext>
            </a:extLst>
          </p:cNvPr>
          <p:cNvSpPr>
            <a:spLocks noGrp="1"/>
          </p:cNvSpPr>
          <p:nvPr>
            <p:ph type="title" hasCustomPrompt="1"/>
          </p:nvPr>
        </p:nvSpPr>
        <p:spPr>
          <a:xfrm>
            <a:off x="511176" y="1601789"/>
            <a:ext cx="2971800" cy="1149494"/>
          </a:xfrm>
        </p:spPr>
        <p:txBody>
          <a:bodyPr/>
          <a:lstStyle>
            <a:lvl1pPr>
              <a:defRPr/>
            </a:lvl1pPr>
          </a:lstStyle>
          <a:p>
            <a:r>
              <a:rPr lang="en-GB" dirty="0"/>
              <a:t>Click to add title</a:t>
            </a:r>
          </a:p>
        </p:txBody>
      </p:sp>
      <p:sp>
        <p:nvSpPr>
          <p:cNvPr id="8" name="Subheading Placeholder 1">
            <a:extLst>
              <a:ext uri="{FF2B5EF4-FFF2-40B4-BE49-F238E27FC236}">
                <a16:creationId xmlns:a16="http://schemas.microsoft.com/office/drawing/2014/main" id="{0AB1EEEC-0D13-0BD5-86C1-FEA968AFEE5B}"/>
              </a:ext>
            </a:extLst>
          </p:cNvPr>
          <p:cNvSpPr>
            <a:spLocks noGrp="1"/>
          </p:cNvSpPr>
          <p:nvPr>
            <p:ph type="body" sz="quarter" idx="11" hasCustomPrompt="1"/>
          </p:nvPr>
        </p:nvSpPr>
        <p:spPr>
          <a:xfrm>
            <a:off x="4094162" y="1600009"/>
            <a:ext cx="3487738" cy="1151129"/>
          </a:xfrm>
        </p:spPr>
        <p:txBody>
          <a:bodyPr/>
          <a:lstStyle>
            <a:lvl1pPr algn="l">
              <a:lnSpc>
                <a:spcPct val="90000"/>
              </a:lnSpc>
              <a:spcBef>
                <a:spcPts val="600"/>
              </a:spcBef>
              <a:spcAft>
                <a:spcPts val="0"/>
              </a:spcAft>
              <a:defRPr sz="1600">
                <a:latin typeface="Calibre Semibold" panose="020B0703030202060203" pitchFamily="34" charset="0"/>
              </a:defRPr>
            </a:lvl1pPr>
            <a:lvl2pPr algn="l">
              <a:lnSpc>
                <a:spcPct val="100000"/>
              </a:lnSpc>
              <a:spcBef>
                <a:spcPts val="300"/>
              </a:spcBef>
              <a:spcAft>
                <a:spcPts val="300"/>
              </a:spcAft>
              <a:defRPr sz="1200">
                <a:latin typeface="+mn-lt"/>
              </a:defRPr>
            </a:lvl2pPr>
            <a:lvl3pPr marL="180000" indent="-180000" algn="l">
              <a:buFont typeface="Calibre" panose="020B0503030202060203" pitchFamily="34" charset="0"/>
              <a:buChar char="–"/>
              <a:defRPr/>
            </a:lvl3pPr>
            <a:lvl4pPr marL="365760" indent="-182880" algn="l">
              <a:buFont typeface="Arial" panose="020B0604020202020204" pitchFamily="34" charset="0"/>
              <a:buChar char="•"/>
              <a:defRPr/>
            </a:lvl4pPr>
            <a:lvl5pPr marL="0" indent="0" algn="l">
              <a:lnSpc>
                <a:spcPct val="100000"/>
              </a:lnSpc>
              <a:spcBef>
                <a:spcPts val="600"/>
              </a:spcBef>
              <a:spcAft>
                <a:spcPts val="0"/>
              </a:spcAft>
              <a:buNone/>
              <a:defRPr sz="1200">
                <a:latin typeface="Calibre Semibold" panose="020B0703030202060203" pitchFamily="34" charset="0"/>
              </a:defRPr>
            </a:lvl5pPr>
            <a:lvl6pPr algn="l">
              <a:defRPr sz="1050"/>
            </a:lvl6pPr>
            <a:lvl7pPr algn="l">
              <a:spcBef>
                <a:spcPts val="300"/>
              </a:spcBef>
              <a:spcAft>
                <a:spcPts val="300"/>
              </a:spcAft>
              <a:defRPr>
                <a:latin typeface="+mn-lt"/>
              </a:defRPr>
            </a:lvl7pPr>
            <a:lvl8pPr marL="180000" indent="-180000" algn="l">
              <a:spcBef>
                <a:spcPts val="200"/>
              </a:spcBef>
              <a:spcAft>
                <a:spcPts val="200"/>
              </a:spcAft>
              <a:buFont typeface="Calibre" panose="020B0503030202060203" pitchFamily="34" charset="0"/>
              <a:buChar char="–"/>
              <a:defRPr/>
            </a:lvl8pPr>
            <a:lvl9pPr marL="365760" indent="-182880" algn="l">
              <a:buFont typeface="Arial" panose="020B0604020202020204" pitchFamily="34" charset="0"/>
              <a:buChar char="•"/>
              <a:defRPr/>
            </a:lvl9pPr>
          </a:lstStyle>
          <a:p>
            <a:pPr lvl="0"/>
            <a:r>
              <a:rPr lang="en-GB" dirty="0"/>
              <a:t>Subheading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sp>
        <p:nvSpPr>
          <p:cNvPr id="12" name="Subheading Placeholder 2">
            <a:extLst>
              <a:ext uri="{FF2B5EF4-FFF2-40B4-BE49-F238E27FC236}">
                <a16:creationId xmlns:a16="http://schemas.microsoft.com/office/drawing/2014/main" id="{7686CD6E-3238-BA56-8AEE-517E1259F967}"/>
              </a:ext>
            </a:extLst>
          </p:cNvPr>
          <p:cNvSpPr>
            <a:spLocks noGrp="1"/>
          </p:cNvSpPr>
          <p:nvPr>
            <p:ph type="body" sz="quarter" idx="13" hasCustomPrompt="1"/>
          </p:nvPr>
        </p:nvSpPr>
        <p:spPr>
          <a:xfrm>
            <a:off x="8194675" y="1600009"/>
            <a:ext cx="3487738" cy="1151129"/>
          </a:xfrm>
        </p:spPr>
        <p:txBody>
          <a:bodyPr/>
          <a:lstStyle>
            <a:lvl1pPr algn="l">
              <a:lnSpc>
                <a:spcPct val="90000"/>
              </a:lnSpc>
              <a:spcBef>
                <a:spcPts val="600"/>
              </a:spcBef>
              <a:spcAft>
                <a:spcPts val="0"/>
              </a:spcAft>
              <a:defRPr sz="1600">
                <a:latin typeface="Calibre Semibold" panose="020B0703030202060203" pitchFamily="34" charset="0"/>
              </a:defRPr>
            </a:lvl1pPr>
            <a:lvl2pPr algn="l">
              <a:lnSpc>
                <a:spcPct val="100000"/>
              </a:lnSpc>
              <a:spcBef>
                <a:spcPts val="300"/>
              </a:spcBef>
              <a:spcAft>
                <a:spcPts val="300"/>
              </a:spcAft>
              <a:defRPr sz="1200">
                <a:latin typeface="+mn-lt"/>
              </a:defRPr>
            </a:lvl2pPr>
            <a:lvl3pPr marL="180000" indent="-180000" algn="l">
              <a:buFont typeface="Calibre" panose="020B0503030202060203" pitchFamily="34" charset="0"/>
              <a:buChar char="–"/>
              <a:defRPr/>
            </a:lvl3pPr>
            <a:lvl4pPr marL="365760" indent="-182880" algn="l">
              <a:buFont typeface="Arial" panose="020B0604020202020204" pitchFamily="34" charset="0"/>
              <a:buChar char="•"/>
              <a:defRPr/>
            </a:lvl4pPr>
            <a:lvl5pPr marL="0" indent="0" algn="l">
              <a:lnSpc>
                <a:spcPct val="100000"/>
              </a:lnSpc>
              <a:spcBef>
                <a:spcPts val="600"/>
              </a:spcBef>
              <a:spcAft>
                <a:spcPts val="0"/>
              </a:spcAft>
              <a:buNone/>
              <a:defRPr sz="1200">
                <a:latin typeface="Calibre Semibold" panose="020B0703030202060203" pitchFamily="34" charset="0"/>
              </a:defRPr>
            </a:lvl5pPr>
            <a:lvl6pPr algn="l">
              <a:defRPr sz="1050"/>
            </a:lvl6pPr>
            <a:lvl7pPr algn="l">
              <a:spcBef>
                <a:spcPts val="300"/>
              </a:spcBef>
              <a:spcAft>
                <a:spcPts val="300"/>
              </a:spcAft>
              <a:defRPr>
                <a:latin typeface="+mn-lt"/>
              </a:defRPr>
            </a:lvl7pPr>
            <a:lvl8pPr marL="180000" indent="-180000" algn="l">
              <a:spcBef>
                <a:spcPts val="200"/>
              </a:spcBef>
              <a:spcAft>
                <a:spcPts val="200"/>
              </a:spcAft>
              <a:buFont typeface="Calibre" panose="020B0503030202060203" pitchFamily="34" charset="0"/>
              <a:buChar char="–"/>
              <a:defRPr/>
            </a:lvl8pPr>
            <a:lvl9pPr marL="365760" indent="-182880" algn="l">
              <a:buFont typeface="Arial" panose="020B0604020202020204" pitchFamily="34" charset="0"/>
              <a:buChar char="•"/>
              <a:defRPr/>
            </a:lvl9pPr>
          </a:lstStyle>
          <a:p>
            <a:pPr lvl="0"/>
            <a:r>
              <a:rPr lang="en-GB" dirty="0"/>
              <a:t>Subheading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sp>
        <p:nvSpPr>
          <p:cNvPr id="24" name="Side Bar Placeholder">
            <a:extLst>
              <a:ext uri="{FF2B5EF4-FFF2-40B4-BE49-F238E27FC236}">
                <a16:creationId xmlns:a16="http://schemas.microsoft.com/office/drawing/2014/main" id="{8E67CAD3-E8E8-212B-DC1F-3141F74C9B5C}"/>
              </a:ext>
            </a:extLst>
          </p:cNvPr>
          <p:cNvSpPr>
            <a:spLocks noGrp="1"/>
          </p:cNvSpPr>
          <p:nvPr>
            <p:ph type="body" sz="quarter" idx="19" hasCustomPrompt="1"/>
          </p:nvPr>
        </p:nvSpPr>
        <p:spPr>
          <a:xfrm>
            <a:off x="511176" y="3478213"/>
            <a:ext cx="2468880" cy="1764792"/>
          </a:xfrm>
        </p:spPr>
        <p:txBody>
          <a:bodyPr/>
          <a:lstStyle>
            <a:lvl1pPr marL="0" marR="0" indent="0">
              <a:lnSpc>
                <a:spcPct val="90000"/>
              </a:lnSpc>
              <a:spcBef>
                <a:spcPts val="600"/>
              </a:spcBef>
              <a:spcAft>
                <a:spcPts val="0"/>
              </a:spcAft>
              <a:defRPr sz="1200">
                <a:latin typeface="Calibre Semibold" panose="020B0703030202060203" pitchFamily="34" charset="0"/>
              </a:defRPr>
            </a:lvl1pPr>
            <a:lvl2pPr marL="0" marR="0" indent="0">
              <a:lnSpc>
                <a:spcPct val="100000"/>
              </a:lnSpc>
              <a:spcBef>
                <a:spcPts val="300"/>
              </a:spcBef>
              <a:spcAft>
                <a:spcPts val="300"/>
              </a:spcAft>
              <a:defRPr sz="1050">
                <a:latin typeface="Calibre" panose="020B0503030202060203" pitchFamily="34" charset="0"/>
              </a:defRPr>
            </a:lvl2pPr>
            <a:lvl3pPr marL="108000" marR="0" indent="-108000">
              <a:lnSpc>
                <a:spcPct val="100000"/>
              </a:lnSpc>
              <a:spcBef>
                <a:spcPts val="300"/>
              </a:spcBef>
              <a:spcAft>
                <a:spcPts val="300"/>
              </a:spcAft>
              <a:buFont typeface="Calibre" panose="020B0503030202060203" pitchFamily="34" charset="0"/>
              <a:buChar char="–"/>
              <a:defRPr sz="1050">
                <a:latin typeface="Calibre" panose="020B0503030202060203" pitchFamily="34" charset="0"/>
              </a:defRPr>
            </a:lvl3pPr>
            <a:lvl4pPr marL="216000" marR="0" indent="-108000">
              <a:lnSpc>
                <a:spcPct val="100000"/>
              </a:lnSpc>
              <a:spcBef>
                <a:spcPts val="300"/>
              </a:spcBef>
              <a:spcAft>
                <a:spcPts val="300"/>
              </a:spcAft>
              <a:buFont typeface="Arial" panose="020B0604020202020204" pitchFamily="34" charset="0"/>
              <a:buChar char="•"/>
              <a:defRPr sz="1050">
                <a:latin typeface="Calibre" panose="020B0503030202060203" pitchFamily="34" charset="0"/>
              </a:defRPr>
            </a:lvl4pPr>
            <a:lvl5pPr marL="0" marR="0" indent="0">
              <a:lnSpc>
                <a:spcPct val="90000"/>
              </a:lnSpc>
              <a:spcBef>
                <a:spcPts val="600"/>
              </a:spcBef>
              <a:spcAft>
                <a:spcPts val="300"/>
              </a:spcAft>
              <a:buNone/>
              <a:defRPr sz="1800">
                <a:latin typeface="Calibre Light" panose="020B0303030202060203" pitchFamily="34" charset="0"/>
              </a:defRPr>
            </a:lvl5pPr>
            <a:lvl6pPr marL="0" marR="0" indent="0">
              <a:lnSpc>
                <a:spcPct val="100000"/>
              </a:lnSpc>
              <a:spcBef>
                <a:spcPts val="600"/>
              </a:spcBef>
              <a:spcAft>
                <a:spcPts val="0"/>
              </a:spcAft>
              <a:defRPr sz="1050">
                <a:latin typeface="Calibre Semibold" panose="020B0703030202060203" pitchFamily="34" charset="0"/>
              </a:defRPr>
            </a:lvl6pPr>
            <a:lvl7pPr marL="0" marR="0" indent="0">
              <a:lnSpc>
                <a:spcPct val="100000"/>
              </a:lnSpc>
              <a:spcBef>
                <a:spcPts val="600"/>
              </a:spcBef>
              <a:spcAft>
                <a:spcPts val="0"/>
              </a:spcAft>
              <a:defRPr sz="900">
                <a:latin typeface="Calibre Semibold" panose="020B0703030202060203" pitchFamily="34" charset="0"/>
              </a:defRPr>
            </a:lvl7pPr>
            <a:lvl8pPr marL="0" marR="0" indent="0">
              <a:lnSpc>
                <a:spcPct val="100000"/>
              </a:lnSpc>
              <a:spcBef>
                <a:spcPts val="300"/>
              </a:spcBef>
              <a:spcAft>
                <a:spcPts val="300"/>
              </a:spcAft>
              <a:defRPr sz="900">
                <a:latin typeface="Calibre" panose="020B0503030202060203" pitchFamily="34" charset="0"/>
              </a:defRPr>
            </a:lvl8pPr>
            <a:lvl9pPr marL="108000" marR="0" indent="-108000">
              <a:lnSpc>
                <a:spcPct val="100000"/>
              </a:lnSpc>
              <a:spcBef>
                <a:spcPts val="200"/>
              </a:spcBef>
              <a:spcAft>
                <a:spcPts val="200"/>
              </a:spcAft>
              <a:defRPr sz="900">
                <a:latin typeface="Calibre" panose="020B0503030202060203" pitchFamily="34" charset="0"/>
              </a:defRPr>
            </a:lvl9pPr>
          </a:lstStyle>
          <a:p>
            <a:pPr lvl="0"/>
            <a:r>
              <a:rPr lang="en-GB" dirty="0"/>
              <a:t>Side bar heading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sp>
        <p:nvSpPr>
          <p:cNvPr id="26" name="Notes Placeholder">
            <a:extLst>
              <a:ext uri="{FF2B5EF4-FFF2-40B4-BE49-F238E27FC236}">
                <a16:creationId xmlns:a16="http://schemas.microsoft.com/office/drawing/2014/main" id="{D05D0514-BFAE-8114-C2E5-E47E60921DC8}"/>
              </a:ext>
            </a:extLst>
          </p:cNvPr>
          <p:cNvSpPr>
            <a:spLocks noGrp="1"/>
          </p:cNvSpPr>
          <p:nvPr>
            <p:ph type="body" sz="quarter" idx="20" hasCustomPrompt="1"/>
          </p:nvPr>
        </p:nvSpPr>
        <p:spPr>
          <a:xfrm>
            <a:off x="511176" y="5357813"/>
            <a:ext cx="2468880" cy="1051560"/>
          </a:xfrm>
        </p:spPr>
        <p:txBody>
          <a:bodyPr anchor="b" anchorCtr="0"/>
          <a:lstStyle>
            <a:lvl1pPr marL="0" marR="0" indent="0">
              <a:lnSpc>
                <a:spcPct val="100000"/>
              </a:lnSpc>
              <a:spcBef>
                <a:spcPts val="300"/>
              </a:spcBef>
              <a:spcAft>
                <a:spcPts val="0"/>
              </a:spcAft>
              <a:defRPr sz="900">
                <a:latin typeface="Calibre Semibold" panose="020B0703030202060203" pitchFamily="34" charset="0"/>
              </a:defRPr>
            </a:lvl1pPr>
            <a:lvl2pPr marL="0" marR="0" indent="0">
              <a:lnSpc>
                <a:spcPct val="100000"/>
              </a:lnSpc>
              <a:spcBef>
                <a:spcPts val="300"/>
              </a:spcBef>
              <a:spcAft>
                <a:spcPts val="0"/>
              </a:spcAft>
              <a:defRPr sz="900">
                <a:latin typeface="Calibre" panose="020B0503030202060203" pitchFamily="34" charset="0"/>
              </a:defRPr>
            </a:lvl2pPr>
            <a:lvl3pPr marL="108000" marR="0" indent="-108000">
              <a:lnSpc>
                <a:spcPct val="100000"/>
              </a:lnSpc>
              <a:spcBef>
                <a:spcPts val="200"/>
              </a:spcBef>
              <a:spcAft>
                <a:spcPts val="0"/>
              </a:spcAft>
              <a:buFont typeface="Calibre" panose="020B0503030202060203" pitchFamily="34" charset="0"/>
              <a:buChar char="–"/>
              <a:defRPr sz="900">
                <a:latin typeface="Calibre" panose="020B0503030202060203" pitchFamily="34" charset="0"/>
              </a:defRPr>
            </a:lvl3pPr>
            <a:lvl4pPr marL="216000" marR="0" indent="-108000">
              <a:lnSpc>
                <a:spcPct val="100000"/>
              </a:lnSpc>
              <a:spcBef>
                <a:spcPts val="200"/>
              </a:spcBef>
              <a:spcAft>
                <a:spcPts val="0"/>
              </a:spcAft>
              <a:buFont typeface="Arial" panose="020B0604020202020204" pitchFamily="34" charset="0"/>
              <a:buChar char="•"/>
              <a:defRPr sz="900">
                <a:latin typeface="Calibre" panose="020B0503030202060203" pitchFamily="34" charset="0"/>
              </a:defRPr>
            </a:lvl4pPr>
            <a:lvl5pPr marL="0" marR="0" indent="0">
              <a:lnSpc>
                <a:spcPct val="100000"/>
              </a:lnSpc>
              <a:spcBef>
                <a:spcPts val="300"/>
              </a:spcBef>
              <a:spcAft>
                <a:spcPts val="0"/>
              </a:spcAft>
              <a:buNone/>
              <a:defRPr sz="900">
                <a:latin typeface="Calibre Semibold" panose="020B0703030202060203" pitchFamily="34" charset="0"/>
              </a:defRPr>
            </a:lvl5pPr>
            <a:lvl6pPr marL="0" marR="0" indent="0">
              <a:lnSpc>
                <a:spcPct val="100000"/>
              </a:lnSpc>
              <a:spcBef>
                <a:spcPts val="300"/>
              </a:spcBef>
              <a:spcAft>
                <a:spcPts val="0"/>
              </a:spcAft>
              <a:defRPr sz="800">
                <a:latin typeface="Calibre Semibold" panose="020B0703030202060203" pitchFamily="34" charset="0"/>
              </a:defRPr>
            </a:lvl6pPr>
            <a:lvl7pPr marL="0" marR="0" indent="0">
              <a:lnSpc>
                <a:spcPct val="100000"/>
              </a:lnSpc>
              <a:spcBef>
                <a:spcPts val="200"/>
              </a:spcBef>
              <a:spcAft>
                <a:spcPts val="0"/>
              </a:spcAft>
              <a:defRPr sz="800">
                <a:latin typeface="Calibre" panose="020B0503030202060203" pitchFamily="34" charset="0"/>
              </a:defRPr>
            </a:lvl7pPr>
            <a:lvl8pPr marL="108000" marR="0" indent="-108000">
              <a:lnSpc>
                <a:spcPct val="100000"/>
              </a:lnSpc>
              <a:spcBef>
                <a:spcPts val="200"/>
              </a:spcBef>
              <a:spcAft>
                <a:spcPts val="0"/>
              </a:spcAft>
              <a:buFont typeface="Calibre" panose="020B0503030202060203" pitchFamily="34" charset="0"/>
              <a:buChar char="–"/>
              <a:defRPr sz="800">
                <a:latin typeface="Calibre" panose="020B0503030202060203" pitchFamily="34" charset="0"/>
              </a:defRPr>
            </a:lvl8pPr>
            <a:lvl9pPr marL="216000" marR="0" indent="-108000">
              <a:lnSpc>
                <a:spcPct val="100000"/>
              </a:lnSpc>
              <a:spcBef>
                <a:spcPts val="200"/>
              </a:spcBef>
              <a:spcAft>
                <a:spcPts val="0"/>
              </a:spcAft>
              <a:buFont typeface="Arial" panose="020B0604020202020204" pitchFamily="34" charset="0"/>
              <a:buChar char="•"/>
              <a:defRPr sz="800">
                <a:latin typeface="Calibre" panose="020B0503030202060203" pitchFamily="34" charset="0"/>
              </a:defRPr>
            </a:lvl9pPr>
          </a:lstStyle>
          <a:p>
            <a:pPr lvl="0"/>
            <a:r>
              <a:rPr lang="en-GB" dirty="0"/>
              <a:t>Notes title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cxnSp>
        <p:nvCxnSpPr>
          <p:cNvPr id="4" name="LoS - Fixed">
            <a:extLst>
              <a:ext uri="{FF2B5EF4-FFF2-40B4-BE49-F238E27FC236}">
                <a16:creationId xmlns:a16="http://schemas.microsoft.com/office/drawing/2014/main" id="{6E49B04A-A0F1-B674-585D-5B7235E449CD}"/>
              </a:ext>
              <a:ext uri="{C183D7F6-B498-43B3-948B-1728B52AA6E4}">
                <adec:decorative xmlns:adec="http://schemas.microsoft.com/office/drawing/2017/decorative" val="1"/>
              </a:ext>
            </a:extLst>
          </p:cNvPr>
          <p:cNvCxnSpPr>
            <a:cxnSpLocks/>
          </p:cNvCxnSpPr>
          <p:nvPr userDrawn="1"/>
        </p:nvCxnSpPr>
        <p:spPr>
          <a:xfrm>
            <a:off x="503238" y="1022541"/>
            <a:ext cx="935037" cy="0"/>
          </a:xfrm>
          <a:prstGeom prst="line">
            <a:avLst/>
          </a:prstGeom>
          <a:ln w="25400">
            <a:solidFill>
              <a:srgbClr val="17E88F"/>
            </a:solidFill>
          </a:ln>
        </p:spPr>
        <p:style>
          <a:lnRef idx="1">
            <a:schemeClr val="accent1"/>
          </a:lnRef>
          <a:fillRef idx="0">
            <a:schemeClr val="accent1"/>
          </a:fillRef>
          <a:effectRef idx="0">
            <a:schemeClr val="accent1"/>
          </a:effectRef>
          <a:fontRef idx="minor">
            <a:schemeClr val="tx1"/>
          </a:fontRef>
        </p:style>
      </p:cxnSp>
      <p:grpSp>
        <p:nvGrpSpPr>
          <p:cNvPr id="3" name="Text Styles Guidance">
            <a:extLst>
              <a:ext uri="{FF2B5EF4-FFF2-40B4-BE49-F238E27FC236}">
                <a16:creationId xmlns:a16="http://schemas.microsoft.com/office/drawing/2014/main" id="{3C78E09F-389F-AE55-EB8F-A9FD339AA749}"/>
              </a:ext>
              <a:ext uri="{C183D7F6-B498-43B3-948B-1728B52AA6E4}">
                <adec:decorative xmlns:adec="http://schemas.microsoft.com/office/drawing/2017/decorative" val="1"/>
              </a:ext>
            </a:extLst>
          </p:cNvPr>
          <p:cNvGrpSpPr>
            <a:grpSpLocks noGrp="1" noUngrp="1" noRot="1" noMove="1" noResize="1"/>
          </p:cNvGrpSpPr>
          <p:nvPr userDrawn="1"/>
        </p:nvGrpSpPr>
        <p:grpSpPr>
          <a:xfrm>
            <a:off x="-2322513" y="452438"/>
            <a:ext cx="1969750" cy="1731874"/>
            <a:chOff x="-2322513" y="1484313"/>
            <a:chExt cx="1969750" cy="1731874"/>
          </a:xfrm>
        </p:grpSpPr>
        <p:grpSp>
          <p:nvGrpSpPr>
            <p:cNvPr id="5" name="Group 4">
              <a:extLst>
                <a:ext uri="{FF2B5EF4-FFF2-40B4-BE49-F238E27FC236}">
                  <a16:creationId xmlns:a16="http://schemas.microsoft.com/office/drawing/2014/main" id="{0A3FB1F4-28F0-5AD9-F801-221319ADB9EA}"/>
                </a:ext>
              </a:extLst>
            </p:cNvPr>
            <p:cNvGrpSpPr>
              <a:grpSpLocks noGrp="1" noUngrp="1" noRot="1" noMove="1" noResize="1"/>
            </p:cNvGrpSpPr>
            <p:nvPr userDrawn="1"/>
          </p:nvGrpSpPr>
          <p:grpSpPr>
            <a:xfrm>
              <a:off x="-2317919" y="1484313"/>
              <a:ext cx="1960563" cy="1231106"/>
              <a:chOff x="-2322513" y="195104"/>
              <a:chExt cx="1960563" cy="1231106"/>
            </a:xfrm>
          </p:grpSpPr>
          <p:sp>
            <p:nvSpPr>
              <p:cNvPr id="13" name="Guidance">
                <a:extLst>
                  <a:ext uri="{FF2B5EF4-FFF2-40B4-BE49-F238E27FC236}">
                    <a16:creationId xmlns:a16="http://schemas.microsoft.com/office/drawing/2014/main" id="{A6CCE7B1-F6F5-3BD0-5414-AFC730A6C5CA}"/>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984885"/>
              </a:xfrm>
              <a:prstGeom prst="rect">
                <a:avLst/>
              </a:prstGeom>
              <a:solidFill>
                <a:srgbClr val="C0D4CB"/>
              </a:solidFill>
            </p:spPr>
            <p:txBody>
              <a:bodyPr wrap="square" lIns="72000" rIns="72000" rtlCol="0">
                <a:noAutofit/>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Each text frame has nine pre-formatted styles defined for you to use. </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To access the styles, use the Increase/Decrease List Level commands found in Home &gt; Paragraph tools:</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800" b="0" i="0" u="none" strike="noStrike" kern="1200" cap="none" spc="0" normalizeH="0" baseline="0" noProof="0" dirty="0">
                  <a:ln>
                    <a:noFill/>
                  </a:ln>
                  <a:solidFill>
                    <a:srgbClr val="012A2D"/>
                  </a:solidFill>
                  <a:effectLst/>
                  <a:uLnTx/>
                  <a:uFillTx/>
                  <a:latin typeface="Calibre"/>
                </a:endParaRPr>
              </a:p>
            </p:txBody>
          </p:sp>
          <p:sp>
            <p:nvSpPr>
              <p:cNvPr id="15" name="Guidance">
                <a:extLst>
                  <a:ext uri="{FF2B5EF4-FFF2-40B4-BE49-F238E27FC236}">
                    <a16:creationId xmlns:a16="http://schemas.microsoft.com/office/drawing/2014/main" id="{08B359DD-D51B-2AF0-0691-3DA3BF940F24}"/>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Text styles</a:t>
                </a:r>
              </a:p>
            </p:txBody>
          </p:sp>
        </p:grpSp>
        <p:grpSp>
          <p:nvGrpSpPr>
            <p:cNvPr id="7" name="Group 6">
              <a:extLst>
                <a:ext uri="{FF2B5EF4-FFF2-40B4-BE49-F238E27FC236}">
                  <a16:creationId xmlns:a16="http://schemas.microsoft.com/office/drawing/2014/main" id="{E14AA6E3-956D-925B-3D24-D924BAA91650}"/>
                </a:ext>
              </a:extLst>
            </p:cNvPr>
            <p:cNvGrpSpPr>
              <a:grpSpLocks noGrp="1" noUngrp="1" noRot="1" noMove="1" noResize="1"/>
            </p:cNvGrpSpPr>
            <p:nvPr userDrawn="1"/>
          </p:nvGrpSpPr>
          <p:grpSpPr>
            <a:xfrm>
              <a:off x="-2322513" y="2655826"/>
              <a:ext cx="1969750" cy="560361"/>
              <a:chOff x="3911096" y="2800206"/>
              <a:chExt cx="4420607" cy="1257587"/>
            </a:xfrm>
          </p:grpSpPr>
          <p:pic>
            <p:nvPicPr>
              <p:cNvPr id="9" name="Picture 8">
                <a:extLst>
                  <a:ext uri="{FF2B5EF4-FFF2-40B4-BE49-F238E27FC236}">
                    <a16:creationId xmlns:a16="http://schemas.microsoft.com/office/drawing/2014/main" id="{6FDFCAC4-39AA-0C0E-774F-CEBF7FFB387E}"/>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3911096" y="2800206"/>
                <a:ext cx="4420607" cy="1257587"/>
              </a:xfrm>
              <a:prstGeom prst="rect">
                <a:avLst/>
              </a:prstGeom>
            </p:spPr>
          </p:pic>
          <p:sp>
            <p:nvSpPr>
              <p:cNvPr id="11" name="Rectangle 10">
                <a:extLst>
                  <a:ext uri="{FF2B5EF4-FFF2-40B4-BE49-F238E27FC236}">
                    <a16:creationId xmlns:a16="http://schemas.microsoft.com/office/drawing/2014/main" id="{4A386D0C-DDC2-C16C-20A3-2C51601D8332}"/>
                  </a:ext>
                </a:extLst>
              </p:cNvPr>
              <p:cNvSpPr>
                <a:spLocks noGrp="1" noRot="1" noMove="1" noResize="1" noEditPoints="1" noAdjustHandles="1" noChangeArrowheads="1" noChangeShapeType="1"/>
              </p:cNvSpPr>
              <p:nvPr/>
            </p:nvSpPr>
            <p:spPr>
              <a:xfrm>
                <a:off x="5074444" y="2959894"/>
                <a:ext cx="669131" cy="285750"/>
              </a:xfrm>
              <a:prstGeom prst="rect">
                <a:avLst/>
              </a:prstGeom>
              <a:noFill/>
              <a:ln w="6350" cap="flat" cmpd="sng" algn="ctr">
                <a:solidFill>
                  <a:srgbClr val="FF0000"/>
                </a:solidFill>
                <a:prstDash val="solid"/>
                <a:miter lim="800000"/>
              </a:ln>
              <a:effectLst/>
            </p:spPr>
            <p:txBody>
              <a:bodyPr rtlCol="0" anchor="ctr">
                <a:noAutofit/>
              </a:bodyPr>
              <a:lstStyle/>
              <a:p>
                <a:pPr marL="0" marR="0" lvl="0" indent="0" algn="ctr"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1200" b="0" i="0" u="none" strike="noStrike" kern="1200" cap="none" spc="0" normalizeH="0" baseline="0" noProof="0" dirty="0">
                  <a:ln>
                    <a:noFill/>
                  </a:ln>
                  <a:solidFill>
                    <a:srgbClr val="FFFFFF"/>
                  </a:solidFill>
                  <a:effectLst/>
                  <a:uLnTx/>
                  <a:uFillTx/>
                  <a:latin typeface="Calibre"/>
                  <a:ea typeface="+mn-ea"/>
                  <a:cs typeface="+mn-cs"/>
                </a:endParaRPr>
              </a:p>
            </p:txBody>
          </p:sp>
        </p:grpSp>
      </p:grpSp>
    </p:spTree>
    <p:extLst>
      <p:ext uri="{BB962C8B-B14F-4D97-AF65-F5344CB8AC3E}">
        <p14:creationId xmlns:p14="http://schemas.microsoft.com/office/powerpoint/2010/main" val="9509420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slide: Horizontal dark">
    <p:bg>
      <p:bgRef idx="1001">
        <a:schemeClr val="bg1"/>
      </p:bgRef>
    </p:bg>
    <p:spTree>
      <p:nvGrpSpPr>
        <p:cNvPr id="1" name=""/>
        <p:cNvGrpSpPr/>
        <p:nvPr/>
      </p:nvGrpSpPr>
      <p:grpSpPr>
        <a:xfrm>
          <a:off x="0" y="0"/>
          <a:ext cx="0" cy="0"/>
          <a:chOff x="0" y="0"/>
          <a:chExt cx="0" cy="0"/>
        </a:xfrm>
      </p:grpSpPr>
      <p:sp>
        <p:nvSpPr>
          <p:cNvPr id="16" name="White Color Block BG">
            <a:extLst>
              <a:ext uri="{FF2B5EF4-FFF2-40B4-BE49-F238E27FC236}">
                <a16:creationId xmlns:a16="http://schemas.microsoft.com/office/drawing/2014/main" id="{874BF273-48B2-75DF-75D4-B8FF67C3C6FE}"/>
              </a:ext>
              <a:ext uri="{C183D7F6-B498-43B3-948B-1728B52AA6E4}">
                <adec:decorative xmlns:adec="http://schemas.microsoft.com/office/drawing/2017/decorative" val="1"/>
              </a:ext>
            </a:extLst>
          </p:cNvPr>
          <p:cNvSpPr/>
          <p:nvPr userDrawn="1"/>
        </p:nvSpPr>
        <p:spPr>
          <a:xfrm>
            <a:off x="0" y="0"/>
            <a:ext cx="12192000" cy="2852737"/>
          </a:xfrm>
          <a:prstGeom prst="rect">
            <a:avLst/>
          </a:prstGeom>
          <a:solidFill>
            <a:srgbClr val="FFFFFF"/>
          </a:solidFill>
        </p:spPr>
        <p:txBody>
          <a:bodyPr wrap="square" lIns="72000" tIns="46800" rIns="72000" bIns="46800" rtlCol="0" anchor="ctr" anchorCtr="1">
            <a:noAutofit/>
          </a:bodyPr>
          <a:lstStyle/>
          <a:p>
            <a:pPr algn="ctr"/>
            <a:endParaRPr lang="en-GB" dirty="0">
              <a:solidFill>
                <a:schemeClr val="bg1"/>
              </a:solidFill>
            </a:endParaRPr>
          </a:p>
        </p:txBody>
      </p:sp>
      <p:sp>
        <p:nvSpPr>
          <p:cNvPr id="6" name="Navigation Header Placeholder">
            <a:extLst>
              <a:ext uri="{FF2B5EF4-FFF2-40B4-BE49-F238E27FC236}">
                <a16:creationId xmlns:a16="http://schemas.microsoft.com/office/drawing/2014/main" id="{682DE23F-D9AC-4E0E-B3B4-53687A5F35C9}"/>
              </a:ext>
              <a:ext uri="{C183D7F6-B498-43B3-948B-1728B52AA6E4}">
                <adec:decorative xmlns:adec="http://schemas.microsoft.com/office/drawing/2017/decorative" val="1"/>
              </a:ext>
            </a:extLst>
          </p:cNvPr>
          <p:cNvSpPr>
            <a:spLocks noGrp="1"/>
          </p:cNvSpPr>
          <p:nvPr>
            <p:ph type="body" sz="quarter" idx="10" hasCustomPrompt="1"/>
          </p:nvPr>
        </p:nvSpPr>
        <p:spPr>
          <a:xfrm>
            <a:off x="1536700" y="957804"/>
            <a:ext cx="1938528" cy="182880"/>
          </a:xfrm>
        </p:spPr>
        <p:txBody>
          <a:bodyPr anchor="t" anchorCtr="0"/>
          <a:lstStyle>
            <a:lvl1pPr marL="0" indent="0" algn="l">
              <a:lnSpc>
                <a:spcPct val="90000"/>
              </a:lnSpc>
              <a:spcBef>
                <a:spcPts val="0"/>
              </a:spcBef>
              <a:spcAft>
                <a:spcPts val="0"/>
              </a:spcAft>
              <a:buFont typeface="Arial" panose="020B0604020202020204" pitchFamily="34" charset="0"/>
              <a:buNone/>
              <a:defRPr lang="en-US" sz="1050" cap="all" baseline="0" dirty="0" smtClean="0">
                <a:solidFill>
                  <a:schemeClr val="bg1"/>
                </a:solidFill>
                <a:latin typeface="Calibre Medium" panose="020B0603030202060203" pitchFamily="34" charset="0"/>
              </a:defRPr>
            </a:lvl1pPr>
            <a:lvl2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2pPr>
            <a:lvl3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3pPr>
            <a:lvl4pPr marL="0" indent="0" algn="l">
              <a:lnSpc>
                <a:spcPct val="90000"/>
              </a:lnSpc>
              <a:spcBef>
                <a:spcPts val="0"/>
              </a:spcBef>
              <a:spcAft>
                <a:spcPts val="0"/>
              </a:spcAft>
              <a:buFont typeface="Calibre" panose="020B0503030202060203" pitchFamily="34" charset="0"/>
              <a:buNone/>
              <a:defRPr lang="en-US" sz="1050" cap="all" baseline="0" dirty="0" smtClean="0">
                <a:latin typeface="Calibre Medium" panose="020B0603030202060203" pitchFamily="34" charset="0"/>
              </a:defRPr>
            </a:lvl4pPr>
            <a:lvl5pPr marL="0" indent="0" algn="l">
              <a:lnSpc>
                <a:spcPct val="90000"/>
              </a:lnSpc>
              <a:spcBef>
                <a:spcPts val="0"/>
              </a:spcBef>
              <a:spcAft>
                <a:spcPts val="0"/>
              </a:spcAft>
              <a:buFont typeface="Calibre" panose="020B0503030202060203" pitchFamily="34" charset="0"/>
              <a:buNone/>
              <a:defRPr lang="en-US" sz="1050" cap="all" baseline="0" dirty="0" smtClean="0">
                <a:latin typeface="Calibre Medium" panose="020B0603030202060203" pitchFamily="34" charset="0"/>
              </a:defRPr>
            </a:lvl5pPr>
            <a:lvl6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6pPr>
            <a:lvl7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7pPr>
            <a:lvl8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8pPr>
            <a:lvl9pPr marL="0" indent="0" algn="l">
              <a:lnSpc>
                <a:spcPct val="90000"/>
              </a:lnSpc>
              <a:spcBef>
                <a:spcPts val="0"/>
              </a:spcBef>
              <a:spcAft>
                <a:spcPts val="0"/>
              </a:spcAft>
              <a:buFont typeface="Calibre" panose="020B0503030202060203" pitchFamily="34" charset="0"/>
              <a:buNone/>
              <a:defRPr lang="en-US" sz="1050" cap="all" baseline="0" dirty="0">
                <a:latin typeface="Calibre Medium" panose="020B0603030202060203" pitchFamily="34" charset="0"/>
              </a:defRPr>
            </a:lvl9pPr>
          </a:lstStyle>
          <a:p>
            <a:pPr lvl="0"/>
            <a:r>
              <a:rPr lang="en-GB" dirty="0"/>
              <a:t>Navigation Header</a:t>
            </a:r>
          </a:p>
        </p:txBody>
      </p:sp>
      <p:sp>
        <p:nvSpPr>
          <p:cNvPr id="2" name="Title Placeholder">
            <a:extLst>
              <a:ext uri="{FF2B5EF4-FFF2-40B4-BE49-F238E27FC236}">
                <a16:creationId xmlns:a16="http://schemas.microsoft.com/office/drawing/2014/main" id="{944047B7-C3F4-44CE-8AF6-813AA0A42774}"/>
              </a:ext>
            </a:extLst>
          </p:cNvPr>
          <p:cNvSpPr>
            <a:spLocks noGrp="1"/>
          </p:cNvSpPr>
          <p:nvPr>
            <p:ph type="title" hasCustomPrompt="1"/>
          </p:nvPr>
        </p:nvSpPr>
        <p:spPr>
          <a:xfrm>
            <a:off x="511176" y="1601789"/>
            <a:ext cx="2971800" cy="1149494"/>
          </a:xfrm>
        </p:spPr>
        <p:txBody>
          <a:bodyPr/>
          <a:lstStyle>
            <a:lvl1pPr>
              <a:defRPr>
                <a:solidFill>
                  <a:schemeClr val="bg1"/>
                </a:solidFill>
              </a:defRPr>
            </a:lvl1pPr>
          </a:lstStyle>
          <a:p>
            <a:r>
              <a:rPr lang="en-GB" dirty="0"/>
              <a:t>Click to add title</a:t>
            </a:r>
          </a:p>
        </p:txBody>
      </p:sp>
      <p:sp>
        <p:nvSpPr>
          <p:cNvPr id="8" name="Subheading Placeholder 1">
            <a:extLst>
              <a:ext uri="{FF2B5EF4-FFF2-40B4-BE49-F238E27FC236}">
                <a16:creationId xmlns:a16="http://schemas.microsoft.com/office/drawing/2014/main" id="{0AB1EEEC-0D13-0BD5-86C1-FEA968AFEE5B}"/>
              </a:ext>
            </a:extLst>
          </p:cNvPr>
          <p:cNvSpPr>
            <a:spLocks noGrp="1"/>
          </p:cNvSpPr>
          <p:nvPr>
            <p:ph type="body" sz="quarter" idx="11" hasCustomPrompt="1"/>
          </p:nvPr>
        </p:nvSpPr>
        <p:spPr>
          <a:xfrm>
            <a:off x="4094162" y="1600009"/>
            <a:ext cx="3487738" cy="1151129"/>
          </a:xfrm>
        </p:spPr>
        <p:txBody>
          <a:bodyPr/>
          <a:lstStyle>
            <a:lvl1pPr algn="l">
              <a:lnSpc>
                <a:spcPct val="90000"/>
              </a:lnSpc>
              <a:spcBef>
                <a:spcPts val="600"/>
              </a:spcBef>
              <a:spcAft>
                <a:spcPts val="0"/>
              </a:spcAft>
              <a:defRPr sz="1600">
                <a:solidFill>
                  <a:schemeClr val="bg1"/>
                </a:solidFill>
                <a:latin typeface="Calibre Semibold" panose="020B0703030202060203" pitchFamily="34" charset="0"/>
              </a:defRPr>
            </a:lvl1pPr>
            <a:lvl2pPr algn="l">
              <a:lnSpc>
                <a:spcPct val="100000"/>
              </a:lnSpc>
              <a:spcBef>
                <a:spcPts val="300"/>
              </a:spcBef>
              <a:spcAft>
                <a:spcPts val="300"/>
              </a:spcAft>
              <a:defRPr sz="1200">
                <a:solidFill>
                  <a:schemeClr val="bg1"/>
                </a:solidFill>
                <a:latin typeface="+mn-lt"/>
              </a:defRPr>
            </a:lvl2pPr>
            <a:lvl3pPr marL="180000" indent="-180000" algn="l">
              <a:buFont typeface="Calibre" panose="020B0503030202060203" pitchFamily="34" charset="0"/>
              <a:buChar char="–"/>
              <a:defRPr>
                <a:solidFill>
                  <a:schemeClr val="bg1"/>
                </a:solidFill>
              </a:defRPr>
            </a:lvl3pPr>
            <a:lvl4pPr marL="365760" indent="-182880" algn="l">
              <a:buFont typeface="Arial" panose="020B0604020202020204" pitchFamily="34" charset="0"/>
              <a:buChar char="•"/>
              <a:defRPr>
                <a:solidFill>
                  <a:schemeClr val="bg1"/>
                </a:solidFill>
              </a:defRPr>
            </a:lvl4pPr>
            <a:lvl5pPr marL="0" indent="0" algn="l">
              <a:lnSpc>
                <a:spcPct val="100000"/>
              </a:lnSpc>
              <a:spcBef>
                <a:spcPts val="600"/>
              </a:spcBef>
              <a:spcAft>
                <a:spcPts val="0"/>
              </a:spcAft>
              <a:buNone/>
              <a:defRPr sz="1200">
                <a:solidFill>
                  <a:schemeClr val="bg1"/>
                </a:solidFill>
                <a:latin typeface="Calibre Semibold" panose="020B0703030202060203" pitchFamily="34" charset="0"/>
              </a:defRPr>
            </a:lvl5pPr>
            <a:lvl6pPr algn="l">
              <a:defRPr sz="1050">
                <a:solidFill>
                  <a:schemeClr val="bg1"/>
                </a:solidFill>
              </a:defRPr>
            </a:lvl6pPr>
            <a:lvl7pPr algn="l">
              <a:spcBef>
                <a:spcPts val="300"/>
              </a:spcBef>
              <a:spcAft>
                <a:spcPts val="300"/>
              </a:spcAft>
              <a:defRPr>
                <a:solidFill>
                  <a:schemeClr val="bg1"/>
                </a:solidFill>
                <a:latin typeface="+mn-lt"/>
              </a:defRPr>
            </a:lvl7pPr>
            <a:lvl8pPr marL="180000" indent="-180000" algn="l">
              <a:spcBef>
                <a:spcPts val="200"/>
              </a:spcBef>
              <a:spcAft>
                <a:spcPts val="200"/>
              </a:spcAft>
              <a:buFont typeface="Calibre" panose="020B0503030202060203" pitchFamily="34" charset="0"/>
              <a:buChar char="–"/>
              <a:defRPr>
                <a:solidFill>
                  <a:schemeClr val="bg1"/>
                </a:solidFill>
              </a:defRPr>
            </a:lvl8pPr>
            <a:lvl9pPr marL="365760" indent="-182880" algn="l">
              <a:buFont typeface="Arial" panose="020B0604020202020204" pitchFamily="34" charset="0"/>
              <a:buChar char="•"/>
              <a:defRPr>
                <a:solidFill>
                  <a:schemeClr val="bg1"/>
                </a:solidFill>
              </a:defRPr>
            </a:lvl9pPr>
          </a:lstStyle>
          <a:p>
            <a:pPr lvl="0"/>
            <a:r>
              <a:rPr lang="en-GB" dirty="0"/>
              <a:t>Subheading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sp>
        <p:nvSpPr>
          <p:cNvPr id="12" name="Subheading Placeholder 2">
            <a:extLst>
              <a:ext uri="{FF2B5EF4-FFF2-40B4-BE49-F238E27FC236}">
                <a16:creationId xmlns:a16="http://schemas.microsoft.com/office/drawing/2014/main" id="{7686CD6E-3238-BA56-8AEE-517E1259F967}"/>
              </a:ext>
            </a:extLst>
          </p:cNvPr>
          <p:cNvSpPr>
            <a:spLocks noGrp="1"/>
          </p:cNvSpPr>
          <p:nvPr>
            <p:ph type="body" sz="quarter" idx="13" hasCustomPrompt="1"/>
          </p:nvPr>
        </p:nvSpPr>
        <p:spPr>
          <a:xfrm>
            <a:off x="8194675" y="1600009"/>
            <a:ext cx="3487738" cy="1151129"/>
          </a:xfrm>
        </p:spPr>
        <p:txBody>
          <a:bodyPr/>
          <a:lstStyle>
            <a:lvl1pPr algn="l">
              <a:lnSpc>
                <a:spcPct val="90000"/>
              </a:lnSpc>
              <a:spcBef>
                <a:spcPts val="600"/>
              </a:spcBef>
              <a:spcAft>
                <a:spcPts val="0"/>
              </a:spcAft>
              <a:defRPr sz="1600">
                <a:solidFill>
                  <a:schemeClr val="bg1"/>
                </a:solidFill>
                <a:latin typeface="Calibre Semibold" panose="020B0703030202060203" pitchFamily="34" charset="0"/>
              </a:defRPr>
            </a:lvl1pPr>
            <a:lvl2pPr algn="l">
              <a:lnSpc>
                <a:spcPct val="100000"/>
              </a:lnSpc>
              <a:spcBef>
                <a:spcPts val="300"/>
              </a:spcBef>
              <a:spcAft>
                <a:spcPts val="300"/>
              </a:spcAft>
              <a:defRPr sz="1200">
                <a:solidFill>
                  <a:schemeClr val="bg1"/>
                </a:solidFill>
                <a:latin typeface="+mn-lt"/>
              </a:defRPr>
            </a:lvl2pPr>
            <a:lvl3pPr marL="180000" indent="-180000" algn="l">
              <a:buFont typeface="Calibre" panose="020B0503030202060203" pitchFamily="34" charset="0"/>
              <a:buChar char="–"/>
              <a:defRPr>
                <a:solidFill>
                  <a:schemeClr val="bg1"/>
                </a:solidFill>
              </a:defRPr>
            </a:lvl3pPr>
            <a:lvl4pPr marL="365760" indent="-182880" algn="l">
              <a:buFont typeface="Arial" panose="020B0604020202020204" pitchFamily="34" charset="0"/>
              <a:buChar char="•"/>
              <a:defRPr>
                <a:solidFill>
                  <a:schemeClr val="bg1"/>
                </a:solidFill>
              </a:defRPr>
            </a:lvl4pPr>
            <a:lvl5pPr marL="0" indent="0" algn="l">
              <a:lnSpc>
                <a:spcPct val="100000"/>
              </a:lnSpc>
              <a:spcBef>
                <a:spcPts val="600"/>
              </a:spcBef>
              <a:spcAft>
                <a:spcPts val="0"/>
              </a:spcAft>
              <a:buNone/>
              <a:defRPr sz="1200">
                <a:solidFill>
                  <a:schemeClr val="bg1"/>
                </a:solidFill>
                <a:latin typeface="Calibre Semibold" panose="020B0703030202060203" pitchFamily="34" charset="0"/>
              </a:defRPr>
            </a:lvl5pPr>
            <a:lvl6pPr algn="l">
              <a:defRPr sz="1050">
                <a:solidFill>
                  <a:schemeClr val="bg1"/>
                </a:solidFill>
              </a:defRPr>
            </a:lvl6pPr>
            <a:lvl7pPr algn="l">
              <a:spcBef>
                <a:spcPts val="300"/>
              </a:spcBef>
              <a:spcAft>
                <a:spcPts val="300"/>
              </a:spcAft>
              <a:defRPr>
                <a:solidFill>
                  <a:schemeClr val="bg1"/>
                </a:solidFill>
                <a:latin typeface="+mn-lt"/>
              </a:defRPr>
            </a:lvl7pPr>
            <a:lvl8pPr marL="180000" indent="-180000" algn="l">
              <a:spcBef>
                <a:spcPts val="200"/>
              </a:spcBef>
              <a:spcAft>
                <a:spcPts val="200"/>
              </a:spcAft>
              <a:buFont typeface="Calibre" panose="020B0503030202060203" pitchFamily="34" charset="0"/>
              <a:buChar char="–"/>
              <a:defRPr>
                <a:solidFill>
                  <a:schemeClr val="bg1"/>
                </a:solidFill>
              </a:defRPr>
            </a:lvl8pPr>
            <a:lvl9pPr marL="365760" indent="-182880" algn="l">
              <a:buFont typeface="Arial" panose="020B0604020202020204" pitchFamily="34" charset="0"/>
              <a:buChar char="•"/>
              <a:defRPr>
                <a:solidFill>
                  <a:schemeClr val="bg1"/>
                </a:solidFill>
              </a:defRPr>
            </a:lvl9pPr>
          </a:lstStyle>
          <a:p>
            <a:pPr lvl="0"/>
            <a:r>
              <a:rPr lang="en-GB" dirty="0"/>
              <a:t>Subheading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sp>
        <p:nvSpPr>
          <p:cNvPr id="24" name="Side Bar Placeholder">
            <a:extLst>
              <a:ext uri="{FF2B5EF4-FFF2-40B4-BE49-F238E27FC236}">
                <a16:creationId xmlns:a16="http://schemas.microsoft.com/office/drawing/2014/main" id="{8E67CAD3-E8E8-212B-DC1F-3141F74C9B5C}"/>
              </a:ext>
            </a:extLst>
          </p:cNvPr>
          <p:cNvSpPr>
            <a:spLocks noGrp="1"/>
          </p:cNvSpPr>
          <p:nvPr>
            <p:ph type="body" sz="quarter" idx="19" hasCustomPrompt="1"/>
          </p:nvPr>
        </p:nvSpPr>
        <p:spPr>
          <a:xfrm>
            <a:off x="511176" y="3478213"/>
            <a:ext cx="2468880" cy="1764792"/>
          </a:xfrm>
        </p:spPr>
        <p:txBody>
          <a:bodyPr/>
          <a:lstStyle>
            <a:lvl1pPr marL="0" marR="0" indent="0">
              <a:lnSpc>
                <a:spcPct val="90000"/>
              </a:lnSpc>
              <a:spcBef>
                <a:spcPts val="600"/>
              </a:spcBef>
              <a:spcAft>
                <a:spcPts val="0"/>
              </a:spcAft>
              <a:defRPr sz="1200">
                <a:latin typeface="Calibre Semibold" panose="020B0703030202060203" pitchFamily="34" charset="0"/>
              </a:defRPr>
            </a:lvl1pPr>
            <a:lvl2pPr marL="0" marR="0" indent="0">
              <a:lnSpc>
                <a:spcPct val="100000"/>
              </a:lnSpc>
              <a:spcBef>
                <a:spcPts val="300"/>
              </a:spcBef>
              <a:spcAft>
                <a:spcPts val="300"/>
              </a:spcAft>
              <a:defRPr sz="1050">
                <a:latin typeface="Calibre" panose="020B0503030202060203" pitchFamily="34" charset="0"/>
              </a:defRPr>
            </a:lvl2pPr>
            <a:lvl3pPr marL="108000" marR="0" indent="-108000">
              <a:lnSpc>
                <a:spcPct val="100000"/>
              </a:lnSpc>
              <a:spcBef>
                <a:spcPts val="300"/>
              </a:spcBef>
              <a:spcAft>
                <a:spcPts val="300"/>
              </a:spcAft>
              <a:buFont typeface="Calibre" panose="020B0503030202060203" pitchFamily="34" charset="0"/>
              <a:buChar char="–"/>
              <a:defRPr sz="1050">
                <a:latin typeface="Calibre" panose="020B0503030202060203" pitchFamily="34" charset="0"/>
              </a:defRPr>
            </a:lvl3pPr>
            <a:lvl4pPr marL="216000" marR="0" indent="-108000">
              <a:lnSpc>
                <a:spcPct val="100000"/>
              </a:lnSpc>
              <a:spcBef>
                <a:spcPts val="300"/>
              </a:spcBef>
              <a:spcAft>
                <a:spcPts val="300"/>
              </a:spcAft>
              <a:buFont typeface="Arial" panose="020B0604020202020204" pitchFamily="34" charset="0"/>
              <a:buChar char="•"/>
              <a:defRPr sz="1050">
                <a:latin typeface="Calibre" panose="020B0503030202060203" pitchFamily="34" charset="0"/>
              </a:defRPr>
            </a:lvl4pPr>
            <a:lvl5pPr marL="0" marR="0" indent="0">
              <a:lnSpc>
                <a:spcPct val="90000"/>
              </a:lnSpc>
              <a:spcBef>
                <a:spcPts val="600"/>
              </a:spcBef>
              <a:spcAft>
                <a:spcPts val="300"/>
              </a:spcAft>
              <a:buNone/>
              <a:defRPr sz="1800">
                <a:latin typeface="Calibre Light" panose="020B0303030202060203" pitchFamily="34" charset="0"/>
              </a:defRPr>
            </a:lvl5pPr>
            <a:lvl6pPr marL="0" marR="0" indent="0">
              <a:lnSpc>
                <a:spcPct val="100000"/>
              </a:lnSpc>
              <a:spcBef>
                <a:spcPts val="600"/>
              </a:spcBef>
              <a:spcAft>
                <a:spcPts val="0"/>
              </a:spcAft>
              <a:defRPr sz="1050">
                <a:latin typeface="Calibre Semibold" panose="020B0703030202060203" pitchFamily="34" charset="0"/>
              </a:defRPr>
            </a:lvl6pPr>
            <a:lvl7pPr marL="0" marR="0" indent="0">
              <a:lnSpc>
                <a:spcPct val="100000"/>
              </a:lnSpc>
              <a:spcBef>
                <a:spcPts val="600"/>
              </a:spcBef>
              <a:spcAft>
                <a:spcPts val="0"/>
              </a:spcAft>
              <a:defRPr sz="900">
                <a:latin typeface="Calibre Semibold" panose="020B0703030202060203" pitchFamily="34" charset="0"/>
              </a:defRPr>
            </a:lvl7pPr>
            <a:lvl8pPr marL="0" marR="0" indent="0">
              <a:lnSpc>
                <a:spcPct val="100000"/>
              </a:lnSpc>
              <a:spcBef>
                <a:spcPts val="300"/>
              </a:spcBef>
              <a:spcAft>
                <a:spcPts val="300"/>
              </a:spcAft>
              <a:defRPr sz="900">
                <a:latin typeface="Calibre" panose="020B0503030202060203" pitchFamily="34" charset="0"/>
              </a:defRPr>
            </a:lvl8pPr>
            <a:lvl9pPr marL="108000" marR="0" indent="-108000">
              <a:lnSpc>
                <a:spcPct val="100000"/>
              </a:lnSpc>
              <a:spcBef>
                <a:spcPts val="200"/>
              </a:spcBef>
              <a:spcAft>
                <a:spcPts val="200"/>
              </a:spcAft>
              <a:defRPr sz="900">
                <a:latin typeface="Calibre" panose="020B0503030202060203" pitchFamily="34" charset="0"/>
              </a:defRPr>
            </a:lvl9pPr>
          </a:lstStyle>
          <a:p>
            <a:pPr lvl="0"/>
            <a:r>
              <a:rPr lang="en-GB" dirty="0"/>
              <a:t>Side bar heading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sp>
        <p:nvSpPr>
          <p:cNvPr id="26" name="Notes Placeholder">
            <a:extLst>
              <a:ext uri="{FF2B5EF4-FFF2-40B4-BE49-F238E27FC236}">
                <a16:creationId xmlns:a16="http://schemas.microsoft.com/office/drawing/2014/main" id="{D05D0514-BFAE-8114-C2E5-E47E60921DC8}"/>
              </a:ext>
            </a:extLst>
          </p:cNvPr>
          <p:cNvSpPr>
            <a:spLocks noGrp="1"/>
          </p:cNvSpPr>
          <p:nvPr>
            <p:ph type="body" sz="quarter" idx="20" hasCustomPrompt="1"/>
          </p:nvPr>
        </p:nvSpPr>
        <p:spPr>
          <a:xfrm>
            <a:off x="511176" y="5357813"/>
            <a:ext cx="2468880" cy="1051560"/>
          </a:xfrm>
        </p:spPr>
        <p:txBody>
          <a:bodyPr anchor="b" anchorCtr="0"/>
          <a:lstStyle>
            <a:lvl1pPr marL="0" marR="0" indent="0">
              <a:lnSpc>
                <a:spcPct val="100000"/>
              </a:lnSpc>
              <a:spcBef>
                <a:spcPts val="300"/>
              </a:spcBef>
              <a:spcAft>
                <a:spcPts val="0"/>
              </a:spcAft>
              <a:defRPr sz="900">
                <a:latin typeface="Calibre Semibold" panose="020B0703030202060203" pitchFamily="34" charset="0"/>
              </a:defRPr>
            </a:lvl1pPr>
            <a:lvl2pPr marL="0" marR="0" indent="0">
              <a:lnSpc>
                <a:spcPct val="100000"/>
              </a:lnSpc>
              <a:spcBef>
                <a:spcPts val="300"/>
              </a:spcBef>
              <a:spcAft>
                <a:spcPts val="0"/>
              </a:spcAft>
              <a:defRPr sz="900">
                <a:latin typeface="Calibre" panose="020B0503030202060203" pitchFamily="34" charset="0"/>
              </a:defRPr>
            </a:lvl2pPr>
            <a:lvl3pPr marL="108000" marR="0" indent="-108000">
              <a:lnSpc>
                <a:spcPct val="100000"/>
              </a:lnSpc>
              <a:spcBef>
                <a:spcPts val="200"/>
              </a:spcBef>
              <a:spcAft>
                <a:spcPts val="0"/>
              </a:spcAft>
              <a:buFont typeface="Calibre" panose="020B0503030202060203" pitchFamily="34" charset="0"/>
              <a:buChar char="–"/>
              <a:defRPr sz="900">
                <a:latin typeface="Calibre" panose="020B0503030202060203" pitchFamily="34" charset="0"/>
              </a:defRPr>
            </a:lvl3pPr>
            <a:lvl4pPr marL="216000" marR="0" indent="-108000">
              <a:lnSpc>
                <a:spcPct val="100000"/>
              </a:lnSpc>
              <a:spcBef>
                <a:spcPts val="200"/>
              </a:spcBef>
              <a:spcAft>
                <a:spcPts val="0"/>
              </a:spcAft>
              <a:buFont typeface="Arial" panose="020B0604020202020204" pitchFamily="34" charset="0"/>
              <a:buChar char="•"/>
              <a:defRPr sz="900">
                <a:latin typeface="Calibre" panose="020B0503030202060203" pitchFamily="34" charset="0"/>
              </a:defRPr>
            </a:lvl4pPr>
            <a:lvl5pPr marL="0" marR="0" indent="0">
              <a:lnSpc>
                <a:spcPct val="100000"/>
              </a:lnSpc>
              <a:spcBef>
                <a:spcPts val="300"/>
              </a:spcBef>
              <a:spcAft>
                <a:spcPts val="0"/>
              </a:spcAft>
              <a:buNone/>
              <a:defRPr sz="900">
                <a:latin typeface="Calibre Semibold" panose="020B0703030202060203" pitchFamily="34" charset="0"/>
              </a:defRPr>
            </a:lvl5pPr>
            <a:lvl6pPr marL="0" marR="0" indent="0">
              <a:lnSpc>
                <a:spcPct val="100000"/>
              </a:lnSpc>
              <a:spcBef>
                <a:spcPts val="300"/>
              </a:spcBef>
              <a:spcAft>
                <a:spcPts val="0"/>
              </a:spcAft>
              <a:defRPr sz="800">
                <a:latin typeface="Calibre Semibold" panose="020B0703030202060203" pitchFamily="34" charset="0"/>
              </a:defRPr>
            </a:lvl6pPr>
            <a:lvl7pPr marL="0" marR="0" indent="0">
              <a:lnSpc>
                <a:spcPct val="100000"/>
              </a:lnSpc>
              <a:spcBef>
                <a:spcPts val="200"/>
              </a:spcBef>
              <a:spcAft>
                <a:spcPts val="0"/>
              </a:spcAft>
              <a:defRPr sz="800">
                <a:latin typeface="Calibre" panose="020B0503030202060203" pitchFamily="34" charset="0"/>
              </a:defRPr>
            </a:lvl7pPr>
            <a:lvl8pPr marL="108000" marR="0" indent="-108000">
              <a:lnSpc>
                <a:spcPct val="100000"/>
              </a:lnSpc>
              <a:spcBef>
                <a:spcPts val="200"/>
              </a:spcBef>
              <a:spcAft>
                <a:spcPts val="0"/>
              </a:spcAft>
              <a:buFont typeface="Calibre" panose="020B0503030202060203" pitchFamily="34" charset="0"/>
              <a:buChar char="–"/>
              <a:defRPr sz="800">
                <a:latin typeface="Calibre" panose="020B0503030202060203" pitchFamily="34" charset="0"/>
              </a:defRPr>
            </a:lvl8pPr>
            <a:lvl9pPr marL="216000" marR="0" indent="-108000">
              <a:lnSpc>
                <a:spcPct val="100000"/>
              </a:lnSpc>
              <a:spcBef>
                <a:spcPts val="200"/>
              </a:spcBef>
              <a:spcAft>
                <a:spcPts val="0"/>
              </a:spcAft>
              <a:buFont typeface="Arial" panose="020B0604020202020204" pitchFamily="34" charset="0"/>
              <a:buChar char="•"/>
              <a:defRPr sz="800">
                <a:latin typeface="Calibre" panose="020B0503030202060203" pitchFamily="34" charset="0"/>
              </a:defRPr>
            </a:lvl9pPr>
          </a:lstStyle>
          <a:p>
            <a:pPr lvl="0"/>
            <a:r>
              <a:rPr lang="en-GB" dirty="0"/>
              <a:t>Notes title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cxnSp>
        <p:nvCxnSpPr>
          <p:cNvPr id="4" name="LoS - Fixed">
            <a:extLst>
              <a:ext uri="{FF2B5EF4-FFF2-40B4-BE49-F238E27FC236}">
                <a16:creationId xmlns:a16="http://schemas.microsoft.com/office/drawing/2014/main" id="{6E49B04A-A0F1-B674-585D-5B7235E449CD}"/>
              </a:ext>
              <a:ext uri="{C183D7F6-B498-43B3-948B-1728B52AA6E4}">
                <adec:decorative xmlns:adec="http://schemas.microsoft.com/office/drawing/2017/decorative" val="1"/>
              </a:ext>
            </a:extLst>
          </p:cNvPr>
          <p:cNvCxnSpPr>
            <a:cxnSpLocks/>
          </p:cNvCxnSpPr>
          <p:nvPr userDrawn="1"/>
        </p:nvCxnSpPr>
        <p:spPr>
          <a:xfrm>
            <a:off x="503238" y="1022541"/>
            <a:ext cx="935037" cy="0"/>
          </a:xfrm>
          <a:prstGeom prst="line">
            <a:avLst/>
          </a:prstGeom>
          <a:ln w="25400">
            <a:solidFill>
              <a:srgbClr val="17E88F"/>
            </a:solidFill>
          </a:ln>
        </p:spPr>
        <p:style>
          <a:lnRef idx="1">
            <a:schemeClr val="accent1"/>
          </a:lnRef>
          <a:fillRef idx="0">
            <a:schemeClr val="accent1"/>
          </a:fillRef>
          <a:effectRef idx="0">
            <a:schemeClr val="accent1"/>
          </a:effectRef>
          <a:fontRef idx="minor">
            <a:schemeClr val="tx1"/>
          </a:fontRef>
        </p:style>
      </p:cxnSp>
      <p:grpSp>
        <p:nvGrpSpPr>
          <p:cNvPr id="3" name="Text Styles Guidance">
            <a:extLst>
              <a:ext uri="{FF2B5EF4-FFF2-40B4-BE49-F238E27FC236}">
                <a16:creationId xmlns:a16="http://schemas.microsoft.com/office/drawing/2014/main" id="{3C78E09F-389F-AE55-EB8F-A9FD339AA749}"/>
              </a:ext>
              <a:ext uri="{C183D7F6-B498-43B3-948B-1728B52AA6E4}">
                <adec:decorative xmlns:adec="http://schemas.microsoft.com/office/drawing/2017/decorative" val="1"/>
              </a:ext>
            </a:extLst>
          </p:cNvPr>
          <p:cNvGrpSpPr>
            <a:grpSpLocks noGrp="1" noUngrp="1" noRot="1" noMove="1" noResize="1"/>
          </p:cNvGrpSpPr>
          <p:nvPr userDrawn="1"/>
        </p:nvGrpSpPr>
        <p:grpSpPr>
          <a:xfrm>
            <a:off x="-2322513" y="452438"/>
            <a:ext cx="1969750" cy="1731874"/>
            <a:chOff x="-2322513" y="1484313"/>
            <a:chExt cx="1969750" cy="1731874"/>
          </a:xfrm>
        </p:grpSpPr>
        <p:grpSp>
          <p:nvGrpSpPr>
            <p:cNvPr id="5" name="Group 4">
              <a:extLst>
                <a:ext uri="{FF2B5EF4-FFF2-40B4-BE49-F238E27FC236}">
                  <a16:creationId xmlns:a16="http://schemas.microsoft.com/office/drawing/2014/main" id="{0A3FB1F4-28F0-5AD9-F801-221319ADB9EA}"/>
                </a:ext>
              </a:extLst>
            </p:cNvPr>
            <p:cNvGrpSpPr>
              <a:grpSpLocks noGrp="1" noUngrp="1" noRot="1" noMove="1" noResize="1"/>
            </p:cNvGrpSpPr>
            <p:nvPr userDrawn="1"/>
          </p:nvGrpSpPr>
          <p:grpSpPr>
            <a:xfrm>
              <a:off x="-2317919" y="1484313"/>
              <a:ext cx="1960563" cy="1231106"/>
              <a:chOff x="-2322513" y="195104"/>
              <a:chExt cx="1960563" cy="1231106"/>
            </a:xfrm>
          </p:grpSpPr>
          <p:sp>
            <p:nvSpPr>
              <p:cNvPr id="13" name="Guidance">
                <a:extLst>
                  <a:ext uri="{FF2B5EF4-FFF2-40B4-BE49-F238E27FC236}">
                    <a16:creationId xmlns:a16="http://schemas.microsoft.com/office/drawing/2014/main" id="{A6CCE7B1-F6F5-3BD0-5414-AFC730A6C5CA}"/>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984885"/>
              </a:xfrm>
              <a:prstGeom prst="rect">
                <a:avLst/>
              </a:prstGeom>
              <a:solidFill>
                <a:srgbClr val="C0D4CB"/>
              </a:solidFill>
            </p:spPr>
            <p:txBody>
              <a:bodyPr wrap="square" lIns="72000" rIns="72000" rtlCol="0">
                <a:noAutofit/>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Each text frame has nine pre-formatted styles defined for you to use. </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To access the styles, use the Increase/Decrease List Level commands found in Home &gt; Paragraph tools:</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800" b="0" i="0" u="none" strike="noStrike" kern="1200" cap="none" spc="0" normalizeH="0" baseline="0" noProof="0" dirty="0">
                  <a:ln>
                    <a:noFill/>
                  </a:ln>
                  <a:solidFill>
                    <a:srgbClr val="012A2D"/>
                  </a:solidFill>
                  <a:effectLst/>
                  <a:uLnTx/>
                  <a:uFillTx/>
                  <a:latin typeface="Calibre"/>
                </a:endParaRPr>
              </a:p>
            </p:txBody>
          </p:sp>
          <p:sp>
            <p:nvSpPr>
              <p:cNvPr id="15" name="Guidance">
                <a:extLst>
                  <a:ext uri="{FF2B5EF4-FFF2-40B4-BE49-F238E27FC236}">
                    <a16:creationId xmlns:a16="http://schemas.microsoft.com/office/drawing/2014/main" id="{08B359DD-D51B-2AF0-0691-3DA3BF940F24}"/>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Text styles</a:t>
                </a:r>
              </a:p>
            </p:txBody>
          </p:sp>
        </p:grpSp>
        <p:grpSp>
          <p:nvGrpSpPr>
            <p:cNvPr id="7" name="Group 6">
              <a:extLst>
                <a:ext uri="{FF2B5EF4-FFF2-40B4-BE49-F238E27FC236}">
                  <a16:creationId xmlns:a16="http://schemas.microsoft.com/office/drawing/2014/main" id="{E14AA6E3-956D-925B-3D24-D924BAA91650}"/>
                </a:ext>
              </a:extLst>
            </p:cNvPr>
            <p:cNvGrpSpPr>
              <a:grpSpLocks noGrp="1" noUngrp="1" noRot="1" noMove="1" noResize="1"/>
            </p:cNvGrpSpPr>
            <p:nvPr userDrawn="1"/>
          </p:nvGrpSpPr>
          <p:grpSpPr>
            <a:xfrm>
              <a:off x="-2322513" y="2655826"/>
              <a:ext cx="1969750" cy="560361"/>
              <a:chOff x="3911096" y="2800206"/>
              <a:chExt cx="4420607" cy="1257587"/>
            </a:xfrm>
          </p:grpSpPr>
          <p:pic>
            <p:nvPicPr>
              <p:cNvPr id="9" name="Picture 8">
                <a:extLst>
                  <a:ext uri="{FF2B5EF4-FFF2-40B4-BE49-F238E27FC236}">
                    <a16:creationId xmlns:a16="http://schemas.microsoft.com/office/drawing/2014/main" id="{6FDFCAC4-39AA-0C0E-774F-CEBF7FFB387E}"/>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3911096" y="2800206"/>
                <a:ext cx="4420607" cy="1257587"/>
              </a:xfrm>
              <a:prstGeom prst="rect">
                <a:avLst/>
              </a:prstGeom>
            </p:spPr>
          </p:pic>
          <p:sp>
            <p:nvSpPr>
              <p:cNvPr id="11" name="Rectangle 10">
                <a:extLst>
                  <a:ext uri="{FF2B5EF4-FFF2-40B4-BE49-F238E27FC236}">
                    <a16:creationId xmlns:a16="http://schemas.microsoft.com/office/drawing/2014/main" id="{4A386D0C-DDC2-C16C-20A3-2C51601D8332}"/>
                  </a:ext>
                </a:extLst>
              </p:cNvPr>
              <p:cNvSpPr>
                <a:spLocks noGrp="1" noRot="1" noMove="1" noResize="1" noEditPoints="1" noAdjustHandles="1" noChangeArrowheads="1" noChangeShapeType="1"/>
              </p:cNvSpPr>
              <p:nvPr/>
            </p:nvSpPr>
            <p:spPr>
              <a:xfrm>
                <a:off x="5074444" y="2959894"/>
                <a:ext cx="669131" cy="285750"/>
              </a:xfrm>
              <a:prstGeom prst="rect">
                <a:avLst/>
              </a:prstGeom>
              <a:noFill/>
              <a:ln w="6350" cap="flat" cmpd="sng" algn="ctr">
                <a:solidFill>
                  <a:srgbClr val="FF0000"/>
                </a:solidFill>
                <a:prstDash val="solid"/>
                <a:miter lim="800000"/>
              </a:ln>
              <a:effectLst/>
            </p:spPr>
            <p:txBody>
              <a:bodyPr rtlCol="0" anchor="ctr">
                <a:noAutofit/>
              </a:bodyPr>
              <a:lstStyle/>
              <a:p>
                <a:pPr marL="0" marR="0" lvl="0" indent="0" algn="ctr"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1200" b="0" i="0" u="none" strike="noStrike" kern="1200" cap="none" spc="0" normalizeH="0" baseline="0" noProof="0" dirty="0">
                  <a:ln>
                    <a:noFill/>
                  </a:ln>
                  <a:solidFill>
                    <a:srgbClr val="FFFFFF"/>
                  </a:solidFill>
                  <a:effectLst/>
                  <a:uLnTx/>
                  <a:uFillTx/>
                  <a:latin typeface="Calibre"/>
                  <a:ea typeface="+mn-ea"/>
                  <a:cs typeface="+mn-cs"/>
                </a:endParaRPr>
              </a:p>
            </p:txBody>
          </p:sp>
        </p:grpSp>
      </p:grpSp>
    </p:spTree>
    <p:extLst>
      <p:ext uri="{BB962C8B-B14F-4D97-AF65-F5344CB8AC3E}">
        <p14:creationId xmlns:p14="http://schemas.microsoft.com/office/powerpoint/2010/main" val="171105594"/>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slide: 2 image comparison">
    <p:bg>
      <p:bgPr>
        <a:solidFill>
          <a:srgbClr val="F6F6F6"/>
        </a:solidFill>
        <a:effectLst/>
      </p:bgPr>
    </p:bg>
    <p:spTree>
      <p:nvGrpSpPr>
        <p:cNvPr id="1" name=""/>
        <p:cNvGrpSpPr/>
        <p:nvPr/>
      </p:nvGrpSpPr>
      <p:grpSpPr>
        <a:xfrm>
          <a:off x="0" y="0"/>
          <a:ext cx="0" cy="0"/>
          <a:chOff x="0" y="0"/>
          <a:chExt cx="0" cy="0"/>
        </a:xfrm>
      </p:grpSpPr>
      <p:sp>
        <p:nvSpPr>
          <p:cNvPr id="17" name="White Color Block BG">
            <a:extLst>
              <a:ext uri="{FF2B5EF4-FFF2-40B4-BE49-F238E27FC236}">
                <a16:creationId xmlns:a16="http://schemas.microsoft.com/office/drawing/2014/main" id="{FFF56D43-E159-CCF2-54DD-18F9369EE906}"/>
              </a:ext>
              <a:ext uri="{C183D7F6-B498-43B3-948B-1728B52AA6E4}">
                <adec:decorative xmlns:adec="http://schemas.microsoft.com/office/drawing/2017/decorative" val="1"/>
              </a:ext>
            </a:extLst>
          </p:cNvPr>
          <p:cNvSpPr/>
          <p:nvPr userDrawn="1"/>
        </p:nvSpPr>
        <p:spPr>
          <a:xfrm>
            <a:off x="0" y="0"/>
            <a:ext cx="12192000" cy="3378200"/>
          </a:xfrm>
          <a:prstGeom prst="rect">
            <a:avLst/>
          </a:prstGeom>
          <a:solidFill>
            <a:srgbClr val="FFFFFF"/>
          </a:solidFill>
        </p:spPr>
        <p:txBody>
          <a:bodyPr wrap="square" lIns="72000" tIns="46800" rIns="72000" bIns="46800" rtlCol="0" anchor="ctr" anchorCtr="1">
            <a:noAutofit/>
          </a:bodyPr>
          <a:lstStyle/>
          <a:p>
            <a:pPr algn="ctr"/>
            <a:endParaRPr lang="en-GB" dirty="0">
              <a:solidFill>
                <a:schemeClr val="bg1"/>
              </a:solidFill>
            </a:endParaRPr>
          </a:p>
        </p:txBody>
      </p:sp>
      <p:sp>
        <p:nvSpPr>
          <p:cNvPr id="6" name="Navigation Header Placeholder">
            <a:extLst>
              <a:ext uri="{FF2B5EF4-FFF2-40B4-BE49-F238E27FC236}">
                <a16:creationId xmlns:a16="http://schemas.microsoft.com/office/drawing/2014/main" id="{682DE23F-D9AC-4E0E-B3B4-53687A5F35C9}"/>
              </a:ext>
              <a:ext uri="{C183D7F6-B498-43B3-948B-1728B52AA6E4}">
                <adec:decorative xmlns:adec="http://schemas.microsoft.com/office/drawing/2017/decorative" val="1"/>
              </a:ext>
            </a:extLst>
          </p:cNvPr>
          <p:cNvSpPr>
            <a:spLocks noGrp="1"/>
          </p:cNvSpPr>
          <p:nvPr>
            <p:ph type="body" sz="quarter" idx="10" hasCustomPrompt="1"/>
          </p:nvPr>
        </p:nvSpPr>
        <p:spPr>
          <a:xfrm>
            <a:off x="1536700" y="957804"/>
            <a:ext cx="1938528" cy="182880"/>
          </a:xfrm>
        </p:spPr>
        <p:txBody>
          <a:bodyPr anchor="t" anchorCtr="0"/>
          <a:lstStyle>
            <a:lvl1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1pPr>
            <a:lvl2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2pPr>
            <a:lvl3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3pPr>
            <a:lvl4pPr marL="0" indent="0" algn="l">
              <a:lnSpc>
                <a:spcPct val="90000"/>
              </a:lnSpc>
              <a:spcBef>
                <a:spcPts val="0"/>
              </a:spcBef>
              <a:spcAft>
                <a:spcPts val="0"/>
              </a:spcAft>
              <a:buFont typeface="Calibre" panose="020B0503030202060203" pitchFamily="34" charset="0"/>
              <a:buNone/>
              <a:defRPr lang="en-US" sz="1050" cap="all" baseline="0" dirty="0" smtClean="0">
                <a:latin typeface="Calibre Medium" panose="020B0603030202060203" pitchFamily="34" charset="0"/>
              </a:defRPr>
            </a:lvl4pPr>
            <a:lvl5pPr marL="0" indent="0" algn="l">
              <a:lnSpc>
                <a:spcPct val="90000"/>
              </a:lnSpc>
              <a:spcBef>
                <a:spcPts val="0"/>
              </a:spcBef>
              <a:spcAft>
                <a:spcPts val="0"/>
              </a:spcAft>
              <a:buFont typeface="Calibre" panose="020B0503030202060203" pitchFamily="34" charset="0"/>
              <a:buNone/>
              <a:defRPr lang="en-US" sz="1050" cap="all" baseline="0" dirty="0" smtClean="0">
                <a:latin typeface="Calibre Medium" panose="020B0603030202060203" pitchFamily="34" charset="0"/>
              </a:defRPr>
            </a:lvl5pPr>
            <a:lvl6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6pPr>
            <a:lvl7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7pPr>
            <a:lvl8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8pPr>
            <a:lvl9pPr marL="0" indent="0" algn="l">
              <a:lnSpc>
                <a:spcPct val="90000"/>
              </a:lnSpc>
              <a:spcBef>
                <a:spcPts val="0"/>
              </a:spcBef>
              <a:spcAft>
                <a:spcPts val="0"/>
              </a:spcAft>
              <a:buFont typeface="Calibre" panose="020B0503030202060203" pitchFamily="34" charset="0"/>
              <a:buNone/>
              <a:defRPr lang="en-US" sz="1050" cap="all" baseline="0" dirty="0">
                <a:latin typeface="Calibre Medium" panose="020B0603030202060203" pitchFamily="34" charset="0"/>
              </a:defRPr>
            </a:lvl9pPr>
          </a:lstStyle>
          <a:p>
            <a:pPr lvl="0"/>
            <a:r>
              <a:rPr lang="en-GB" dirty="0"/>
              <a:t>Navigation Header</a:t>
            </a:r>
          </a:p>
        </p:txBody>
      </p:sp>
      <p:sp>
        <p:nvSpPr>
          <p:cNvPr id="2" name="Title Placeholder">
            <a:extLst>
              <a:ext uri="{FF2B5EF4-FFF2-40B4-BE49-F238E27FC236}">
                <a16:creationId xmlns:a16="http://schemas.microsoft.com/office/drawing/2014/main" id="{944047B7-C3F4-44CE-8AF6-813AA0A42774}"/>
              </a:ext>
            </a:extLst>
          </p:cNvPr>
          <p:cNvSpPr>
            <a:spLocks noGrp="1"/>
          </p:cNvSpPr>
          <p:nvPr>
            <p:ph type="title" hasCustomPrompt="1"/>
          </p:nvPr>
        </p:nvSpPr>
        <p:spPr>
          <a:xfrm>
            <a:off x="511176" y="1601789"/>
            <a:ext cx="2971800" cy="1149350"/>
          </a:xfrm>
        </p:spPr>
        <p:txBody>
          <a:bodyPr/>
          <a:lstStyle>
            <a:lvl1pPr>
              <a:defRPr/>
            </a:lvl1pPr>
          </a:lstStyle>
          <a:p>
            <a:r>
              <a:rPr lang="en-GB" dirty="0"/>
              <a:t>Click to add title</a:t>
            </a:r>
          </a:p>
        </p:txBody>
      </p:sp>
      <p:sp>
        <p:nvSpPr>
          <p:cNvPr id="23" name="Picture Placeholder 1">
            <a:extLst>
              <a:ext uri="{FF2B5EF4-FFF2-40B4-BE49-F238E27FC236}">
                <a16:creationId xmlns:a16="http://schemas.microsoft.com/office/drawing/2014/main" id="{3C491890-2D18-B99D-9050-43025EE2CDA2}"/>
              </a:ext>
            </a:extLst>
          </p:cNvPr>
          <p:cNvSpPr>
            <a:spLocks noGrp="1"/>
          </p:cNvSpPr>
          <p:nvPr>
            <p:ph type="pic" sz="quarter" idx="21" hasCustomPrompt="1"/>
          </p:nvPr>
        </p:nvSpPr>
        <p:spPr>
          <a:xfrm>
            <a:off x="503238" y="2852738"/>
            <a:ext cx="5376672" cy="3026664"/>
          </a:xfrm>
          <a:solidFill>
            <a:schemeClr val="bg1"/>
          </a:solidFill>
          <a:effectLst>
            <a:outerShdw blurRad="63500" algn="ctr" rotWithShape="0">
              <a:srgbClr val="000000">
                <a:alpha val="20000"/>
              </a:srgbClr>
            </a:outerShdw>
          </a:effectLst>
        </p:spPr>
        <p:txBody>
          <a:bodyPr anchor="ctr" anchorCtr="0"/>
          <a:lstStyle>
            <a:lvl1pPr algn="ctr">
              <a:defRPr/>
            </a:lvl1pPr>
          </a:lstStyle>
          <a:p>
            <a:r>
              <a:rPr lang="en-GB" dirty="0"/>
              <a:t>Click icon to add photo</a:t>
            </a:r>
          </a:p>
        </p:txBody>
      </p:sp>
      <p:sp>
        <p:nvSpPr>
          <p:cNvPr id="8" name="Supporting Text Placeholder 1">
            <a:extLst>
              <a:ext uri="{FF2B5EF4-FFF2-40B4-BE49-F238E27FC236}">
                <a16:creationId xmlns:a16="http://schemas.microsoft.com/office/drawing/2014/main" id="{0AB1EEEC-0D13-0BD5-86C1-FEA968AFEE5B}"/>
              </a:ext>
            </a:extLst>
          </p:cNvPr>
          <p:cNvSpPr>
            <a:spLocks noGrp="1"/>
          </p:cNvSpPr>
          <p:nvPr>
            <p:ph type="body" sz="quarter" idx="11" hasCustomPrompt="1"/>
          </p:nvPr>
        </p:nvSpPr>
        <p:spPr>
          <a:xfrm>
            <a:off x="3578225" y="1592262"/>
            <a:ext cx="2304288" cy="1152144"/>
          </a:xfrm>
        </p:spPr>
        <p:txBody>
          <a:bodyPr/>
          <a:lstStyle>
            <a:lvl1pPr>
              <a:lnSpc>
                <a:spcPct val="100000"/>
              </a:lnSpc>
              <a:spcBef>
                <a:spcPts val="300"/>
              </a:spcBef>
              <a:spcAft>
                <a:spcPts val="300"/>
              </a:spcAft>
              <a:defRPr sz="1200">
                <a:latin typeface="+mn-lt"/>
              </a:defRPr>
            </a:lvl1pPr>
            <a:lvl2pPr marL="180000" indent="-180000">
              <a:lnSpc>
                <a:spcPct val="100000"/>
              </a:lnSpc>
              <a:spcBef>
                <a:spcPts val="300"/>
              </a:spcBef>
              <a:spcAft>
                <a:spcPts val="300"/>
              </a:spcAft>
              <a:buFont typeface="Calibre" panose="020B0503030202060203" pitchFamily="34" charset="0"/>
              <a:buChar char="–"/>
              <a:defRPr sz="1200">
                <a:latin typeface="+mn-lt"/>
              </a:defRPr>
            </a:lvl2pPr>
            <a:lvl3pPr marL="365760" indent="-180000">
              <a:buFont typeface="Arial" panose="020B0604020202020204" pitchFamily="34" charset="0"/>
              <a:buChar char="•"/>
              <a:defRPr/>
            </a:lvl3pPr>
            <a:lvl4pPr marL="0" indent="0">
              <a:lnSpc>
                <a:spcPct val="90000"/>
              </a:lnSpc>
              <a:spcBef>
                <a:spcPts val="600"/>
              </a:spcBef>
              <a:spcAft>
                <a:spcPts val="0"/>
              </a:spcAft>
              <a:buNone/>
              <a:defRPr sz="1600">
                <a:latin typeface="Calibre Semibold" panose="020B0703030202060203" pitchFamily="34" charset="0"/>
              </a:defRPr>
            </a:lvl4pPr>
            <a:lvl5pPr marL="0" indent="0">
              <a:spcBef>
                <a:spcPts val="600"/>
              </a:spcBef>
              <a:spcAft>
                <a:spcPts val="0"/>
              </a:spcAft>
              <a:buNone/>
              <a:defRPr>
                <a:latin typeface="Calibre Semibold" panose="020B0703030202060203" pitchFamily="34" charset="0"/>
              </a:defRPr>
            </a:lvl5pPr>
            <a:lvl6pPr>
              <a:defRPr sz="1050"/>
            </a:lvl6pPr>
            <a:lvl7pPr>
              <a:spcBef>
                <a:spcPts val="300"/>
              </a:spcBef>
              <a:spcAft>
                <a:spcPts val="300"/>
              </a:spcAft>
              <a:defRPr>
                <a:latin typeface="+mn-lt"/>
              </a:defRPr>
            </a:lvl7pPr>
            <a:lvl8pPr marL="180000" indent="-180000">
              <a:spcBef>
                <a:spcPts val="200"/>
              </a:spcBef>
              <a:spcAft>
                <a:spcPts val="200"/>
              </a:spcAft>
              <a:buFont typeface="Calibre" panose="020B0503030202060203" pitchFamily="34" charset="0"/>
              <a:buChar char="–"/>
              <a:defRPr/>
            </a:lvl8pPr>
            <a:lvl9pPr marL="0" indent="0">
              <a:lnSpc>
                <a:spcPct val="90000"/>
              </a:lnSpc>
              <a:spcBef>
                <a:spcPts val="1200"/>
              </a:spcBef>
              <a:spcAft>
                <a:spcPts val="600"/>
              </a:spcAft>
              <a:buNone/>
              <a:defRPr sz="2200">
                <a:latin typeface="Calibre Light" panose="020B0303030202060203" pitchFamily="34" charset="0"/>
              </a:defRPr>
            </a:lvl9pPr>
          </a:lstStyle>
          <a:p>
            <a:pPr lvl="0"/>
            <a:r>
              <a:rPr lang="en-GB" dirty="0"/>
              <a:t>Supporting copy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sp>
        <p:nvSpPr>
          <p:cNvPr id="27" name="Picture Placeholder 2">
            <a:extLst>
              <a:ext uri="{FF2B5EF4-FFF2-40B4-BE49-F238E27FC236}">
                <a16:creationId xmlns:a16="http://schemas.microsoft.com/office/drawing/2014/main" id="{F828808B-C8C2-6A80-07B0-E70E4D3FC847}"/>
              </a:ext>
            </a:extLst>
          </p:cNvPr>
          <p:cNvSpPr>
            <a:spLocks noGrp="1"/>
          </p:cNvSpPr>
          <p:nvPr>
            <p:ph type="pic" sz="quarter" idx="22" hasCustomPrompt="1"/>
          </p:nvPr>
        </p:nvSpPr>
        <p:spPr>
          <a:xfrm>
            <a:off x="6310840" y="2852738"/>
            <a:ext cx="5376672" cy="3026664"/>
          </a:xfrm>
          <a:solidFill>
            <a:schemeClr val="bg1"/>
          </a:solidFill>
          <a:effectLst>
            <a:outerShdw blurRad="63500" algn="ctr" rotWithShape="0">
              <a:srgbClr val="000000">
                <a:alpha val="20000"/>
              </a:srgbClr>
            </a:outerShdw>
          </a:effectLst>
        </p:spPr>
        <p:txBody>
          <a:bodyPr anchor="ctr" anchorCtr="0"/>
          <a:lstStyle>
            <a:lvl1pPr algn="ctr">
              <a:defRPr/>
            </a:lvl1pPr>
          </a:lstStyle>
          <a:p>
            <a:pPr marL="0" marR="0" lvl="0" indent="0" defTabSz="914400" eaLnBrk="1" fontAlgn="auto" latinLnBrk="0" hangingPunct="1">
              <a:lnSpc>
                <a:spcPct val="90000"/>
              </a:lnSpc>
              <a:spcBef>
                <a:spcPts val="1200"/>
              </a:spcBef>
              <a:spcAft>
                <a:spcPts val="600"/>
              </a:spcAft>
              <a:buClrTx/>
              <a:buSzTx/>
              <a:buFontTx/>
              <a:buNone/>
              <a:tabLst/>
              <a:defRPr/>
            </a:pPr>
            <a:r>
              <a:rPr lang="en-GB" dirty="0"/>
              <a:t>Click icon to add photo</a:t>
            </a:r>
          </a:p>
        </p:txBody>
      </p:sp>
      <p:sp>
        <p:nvSpPr>
          <p:cNvPr id="12" name="Supporting Text Placeholder 2">
            <a:extLst>
              <a:ext uri="{FF2B5EF4-FFF2-40B4-BE49-F238E27FC236}">
                <a16:creationId xmlns:a16="http://schemas.microsoft.com/office/drawing/2014/main" id="{7686CD6E-3238-BA56-8AEE-517E1259F967}"/>
              </a:ext>
            </a:extLst>
          </p:cNvPr>
          <p:cNvSpPr>
            <a:spLocks noGrp="1"/>
          </p:cNvSpPr>
          <p:nvPr>
            <p:ph type="body" sz="quarter" idx="13" hasCustomPrompt="1"/>
          </p:nvPr>
        </p:nvSpPr>
        <p:spPr>
          <a:xfrm>
            <a:off x="9385827" y="1592262"/>
            <a:ext cx="2304288" cy="1152144"/>
          </a:xfrm>
        </p:spPr>
        <p:txBody>
          <a:bodyPr/>
          <a:lstStyle>
            <a:lvl1pPr>
              <a:lnSpc>
                <a:spcPct val="100000"/>
              </a:lnSpc>
              <a:spcBef>
                <a:spcPts val="300"/>
              </a:spcBef>
              <a:spcAft>
                <a:spcPts val="300"/>
              </a:spcAft>
              <a:defRPr sz="1200">
                <a:latin typeface="+mn-lt"/>
              </a:defRPr>
            </a:lvl1pPr>
            <a:lvl2pPr marL="180000" indent="-180000">
              <a:lnSpc>
                <a:spcPct val="100000"/>
              </a:lnSpc>
              <a:spcBef>
                <a:spcPts val="300"/>
              </a:spcBef>
              <a:spcAft>
                <a:spcPts val="300"/>
              </a:spcAft>
              <a:buFont typeface="Calibre" panose="020B0503030202060203" pitchFamily="34" charset="0"/>
              <a:buChar char="–"/>
              <a:defRPr sz="1200">
                <a:latin typeface="+mn-lt"/>
              </a:defRPr>
            </a:lvl2pPr>
            <a:lvl3pPr marL="365760" indent="-180000">
              <a:buFont typeface="Arial" panose="020B0604020202020204" pitchFamily="34" charset="0"/>
              <a:buChar char="•"/>
              <a:defRPr/>
            </a:lvl3pPr>
            <a:lvl4pPr marL="0" indent="0">
              <a:lnSpc>
                <a:spcPct val="90000"/>
              </a:lnSpc>
              <a:spcBef>
                <a:spcPts val="600"/>
              </a:spcBef>
              <a:spcAft>
                <a:spcPts val="0"/>
              </a:spcAft>
              <a:buNone/>
              <a:defRPr sz="1600">
                <a:latin typeface="Calibre Semibold" panose="020B0703030202060203" pitchFamily="34" charset="0"/>
              </a:defRPr>
            </a:lvl4pPr>
            <a:lvl5pPr marL="0" indent="0">
              <a:spcBef>
                <a:spcPts val="600"/>
              </a:spcBef>
              <a:spcAft>
                <a:spcPts val="0"/>
              </a:spcAft>
              <a:buNone/>
              <a:defRPr>
                <a:latin typeface="Calibre Semibold" panose="020B0703030202060203" pitchFamily="34" charset="0"/>
              </a:defRPr>
            </a:lvl5pPr>
            <a:lvl6pPr>
              <a:defRPr sz="1050"/>
            </a:lvl6pPr>
            <a:lvl7pPr>
              <a:spcBef>
                <a:spcPts val="300"/>
              </a:spcBef>
              <a:spcAft>
                <a:spcPts val="300"/>
              </a:spcAft>
              <a:defRPr>
                <a:latin typeface="+mn-lt"/>
              </a:defRPr>
            </a:lvl7pPr>
            <a:lvl8pPr marL="180000" indent="-180000">
              <a:spcBef>
                <a:spcPts val="200"/>
              </a:spcBef>
              <a:spcAft>
                <a:spcPts val="200"/>
              </a:spcAft>
              <a:buFont typeface="Calibre" panose="020B0503030202060203" pitchFamily="34" charset="0"/>
              <a:buChar char="–"/>
              <a:defRPr/>
            </a:lvl8pPr>
            <a:lvl9pPr marL="0" indent="0">
              <a:lnSpc>
                <a:spcPct val="90000"/>
              </a:lnSpc>
              <a:spcBef>
                <a:spcPts val="1200"/>
              </a:spcBef>
              <a:spcAft>
                <a:spcPts val="600"/>
              </a:spcAft>
              <a:buNone/>
              <a:defRPr sz="2200">
                <a:latin typeface="Calibre Light" panose="020B0303030202060203" pitchFamily="34" charset="0"/>
              </a:defRPr>
            </a:lvl9pPr>
          </a:lstStyle>
          <a:p>
            <a:pPr lvl="0"/>
            <a:r>
              <a:rPr lang="en-GB" dirty="0"/>
              <a:t>Supporting copy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sp>
        <p:nvSpPr>
          <p:cNvPr id="26" name="Notes Placeholder">
            <a:extLst>
              <a:ext uri="{FF2B5EF4-FFF2-40B4-BE49-F238E27FC236}">
                <a16:creationId xmlns:a16="http://schemas.microsoft.com/office/drawing/2014/main" id="{D05D0514-BFAE-8114-C2E5-E47E60921DC8}"/>
              </a:ext>
            </a:extLst>
          </p:cNvPr>
          <p:cNvSpPr>
            <a:spLocks noGrp="1"/>
          </p:cNvSpPr>
          <p:nvPr>
            <p:ph type="body" sz="quarter" idx="20" hasCustomPrompt="1"/>
          </p:nvPr>
        </p:nvSpPr>
        <p:spPr>
          <a:xfrm>
            <a:off x="511176" y="5981699"/>
            <a:ext cx="3995737" cy="427673"/>
          </a:xfrm>
        </p:spPr>
        <p:txBody>
          <a:bodyPr anchor="b" anchorCtr="0"/>
          <a:lstStyle>
            <a:lvl1pPr marL="0" marR="0" indent="0">
              <a:lnSpc>
                <a:spcPct val="100000"/>
              </a:lnSpc>
              <a:spcBef>
                <a:spcPts val="300"/>
              </a:spcBef>
              <a:spcAft>
                <a:spcPts val="0"/>
              </a:spcAft>
              <a:defRPr sz="900">
                <a:latin typeface="Calibre Semibold" panose="020B0703030202060203" pitchFamily="34" charset="0"/>
              </a:defRPr>
            </a:lvl1pPr>
            <a:lvl2pPr marL="0" marR="0" indent="0">
              <a:lnSpc>
                <a:spcPct val="100000"/>
              </a:lnSpc>
              <a:spcBef>
                <a:spcPts val="300"/>
              </a:spcBef>
              <a:spcAft>
                <a:spcPts val="0"/>
              </a:spcAft>
              <a:defRPr sz="900">
                <a:latin typeface="Calibre" panose="020B0503030202060203" pitchFamily="34" charset="0"/>
              </a:defRPr>
            </a:lvl2pPr>
            <a:lvl3pPr marL="108000" marR="0" indent="-108000">
              <a:lnSpc>
                <a:spcPct val="100000"/>
              </a:lnSpc>
              <a:spcBef>
                <a:spcPts val="200"/>
              </a:spcBef>
              <a:spcAft>
                <a:spcPts val="0"/>
              </a:spcAft>
              <a:buFont typeface="Calibre" panose="020B0503030202060203" pitchFamily="34" charset="0"/>
              <a:buChar char="–"/>
              <a:defRPr sz="900">
                <a:latin typeface="Calibre" panose="020B0503030202060203" pitchFamily="34" charset="0"/>
              </a:defRPr>
            </a:lvl3pPr>
            <a:lvl4pPr marL="216000" marR="0" indent="-108000">
              <a:lnSpc>
                <a:spcPct val="100000"/>
              </a:lnSpc>
              <a:spcBef>
                <a:spcPts val="200"/>
              </a:spcBef>
              <a:spcAft>
                <a:spcPts val="0"/>
              </a:spcAft>
              <a:buFont typeface="Arial" panose="020B0604020202020204" pitchFamily="34" charset="0"/>
              <a:buChar char="•"/>
              <a:defRPr sz="900">
                <a:latin typeface="Calibre" panose="020B0503030202060203" pitchFamily="34" charset="0"/>
              </a:defRPr>
            </a:lvl4pPr>
            <a:lvl5pPr marL="0" marR="0" indent="0">
              <a:lnSpc>
                <a:spcPct val="100000"/>
              </a:lnSpc>
              <a:spcBef>
                <a:spcPts val="300"/>
              </a:spcBef>
              <a:spcAft>
                <a:spcPts val="0"/>
              </a:spcAft>
              <a:buNone/>
              <a:defRPr sz="900">
                <a:latin typeface="Calibre Semibold" panose="020B0703030202060203" pitchFamily="34" charset="0"/>
              </a:defRPr>
            </a:lvl5pPr>
            <a:lvl6pPr marL="0" marR="0" indent="0">
              <a:lnSpc>
                <a:spcPct val="100000"/>
              </a:lnSpc>
              <a:spcBef>
                <a:spcPts val="300"/>
              </a:spcBef>
              <a:spcAft>
                <a:spcPts val="0"/>
              </a:spcAft>
              <a:defRPr sz="800">
                <a:latin typeface="Calibre Semibold" panose="020B0703030202060203" pitchFamily="34" charset="0"/>
              </a:defRPr>
            </a:lvl6pPr>
            <a:lvl7pPr marL="0" marR="0" indent="0">
              <a:lnSpc>
                <a:spcPct val="100000"/>
              </a:lnSpc>
              <a:spcBef>
                <a:spcPts val="200"/>
              </a:spcBef>
              <a:spcAft>
                <a:spcPts val="0"/>
              </a:spcAft>
              <a:defRPr sz="800">
                <a:latin typeface="Calibre" panose="020B0503030202060203" pitchFamily="34" charset="0"/>
              </a:defRPr>
            </a:lvl7pPr>
            <a:lvl8pPr marL="108000" marR="0" indent="-108000">
              <a:lnSpc>
                <a:spcPct val="100000"/>
              </a:lnSpc>
              <a:spcBef>
                <a:spcPts val="200"/>
              </a:spcBef>
              <a:spcAft>
                <a:spcPts val="0"/>
              </a:spcAft>
              <a:buFont typeface="Calibre" panose="020B0503030202060203" pitchFamily="34" charset="0"/>
              <a:buChar char="–"/>
              <a:defRPr sz="800">
                <a:latin typeface="Calibre" panose="020B0503030202060203" pitchFamily="34" charset="0"/>
              </a:defRPr>
            </a:lvl8pPr>
            <a:lvl9pPr marL="216000" marR="0" indent="-108000">
              <a:lnSpc>
                <a:spcPct val="100000"/>
              </a:lnSpc>
              <a:spcBef>
                <a:spcPts val="200"/>
              </a:spcBef>
              <a:spcAft>
                <a:spcPts val="0"/>
              </a:spcAft>
              <a:buFont typeface="Arial" panose="020B0604020202020204" pitchFamily="34" charset="0"/>
              <a:buChar char="•"/>
              <a:defRPr sz="800">
                <a:latin typeface="Calibre" panose="020B0503030202060203" pitchFamily="34" charset="0"/>
              </a:defRPr>
            </a:lvl9pPr>
          </a:lstStyle>
          <a:p>
            <a:pPr lvl="0"/>
            <a:r>
              <a:rPr lang="en-GB" dirty="0"/>
              <a:t>Notes title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cxnSp>
        <p:nvCxnSpPr>
          <p:cNvPr id="4" name="LoS - Fixed">
            <a:extLst>
              <a:ext uri="{FF2B5EF4-FFF2-40B4-BE49-F238E27FC236}">
                <a16:creationId xmlns:a16="http://schemas.microsoft.com/office/drawing/2014/main" id="{6E49B04A-A0F1-B674-585D-5B7235E449CD}"/>
              </a:ext>
              <a:ext uri="{C183D7F6-B498-43B3-948B-1728B52AA6E4}">
                <adec:decorative xmlns:adec="http://schemas.microsoft.com/office/drawing/2017/decorative" val="1"/>
              </a:ext>
            </a:extLst>
          </p:cNvPr>
          <p:cNvCxnSpPr>
            <a:cxnSpLocks/>
          </p:cNvCxnSpPr>
          <p:nvPr userDrawn="1"/>
        </p:nvCxnSpPr>
        <p:spPr>
          <a:xfrm>
            <a:off x="503238" y="1022541"/>
            <a:ext cx="935037" cy="0"/>
          </a:xfrm>
          <a:prstGeom prst="line">
            <a:avLst/>
          </a:prstGeom>
          <a:ln w="25400">
            <a:solidFill>
              <a:srgbClr val="17E88F"/>
            </a:solidFill>
          </a:ln>
        </p:spPr>
        <p:style>
          <a:lnRef idx="1">
            <a:schemeClr val="accent1"/>
          </a:lnRef>
          <a:fillRef idx="0">
            <a:schemeClr val="accent1"/>
          </a:fillRef>
          <a:effectRef idx="0">
            <a:schemeClr val="accent1"/>
          </a:effectRef>
          <a:fontRef idx="minor">
            <a:schemeClr val="tx1"/>
          </a:fontRef>
        </p:style>
      </p:cxnSp>
      <p:grpSp>
        <p:nvGrpSpPr>
          <p:cNvPr id="3" name="Text Styles Guidance">
            <a:extLst>
              <a:ext uri="{FF2B5EF4-FFF2-40B4-BE49-F238E27FC236}">
                <a16:creationId xmlns:a16="http://schemas.microsoft.com/office/drawing/2014/main" id="{5A7CE67B-AF5D-7E04-6C49-E3D30A8FF654}"/>
              </a:ext>
              <a:ext uri="{C183D7F6-B498-43B3-948B-1728B52AA6E4}">
                <adec:decorative xmlns:adec="http://schemas.microsoft.com/office/drawing/2017/decorative" val="1"/>
              </a:ext>
            </a:extLst>
          </p:cNvPr>
          <p:cNvGrpSpPr>
            <a:grpSpLocks noGrp="1" noUngrp="1" noRot="1" noMove="1" noResize="1"/>
          </p:cNvGrpSpPr>
          <p:nvPr userDrawn="1"/>
        </p:nvGrpSpPr>
        <p:grpSpPr>
          <a:xfrm>
            <a:off x="-2322513" y="452438"/>
            <a:ext cx="1969750" cy="1731874"/>
            <a:chOff x="-2322513" y="1484313"/>
            <a:chExt cx="1969750" cy="1731874"/>
          </a:xfrm>
        </p:grpSpPr>
        <p:grpSp>
          <p:nvGrpSpPr>
            <p:cNvPr id="5" name="Group 4">
              <a:extLst>
                <a:ext uri="{FF2B5EF4-FFF2-40B4-BE49-F238E27FC236}">
                  <a16:creationId xmlns:a16="http://schemas.microsoft.com/office/drawing/2014/main" id="{E74A7282-226F-3692-CDF5-890895D3BB2A}"/>
                </a:ext>
              </a:extLst>
            </p:cNvPr>
            <p:cNvGrpSpPr>
              <a:grpSpLocks noGrp="1" noUngrp="1" noRot="1" noMove="1" noResize="1"/>
            </p:cNvGrpSpPr>
            <p:nvPr userDrawn="1"/>
          </p:nvGrpSpPr>
          <p:grpSpPr>
            <a:xfrm>
              <a:off x="-2317919" y="1484313"/>
              <a:ext cx="1960563" cy="1231106"/>
              <a:chOff x="-2322513" y="195104"/>
              <a:chExt cx="1960563" cy="1231106"/>
            </a:xfrm>
          </p:grpSpPr>
          <p:sp>
            <p:nvSpPr>
              <p:cNvPr id="13" name="Guidance">
                <a:extLst>
                  <a:ext uri="{FF2B5EF4-FFF2-40B4-BE49-F238E27FC236}">
                    <a16:creationId xmlns:a16="http://schemas.microsoft.com/office/drawing/2014/main" id="{BCE8A02B-3807-0D55-B9E7-FCD2309C63BD}"/>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984885"/>
              </a:xfrm>
              <a:prstGeom prst="rect">
                <a:avLst/>
              </a:prstGeom>
              <a:solidFill>
                <a:srgbClr val="C0D4CB"/>
              </a:solidFill>
            </p:spPr>
            <p:txBody>
              <a:bodyPr wrap="square" lIns="72000" rIns="72000" rtlCol="0">
                <a:noAutofit/>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Each text frame has nine pre-formatted styles defined for you to use.</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To access the styles, use the Increase/Decrease List Level commands found in Home &gt; Paragraph tools:</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800" b="0" i="0" u="none" strike="noStrike" kern="1200" cap="none" spc="0" normalizeH="0" baseline="0" noProof="0" dirty="0">
                  <a:ln>
                    <a:noFill/>
                  </a:ln>
                  <a:solidFill>
                    <a:srgbClr val="012A2D"/>
                  </a:solidFill>
                  <a:effectLst/>
                  <a:uLnTx/>
                  <a:uFillTx/>
                  <a:latin typeface="Calibre"/>
                </a:endParaRPr>
              </a:p>
            </p:txBody>
          </p:sp>
          <p:sp>
            <p:nvSpPr>
              <p:cNvPr id="15" name="Guidance">
                <a:extLst>
                  <a:ext uri="{FF2B5EF4-FFF2-40B4-BE49-F238E27FC236}">
                    <a16:creationId xmlns:a16="http://schemas.microsoft.com/office/drawing/2014/main" id="{889FCAF2-F788-3B8D-6EFC-F88C353D212C}"/>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Text styles</a:t>
                </a:r>
              </a:p>
            </p:txBody>
          </p:sp>
        </p:grpSp>
        <p:grpSp>
          <p:nvGrpSpPr>
            <p:cNvPr id="7" name="Group 6">
              <a:extLst>
                <a:ext uri="{FF2B5EF4-FFF2-40B4-BE49-F238E27FC236}">
                  <a16:creationId xmlns:a16="http://schemas.microsoft.com/office/drawing/2014/main" id="{16B3763C-4EFE-EF3A-15CE-5A9422CB0E3D}"/>
                </a:ext>
              </a:extLst>
            </p:cNvPr>
            <p:cNvGrpSpPr>
              <a:grpSpLocks noGrp="1" noUngrp="1" noRot="1" noMove="1" noResize="1"/>
            </p:cNvGrpSpPr>
            <p:nvPr userDrawn="1"/>
          </p:nvGrpSpPr>
          <p:grpSpPr>
            <a:xfrm>
              <a:off x="-2322513" y="2655826"/>
              <a:ext cx="1969750" cy="560361"/>
              <a:chOff x="3911096" y="2800206"/>
              <a:chExt cx="4420607" cy="1257587"/>
            </a:xfrm>
          </p:grpSpPr>
          <p:pic>
            <p:nvPicPr>
              <p:cNvPr id="9" name="Picture 8">
                <a:extLst>
                  <a:ext uri="{FF2B5EF4-FFF2-40B4-BE49-F238E27FC236}">
                    <a16:creationId xmlns:a16="http://schemas.microsoft.com/office/drawing/2014/main" id="{BBAD7E0E-F7DC-E8F5-C5BE-948FE905EA2A}"/>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3911096" y="2800206"/>
                <a:ext cx="4420607" cy="1257587"/>
              </a:xfrm>
              <a:prstGeom prst="rect">
                <a:avLst/>
              </a:prstGeom>
            </p:spPr>
          </p:pic>
          <p:sp>
            <p:nvSpPr>
              <p:cNvPr id="11" name="Rectangle 10">
                <a:extLst>
                  <a:ext uri="{FF2B5EF4-FFF2-40B4-BE49-F238E27FC236}">
                    <a16:creationId xmlns:a16="http://schemas.microsoft.com/office/drawing/2014/main" id="{C75A3823-0832-51E0-2FEC-2069EED0F547}"/>
                  </a:ext>
                </a:extLst>
              </p:cNvPr>
              <p:cNvSpPr>
                <a:spLocks noGrp="1" noRot="1" noMove="1" noResize="1" noEditPoints="1" noAdjustHandles="1" noChangeArrowheads="1" noChangeShapeType="1"/>
              </p:cNvSpPr>
              <p:nvPr/>
            </p:nvSpPr>
            <p:spPr>
              <a:xfrm>
                <a:off x="5074444" y="2959894"/>
                <a:ext cx="669131" cy="285750"/>
              </a:xfrm>
              <a:prstGeom prst="rect">
                <a:avLst/>
              </a:prstGeom>
              <a:noFill/>
              <a:ln w="6350" cap="flat" cmpd="sng" algn="ctr">
                <a:solidFill>
                  <a:srgbClr val="FF0000"/>
                </a:solidFill>
                <a:prstDash val="solid"/>
                <a:miter lim="800000"/>
              </a:ln>
              <a:effectLst/>
            </p:spPr>
            <p:txBody>
              <a:bodyPr rtlCol="0" anchor="ctr">
                <a:noAutofit/>
              </a:bodyPr>
              <a:lstStyle/>
              <a:p>
                <a:pPr marL="0" marR="0" lvl="0" indent="0" algn="ctr"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1200" b="0" i="0" u="none" strike="noStrike" kern="1200" cap="none" spc="0" normalizeH="0" baseline="0" noProof="0" dirty="0">
                  <a:ln>
                    <a:noFill/>
                  </a:ln>
                  <a:solidFill>
                    <a:srgbClr val="FFFFFF"/>
                  </a:solidFill>
                  <a:effectLst/>
                  <a:uLnTx/>
                  <a:uFillTx/>
                  <a:latin typeface="Calibre"/>
                  <a:ea typeface="+mn-ea"/>
                  <a:cs typeface="+mn-cs"/>
                </a:endParaRPr>
              </a:p>
            </p:txBody>
          </p:sp>
        </p:grpSp>
      </p:grpSp>
      <p:grpSp>
        <p:nvGrpSpPr>
          <p:cNvPr id="10" name="Image Guidance">
            <a:extLst>
              <a:ext uri="{FF2B5EF4-FFF2-40B4-BE49-F238E27FC236}">
                <a16:creationId xmlns:a16="http://schemas.microsoft.com/office/drawing/2014/main" id="{57B70C46-D18E-1297-88E4-EFDC7DC4DAED}"/>
              </a:ext>
              <a:ext uri="{C183D7F6-B498-43B3-948B-1728B52AA6E4}">
                <adec:decorative xmlns:adec="http://schemas.microsoft.com/office/drawing/2017/decorative" val="1"/>
              </a:ext>
            </a:extLst>
          </p:cNvPr>
          <p:cNvGrpSpPr>
            <a:grpSpLocks noGrp="1" noUngrp="1" noRot="1" noMove="1" noResize="1"/>
          </p:cNvGrpSpPr>
          <p:nvPr userDrawn="1"/>
        </p:nvGrpSpPr>
        <p:grpSpPr>
          <a:xfrm>
            <a:off x="12553950" y="441325"/>
            <a:ext cx="1960563" cy="3139321"/>
            <a:chOff x="-2322513" y="195104"/>
            <a:chExt cx="1960563" cy="3139321"/>
          </a:xfrm>
        </p:grpSpPr>
        <p:sp>
          <p:nvSpPr>
            <p:cNvPr id="14" name="Guidance">
              <a:extLst>
                <a:ext uri="{FF2B5EF4-FFF2-40B4-BE49-F238E27FC236}">
                  <a16:creationId xmlns:a16="http://schemas.microsoft.com/office/drawing/2014/main" id="{068E84A9-009B-57EC-6A05-9744D6AD38B1}"/>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2893100"/>
            </a:xfrm>
            <a:prstGeom prst="rect">
              <a:avLst/>
            </a:prstGeom>
            <a:solidFill>
              <a:srgbClr val="C0D4CB"/>
            </a:solidFill>
          </p:spPr>
          <p:txBody>
            <a:bodyPr wrap="square" lIns="72000" rIns="72000" rtlCol="0">
              <a:noAutofit/>
            </a:bodyPr>
            <a:lstStyle/>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If there is already an image present, delete this first.</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Click on the </a:t>
              </a:r>
              <a:r>
                <a:rPr kumimoji="0" lang="en-GB" sz="800" b="1" i="0" u="none" strike="noStrike" kern="1200" cap="none" spc="0" normalizeH="0" baseline="0" noProof="0" dirty="0">
                  <a:ln>
                    <a:noFill/>
                  </a:ln>
                  <a:solidFill>
                    <a:srgbClr val="012A2D"/>
                  </a:solidFill>
                  <a:effectLst/>
                  <a:uLnTx/>
                  <a:uFillTx/>
                  <a:latin typeface="Calibre"/>
                </a:rPr>
                <a:t>icon </a:t>
              </a:r>
              <a:r>
                <a:rPr kumimoji="0" lang="en-GB" sz="800" b="0" i="0" u="none" strike="noStrike" kern="1200" cap="none" spc="0" normalizeH="0" baseline="0" noProof="0" dirty="0">
                  <a:ln>
                    <a:noFill/>
                  </a:ln>
                  <a:solidFill>
                    <a:srgbClr val="012A2D"/>
                  </a:solidFill>
                  <a:effectLst/>
                  <a:uLnTx/>
                  <a:uFillTx/>
                  <a:latin typeface="Calibre"/>
                </a:rPr>
                <a:t>in the middle of the placeholder and choose the image from your computer.</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Click on the </a:t>
              </a:r>
              <a:r>
                <a:rPr kumimoji="0" lang="en-GB" sz="800" b="1" i="0" u="none" strike="noStrike" kern="1200" cap="none" spc="0" normalizeH="0" baseline="0" noProof="0" dirty="0">
                  <a:ln>
                    <a:noFill/>
                  </a:ln>
                  <a:solidFill>
                    <a:srgbClr val="012A2D"/>
                  </a:solidFill>
                  <a:effectLst/>
                  <a:uLnTx/>
                  <a:uFillTx/>
                  <a:latin typeface="Calibre"/>
                </a:rPr>
                <a:t>Format Picture </a:t>
              </a:r>
              <a:r>
                <a:rPr kumimoji="0" lang="en-GB" sz="800" b="0" i="0" u="none" strike="noStrike" kern="1200" cap="none" spc="0" normalizeH="0" baseline="0" noProof="0" dirty="0">
                  <a:ln>
                    <a:noFill/>
                  </a:ln>
                  <a:solidFill>
                    <a:srgbClr val="012A2D"/>
                  </a:solidFill>
                  <a:effectLst/>
                  <a:uLnTx/>
                  <a:uFillTx/>
                  <a:latin typeface="Calibre"/>
                </a:rPr>
                <a:t>tab in the ribbon and use the tools to edit the image.</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Choose </a:t>
              </a:r>
              <a:r>
                <a:rPr kumimoji="0" lang="en-GB" sz="800" b="1" i="0" u="none" strike="noStrike" kern="1200" cap="none" spc="0" normalizeH="0" baseline="0" noProof="0" dirty="0">
                  <a:ln>
                    <a:noFill/>
                  </a:ln>
                  <a:solidFill>
                    <a:srgbClr val="012A2D"/>
                  </a:solidFill>
                  <a:effectLst/>
                  <a:uLnTx/>
                  <a:uFillTx/>
                  <a:latin typeface="Calibre"/>
                </a:rPr>
                <a:t>Crop to </a:t>
              </a:r>
              <a:r>
                <a:rPr kumimoji="0" lang="en-GB" sz="800" b="0" i="0" u="none" strike="noStrike" kern="1200" cap="none" spc="0" normalizeH="0" baseline="0" noProof="0" dirty="0">
                  <a:ln>
                    <a:noFill/>
                  </a:ln>
                  <a:solidFill>
                    <a:srgbClr val="012A2D"/>
                  </a:solidFill>
                  <a:effectLst/>
                  <a:uLnTx/>
                  <a:uFillTx/>
                  <a:latin typeface="Calibre"/>
                </a:rPr>
                <a:t>resize and move the image within the placeholder, using the white circles in the corners of the image. Click on the drop down arrow and choose </a:t>
              </a:r>
              <a:r>
                <a:rPr kumimoji="0" lang="en-GB" sz="800" b="1" i="0" u="none" strike="noStrike" kern="1200" cap="none" spc="0" normalizeH="0" baseline="0" noProof="0" dirty="0">
                  <a:ln>
                    <a:noFill/>
                  </a:ln>
                  <a:solidFill>
                    <a:srgbClr val="012A2D"/>
                  </a:solidFill>
                  <a:effectLst/>
                  <a:uLnTx/>
                  <a:uFillTx/>
                  <a:latin typeface="Calibre"/>
                </a:rPr>
                <a:t>Fit</a:t>
              </a:r>
              <a:br>
                <a:rPr kumimoji="0" lang="en-GB" sz="800" b="0" i="0" u="none" strike="noStrike" kern="1200" cap="none" spc="0" normalizeH="0" baseline="0" noProof="0" dirty="0">
                  <a:ln>
                    <a:noFill/>
                  </a:ln>
                  <a:solidFill>
                    <a:srgbClr val="012A2D"/>
                  </a:solidFill>
                  <a:effectLst/>
                  <a:uLnTx/>
                  <a:uFillTx/>
                  <a:latin typeface="Calibre"/>
                </a:rPr>
              </a:br>
              <a:r>
                <a:rPr kumimoji="0" lang="en-GB" sz="800" b="0" i="0" u="none" strike="noStrike" kern="1200" cap="none" spc="0" normalizeH="0" baseline="0" noProof="0" dirty="0">
                  <a:ln>
                    <a:noFill/>
                  </a:ln>
                  <a:solidFill>
                    <a:srgbClr val="012A2D"/>
                  </a:solidFill>
                  <a:effectLst/>
                  <a:uLnTx/>
                  <a:uFillTx/>
                  <a:latin typeface="Calibre"/>
                </a:rPr>
                <a:t>to fit the image to the placeholder.</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Choose </a:t>
              </a:r>
              <a:r>
                <a:rPr kumimoji="0" lang="en-GB" sz="800" b="1" i="0" u="none" strike="noStrike" kern="1200" cap="none" spc="0" normalizeH="0" baseline="0" noProof="0" dirty="0">
                  <a:ln>
                    <a:noFill/>
                  </a:ln>
                  <a:solidFill>
                    <a:srgbClr val="012A2D"/>
                  </a:solidFill>
                  <a:effectLst/>
                  <a:uLnTx/>
                  <a:uFillTx/>
                  <a:latin typeface="Calibre"/>
                </a:rPr>
                <a:t>Picture Colour </a:t>
              </a:r>
              <a:r>
                <a:rPr kumimoji="0" lang="en-GB" sz="800" b="0" i="0" u="none" strike="noStrike" kern="1200" cap="none" spc="0" normalizeH="0" baseline="0" noProof="0" dirty="0">
                  <a:ln>
                    <a:noFill/>
                  </a:ln>
                  <a:solidFill>
                    <a:srgbClr val="012A2D"/>
                  </a:solidFill>
                  <a:effectLst/>
                  <a:uLnTx/>
                  <a:uFillTx/>
                  <a:latin typeface="Calibre"/>
                </a:rPr>
                <a:t>to adjust the Saturation, Tone, and Colour.</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Choose </a:t>
              </a:r>
              <a:r>
                <a:rPr kumimoji="0" lang="en-GB" sz="800" b="1" i="0" u="none" strike="noStrike" kern="1200" cap="none" spc="0" normalizeH="0" baseline="0" noProof="0" dirty="0">
                  <a:ln>
                    <a:noFill/>
                  </a:ln>
                  <a:solidFill>
                    <a:srgbClr val="012A2D"/>
                  </a:solidFill>
                  <a:effectLst/>
                  <a:uLnTx/>
                  <a:uFillTx/>
                  <a:latin typeface="Calibre"/>
                </a:rPr>
                <a:t>Picture Correction</a:t>
              </a:r>
              <a:br>
                <a:rPr kumimoji="0" lang="en-GB" sz="800" b="0" i="0" u="none" strike="noStrike" kern="1200" cap="none" spc="0" normalizeH="0" baseline="0" noProof="0" dirty="0">
                  <a:ln>
                    <a:noFill/>
                  </a:ln>
                  <a:solidFill>
                    <a:srgbClr val="012A2D"/>
                  </a:solidFill>
                  <a:effectLst/>
                  <a:uLnTx/>
                  <a:uFillTx/>
                  <a:latin typeface="Calibre"/>
                </a:rPr>
              </a:br>
              <a:r>
                <a:rPr kumimoji="0" lang="en-GB" sz="800" b="0" i="0" u="none" strike="noStrike" kern="1200" cap="none" spc="0" normalizeH="0" baseline="0" noProof="0" dirty="0">
                  <a:ln>
                    <a:noFill/>
                  </a:ln>
                  <a:solidFill>
                    <a:srgbClr val="012A2D"/>
                  </a:solidFill>
                  <a:effectLst/>
                  <a:uLnTx/>
                  <a:uFillTx/>
                  <a:latin typeface="Calibre"/>
                </a:rPr>
                <a:t>to adjust the Sharpness, Brightness, and Contrast.</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Once you are happy with your image, right click on it and select </a:t>
              </a:r>
              <a:r>
                <a:rPr kumimoji="0" lang="en-GB" sz="800" b="1" i="0" u="none" strike="noStrike" kern="1200" cap="none" spc="0" normalizeH="0" baseline="0" noProof="0" dirty="0">
                  <a:ln>
                    <a:noFill/>
                  </a:ln>
                  <a:solidFill>
                    <a:srgbClr val="012A2D"/>
                  </a:solidFill>
                  <a:effectLst/>
                  <a:uLnTx/>
                  <a:uFillTx/>
                  <a:latin typeface="Calibre"/>
                </a:rPr>
                <a:t>‘Send to back’</a:t>
              </a:r>
              <a:r>
                <a:rPr kumimoji="0" lang="en-GB" sz="800" b="0" i="0" u="none" strike="noStrike" kern="1200" cap="none" spc="0" normalizeH="0" baseline="0" noProof="0" dirty="0">
                  <a:ln>
                    <a:noFill/>
                  </a:ln>
                  <a:solidFill>
                    <a:srgbClr val="012A2D"/>
                  </a:solidFill>
                  <a:effectLst/>
                  <a:uLnTx/>
                  <a:uFillTx/>
                  <a:latin typeface="Calibre"/>
                </a:rPr>
                <a:t>.</a:t>
              </a:r>
            </a:p>
          </p:txBody>
        </p:sp>
        <p:sp>
          <p:nvSpPr>
            <p:cNvPr id="18" name="Guidance">
              <a:extLst>
                <a:ext uri="{FF2B5EF4-FFF2-40B4-BE49-F238E27FC236}">
                  <a16:creationId xmlns:a16="http://schemas.microsoft.com/office/drawing/2014/main" id="{E828EB56-45AE-BF46-6963-5824AEC33230}"/>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How to Insert an image</a:t>
              </a:r>
            </a:p>
          </p:txBody>
        </p:sp>
      </p:grpSp>
    </p:spTree>
    <p:extLst>
      <p:ext uri="{BB962C8B-B14F-4D97-AF65-F5344CB8AC3E}">
        <p14:creationId xmlns:p14="http://schemas.microsoft.com/office/powerpoint/2010/main" val="10963947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slide: 3 image comparison">
    <p:bg>
      <p:bgPr>
        <a:solidFill>
          <a:srgbClr val="F6F6F6"/>
        </a:solidFill>
        <a:effectLst/>
      </p:bgPr>
    </p:bg>
    <p:spTree>
      <p:nvGrpSpPr>
        <p:cNvPr id="1" name=""/>
        <p:cNvGrpSpPr/>
        <p:nvPr/>
      </p:nvGrpSpPr>
      <p:grpSpPr>
        <a:xfrm>
          <a:off x="0" y="0"/>
          <a:ext cx="0" cy="0"/>
          <a:chOff x="0" y="0"/>
          <a:chExt cx="0" cy="0"/>
        </a:xfrm>
      </p:grpSpPr>
      <p:sp>
        <p:nvSpPr>
          <p:cNvPr id="17" name="White Color Block BG">
            <a:extLst>
              <a:ext uri="{FF2B5EF4-FFF2-40B4-BE49-F238E27FC236}">
                <a16:creationId xmlns:a16="http://schemas.microsoft.com/office/drawing/2014/main" id="{FFF56D43-E159-CCF2-54DD-18F9369EE906}"/>
              </a:ext>
              <a:ext uri="{C183D7F6-B498-43B3-948B-1728B52AA6E4}">
                <adec:decorative xmlns:adec="http://schemas.microsoft.com/office/drawing/2017/decorative" val="1"/>
              </a:ext>
            </a:extLst>
          </p:cNvPr>
          <p:cNvSpPr/>
          <p:nvPr userDrawn="1"/>
        </p:nvSpPr>
        <p:spPr>
          <a:xfrm>
            <a:off x="0" y="0"/>
            <a:ext cx="12192000" cy="3378200"/>
          </a:xfrm>
          <a:prstGeom prst="rect">
            <a:avLst/>
          </a:prstGeom>
          <a:solidFill>
            <a:srgbClr val="FFFFFF"/>
          </a:solidFill>
        </p:spPr>
        <p:txBody>
          <a:bodyPr wrap="square" lIns="72000" tIns="46800" rIns="72000" bIns="46800" rtlCol="0" anchor="ctr" anchorCtr="1">
            <a:noAutofit/>
          </a:bodyPr>
          <a:lstStyle/>
          <a:p>
            <a:pPr algn="ctr"/>
            <a:endParaRPr lang="en-GB" dirty="0">
              <a:solidFill>
                <a:schemeClr val="bg1"/>
              </a:solidFill>
            </a:endParaRPr>
          </a:p>
        </p:txBody>
      </p:sp>
      <p:sp>
        <p:nvSpPr>
          <p:cNvPr id="6" name="Navigation Header Placeholder">
            <a:extLst>
              <a:ext uri="{FF2B5EF4-FFF2-40B4-BE49-F238E27FC236}">
                <a16:creationId xmlns:a16="http://schemas.microsoft.com/office/drawing/2014/main" id="{682DE23F-D9AC-4E0E-B3B4-53687A5F35C9}"/>
              </a:ext>
              <a:ext uri="{C183D7F6-B498-43B3-948B-1728B52AA6E4}">
                <adec:decorative xmlns:adec="http://schemas.microsoft.com/office/drawing/2017/decorative" val="1"/>
              </a:ext>
            </a:extLst>
          </p:cNvPr>
          <p:cNvSpPr>
            <a:spLocks noGrp="1"/>
          </p:cNvSpPr>
          <p:nvPr>
            <p:ph type="body" sz="quarter" idx="10" hasCustomPrompt="1"/>
          </p:nvPr>
        </p:nvSpPr>
        <p:spPr>
          <a:xfrm>
            <a:off x="1536700" y="957804"/>
            <a:ext cx="1938528" cy="182880"/>
          </a:xfrm>
        </p:spPr>
        <p:txBody>
          <a:bodyPr anchor="t" anchorCtr="0"/>
          <a:lstStyle>
            <a:lvl1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1pPr>
            <a:lvl2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2pPr>
            <a:lvl3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3pPr>
            <a:lvl4pPr marL="0" indent="0" algn="l">
              <a:lnSpc>
                <a:spcPct val="90000"/>
              </a:lnSpc>
              <a:spcBef>
                <a:spcPts val="0"/>
              </a:spcBef>
              <a:spcAft>
                <a:spcPts val="0"/>
              </a:spcAft>
              <a:buFont typeface="Calibre" panose="020B0503030202060203" pitchFamily="34" charset="0"/>
              <a:buNone/>
              <a:defRPr lang="en-US" sz="1050" cap="all" baseline="0" dirty="0" smtClean="0">
                <a:latin typeface="Calibre Medium" panose="020B0603030202060203" pitchFamily="34" charset="0"/>
              </a:defRPr>
            </a:lvl4pPr>
            <a:lvl5pPr marL="0" indent="0" algn="l">
              <a:lnSpc>
                <a:spcPct val="90000"/>
              </a:lnSpc>
              <a:spcBef>
                <a:spcPts val="0"/>
              </a:spcBef>
              <a:spcAft>
                <a:spcPts val="0"/>
              </a:spcAft>
              <a:buFont typeface="Calibre" panose="020B0503030202060203" pitchFamily="34" charset="0"/>
              <a:buNone/>
              <a:defRPr lang="en-US" sz="1050" cap="all" baseline="0" dirty="0" smtClean="0">
                <a:latin typeface="Calibre Medium" panose="020B0603030202060203" pitchFamily="34" charset="0"/>
              </a:defRPr>
            </a:lvl5pPr>
            <a:lvl6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6pPr>
            <a:lvl7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7pPr>
            <a:lvl8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8pPr>
            <a:lvl9pPr marL="0" indent="0" algn="l">
              <a:lnSpc>
                <a:spcPct val="90000"/>
              </a:lnSpc>
              <a:spcBef>
                <a:spcPts val="0"/>
              </a:spcBef>
              <a:spcAft>
                <a:spcPts val="0"/>
              </a:spcAft>
              <a:buFont typeface="Calibre" panose="020B0503030202060203" pitchFamily="34" charset="0"/>
              <a:buNone/>
              <a:defRPr lang="en-US" sz="1050" cap="all" baseline="0" dirty="0">
                <a:latin typeface="Calibre Medium" panose="020B0603030202060203" pitchFamily="34" charset="0"/>
              </a:defRPr>
            </a:lvl9pPr>
          </a:lstStyle>
          <a:p>
            <a:pPr lvl="0"/>
            <a:r>
              <a:rPr lang="en-GB" dirty="0"/>
              <a:t>Navigation Header</a:t>
            </a:r>
          </a:p>
        </p:txBody>
      </p:sp>
      <p:sp>
        <p:nvSpPr>
          <p:cNvPr id="2" name="Title Placeholder">
            <a:extLst>
              <a:ext uri="{FF2B5EF4-FFF2-40B4-BE49-F238E27FC236}">
                <a16:creationId xmlns:a16="http://schemas.microsoft.com/office/drawing/2014/main" id="{944047B7-C3F4-44CE-8AF6-813AA0A42774}"/>
              </a:ext>
            </a:extLst>
          </p:cNvPr>
          <p:cNvSpPr>
            <a:spLocks noGrp="1"/>
          </p:cNvSpPr>
          <p:nvPr>
            <p:ph type="title" hasCustomPrompt="1"/>
          </p:nvPr>
        </p:nvSpPr>
        <p:spPr>
          <a:xfrm>
            <a:off x="511176" y="1601789"/>
            <a:ext cx="2971800" cy="1149350"/>
          </a:xfrm>
        </p:spPr>
        <p:txBody>
          <a:bodyPr/>
          <a:lstStyle>
            <a:lvl1pPr>
              <a:defRPr/>
            </a:lvl1pPr>
          </a:lstStyle>
          <a:p>
            <a:r>
              <a:rPr lang="en-GB" dirty="0"/>
              <a:t>Click to add title</a:t>
            </a:r>
          </a:p>
        </p:txBody>
      </p:sp>
      <p:sp>
        <p:nvSpPr>
          <p:cNvPr id="23" name="Picture Placeholder 1">
            <a:extLst>
              <a:ext uri="{FF2B5EF4-FFF2-40B4-BE49-F238E27FC236}">
                <a16:creationId xmlns:a16="http://schemas.microsoft.com/office/drawing/2014/main" id="{3C491890-2D18-B99D-9050-43025EE2CDA2}"/>
              </a:ext>
              <a:ext uri="{C183D7F6-B498-43B3-948B-1728B52AA6E4}">
                <adec:decorative xmlns:adec="http://schemas.microsoft.com/office/drawing/2017/decorative" val="0"/>
              </a:ext>
            </a:extLst>
          </p:cNvPr>
          <p:cNvSpPr>
            <a:spLocks noGrp="1"/>
          </p:cNvSpPr>
          <p:nvPr>
            <p:ph type="pic" sz="quarter" idx="21" hasCustomPrompt="1"/>
          </p:nvPr>
        </p:nvSpPr>
        <p:spPr>
          <a:xfrm>
            <a:off x="503238" y="2852738"/>
            <a:ext cx="3593592" cy="2020824"/>
          </a:xfrm>
          <a:solidFill>
            <a:schemeClr val="bg1"/>
          </a:solidFill>
          <a:effectLst>
            <a:outerShdw blurRad="63500" algn="ctr" rotWithShape="0">
              <a:srgbClr val="000000">
                <a:alpha val="20000"/>
              </a:srgbClr>
            </a:outerShdw>
          </a:effectLst>
        </p:spPr>
        <p:txBody>
          <a:bodyPr anchor="ctr" anchorCtr="0"/>
          <a:lstStyle>
            <a:lvl1pPr algn="ctr">
              <a:defRPr/>
            </a:lvl1pPr>
          </a:lstStyle>
          <a:p>
            <a:r>
              <a:rPr lang="en-GB" dirty="0"/>
              <a:t>Click icon to add photo</a:t>
            </a:r>
          </a:p>
        </p:txBody>
      </p:sp>
      <p:sp>
        <p:nvSpPr>
          <p:cNvPr id="8" name="Supporting Text Placeholder 1">
            <a:extLst>
              <a:ext uri="{FF2B5EF4-FFF2-40B4-BE49-F238E27FC236}">
                <a16:creationId xmlns:a16="http://schemas.microsoft.com/office/drawing/2014/main" id="{0AB1EEEC-0D13-0BD5-86C1-FEA968AFEE5B}"/>
              </a:ext>
            </a:extLst>
          </p:cNvPr>
          <p:cNvSpPr>
            <a:spLocks noGrp="1"/>
          </p:cNvSpPr>
          <p:nvPr>
            <p:ph type="body" sz="quarter" idx="11" hasCustomPrompt="1"/>
          </p:nvPr>
        </p:nvSpPr>
        <p:spPr>
          <a:xfrm>
            <a:off x="506727" y="4977750"/>
            <a:ext cx="2461897" cy="896112"/>
          </a:xfrm>
        </p:spPr>
        <p:txBody>
          <a:bodyPr/>
          <a:lstStyle>
            <a:lvl1pPr>
              <a:lnSpc>
                <a:spcPct val="100000"/>
              </a:lnSpc>
              <a:spcBef>
                <a:spcPts val="300"/>
              </a:spcBef>
              <a:spcAft>
                <a:spcPts val="300"/>
              </a:spcAft>
              <a:defRPr sz="1200">
                <a:latin typeface="+mn-lt"/>
              </a:defRPr>
            </a:lvl1pPr>
            <a:lvl2pPr marL="180000" indent="-180000">
              <a:lnSpc>
                <a:spcPct val="100000"/>
              </a:lnSpc>
              <a:spcBef>
                <a:spcPts val="300"/>
              </a:spcBef>
              <a:spcAft>
                <a:spcPts val="300"/>
              </a:spcAft>
              <a:buFont typeface="Calibre" panose="020B0503030202060203" pitchFamily="34" charset="0"/>
              <a:buChar char="–"/>
              <a:defRPr sz="1200">
                <a:latin typeface="+mn-lt"/>
              </a:defRPr>
            </a:lvl2pPr>
            <a:lvl3pPr marL="365760" indent="-180000">
              <a:buFont typeface="Arial" panose="020B0604020202020204" pitchFamily="34" charset="0"/>
              <a:buChar char="•"/>
              <a:defRPr/>
            </a:lvl3pPr>
            <a:lvl4pPr marL="0" indent="0">
              <a:lnSpc>
                <a:spcPct val="90000"/>
              </a:lnSpc>
              <a:spcBef>
                <a:spcPts val="600"/>
              </a:spcBef>
              <a:spcAft>
                <a:spcPts val="0"/>
              </a:spcAft>
              <a:buNone/>
              <a:defRPr sz="1600">
                <a:latin typeface="Calibre Semibold" panose="020B0703030202060203" pitchFamily="34" charset="0"/>
              </a:defRPr>
            </a:lvl4pPr>
            <a:lvl5pPr marL="0" indent="0">
              <a:spcBef>
                <a:spcPts val="600"/>
              </a:spcBef>
              <a:spcAft>
                <a:spcPts val="0"/>
              </a:spcAft>
              <a:buNone/>
              <a:defRPr>
                <a:latin typeface="Calibre Semibold" panose="020B0703030202060203" pitchFamily="34" charset="0"/>
              </a:defRPr>
            </a:lvl5pPr>
            <a:lvl6pPr>
              <a:defRPr sz="1050"/>
            </a:lvl6pPr>
            <a:lvl7pPr>
              <a:spcBef>
                <a:spcPts val="300"/>
              </a:spcBef>
              <a:spcAft>
                <a:spcPts val="300"/>
              </a:spcAft>
              <a:defRPr>
                <a:latin typeface="+mn-lt"/>
              </a:defRPr>
            </a:lvl7pPr>
            <a:lvl8pPr marL="180000" indent="-180000">
              <a:spcBef>
                <a:spcPts val="200"/>
              </a:spcBef>
              <a:spcAft>
                <a:spcPts val="200"/>
              </a:spcAft>
              <a:buFont typeface="Calibre" panose="020B0503030202060203" pitchFamily="34" charset="0"/>
              <a:buChar char="–"/>
              <a:defRPr/>
            </a:lvl8pPr>
            <a:lvl9pPr marL="0" indent="0">
              <a:lnSpc>
                <a:spcPct val="90000"/>
              </a:lnSpc>
              <a:spcBef>
                <a:spcPts val="1200"/>
              </a:spcBef>
              <a:spcAft>
                <a:spcPts val="600"/>
              </a:spcAft>
              <a:buNone/>
              <a:defRPr sz="2200">
                <a:latin typeface="Calibre Light" panose="020B0303030202060203" pitchFamily="34" charset="0"/>
              </a:defRPr>
            </a:lvl9pPr>
          </a:lstStyle>
          <a:p>
            <a:pPr lvl="0"/>
            <a:r>
              <a:rPr lang="en-GB" dirty="0"/>
              <a:t>Supporting copy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sp>
        <p:nvSpPr>
          <p:cNvPr id="27" name="Picture Placeholder 2">
            <a:extLst>
              <a:ext uri="{FF2B5EF4-FFF2-40B4-BE49-F238E27FC236}">
                <a16:creationId xmlns:a16="http://schemas.microsoft.com/office/drawing/2014/main" id="{F828808B-C8C2-6A80-07B0-E70E4D3FC847}"/>
              </a:ext>
              <a:ext uri="{C183D7F6-B498-43B3-948B-1728B52AA6E4}">
                <adec:decorative xmlns:adec="http://schemas.microsoft.com/office/drawing/2017/decorative" val="0"/>
              </a:ext>
            </a:extLst>
          </p:cNvPr>
          <p:cNvSpPr>
            <a:spLocks noGrp="1"/>
          </p:cNvSpPr>
          <p:nvPr>
            <p:ph type="pic" sz="quarter" idx="22" hasCustomPrompt="1"/>
          </p:nvPr>
        </p:nvSpPr>
        <p:spPr>
          <a:xfrm>
            <a:off x="4300605" y="2852738"/>
            <a:ext cx="3593592" cy="2020824"/>
          </a:xfrm>
          <a:solidFill>
            <a:schemeClr val="bg1"/>
          </a:solidFill>
          <a:effectLst>
            <a:outerShdw blurRad="63500" algn="ctr" rotWithShape="0">
              <a:srgbClr val="000000">
                <a:alpha val="20000"/>
              </a:srgbClr>
            </a:outerShdw>
          </a:effectLst>
        </p:spPr>
        <p:txBody>
          <a:bodyPr anchor="ctr" anchorCtr="0"/>
          <a:lstStyle>
            <a:lvl1pPr algn="ctr">
              <a:defRPr/>
            </a:lvl1pPr>
          </a:lstStyle>
          <a:p>
            <a:pPr marL="0" marR="0" lvl="0" indent="0" defTabSz="914400" eaLnBrk="1" fontAlgn="auto" latinLnBrk="0" hangingPunct="1">
              <a:lnSpc>
                <a:spcPct val="90000"/>
              </a:lnSpc>
              <a:spcBef>
                <a:spcPts val="1200"/>
              </a:spcBef>
              <a:spcAft>
                <a:spcPts val="600"/>
              </a:spcAft>
              <a:buClrTx/>
              <a:buSzTx/>
              <a:buFontTx/>
              <a:buNone/>
              <a:tabLst/>
              <a:defRPr/>
            </a:pPr>
            <a:r>
              <a:rPr lang="en-GB" dirty="0"/>
              <a:t>Click icon to add photo</a:t>
            </a:r>
          </a:p>
        </p:txBody>
      </p:sp>
      <p:sp>
        <p:nvSpPr>
          <p:cNvPr id="12" name="Supporting Text Placeholder 2">
            <a:extLst>
              <a:ext uri="{FF2B5EF4-FFF2-40B4-BE49-F238E27FC236}">
                <a16:creationId xmlns:a16="http://schemas.microsoft.com/office/drawing/2014/main" id="{7686CD6E-3238-BA56-8AEE-517E1259F967}"/>
              </a:ext>
            </a:extLst>
          </p:cNvPr>
          <p:cNvSpPr>
            <a:spLocks noGrp="1"/>
          </p:cNvSpPr>
          <p:nvPr>
            <p:ph type="body" sz="quarter" idx="13" hasCustomPrompt="1"/>
          </p:nvPr>
        </p:nvSpPr>
        <p:spPr>
          <a:xfrm>
            <a:off x="4300604" y="4977750"/>
            <a:ext cx="2461897" cy="896112"/>
          </a:xfrm>
        </p:spPr>
        <p:txBody>
          <a:bodyPr/>
          <a:lstStyle>
            <a:lvl1pPr>
              <a:lnSpc>
                <a:spcPct val="100000"/>
              </a:lnSpc>
              <a:spcBef>
                <a:spcPts val="300"/>
              </a:spcBef>
              <a:spcAft>
                <a:spcPts val="300"/>
              </a:spcAft>
              <a:defRPr sz="1200">
                <a:latin typeface="+mn-lt"/>
              </a:defRPr>
            </a:lvl1pPr>
            <a:lvl2pPr marL="180000" indent="-180000">
              <a:lnSpc>
                <a:spcPct val="100000"/>
              </a:lnSpc>
              <a:spcBef>
                <a:spcPts val="300"/>
              </a:spcBef>
              <a:spcAft>
                <a:spcPts val="300"/>
              </a:spcAft>
              <a:buFont typeface="Calibre" panose="020B0503030202060203" pitchFamily="34" charset="0"/>
              <a:buChar char="–"/>
              <a:defRPr sz="1200">
                <a:latin typeface="+mn-lt"/>
              </a:defRPr>
            </a:lvl2pPr>
            <a:lvl3pPr marL="365760" indent="-180000">
              <a:buFont typeface="Arial" panose="020B0604020202020204" pitchFamily="34" charset="0"/>
              <a:buChar char="•"/>
              <a:defRPr/>
            </a:lvl3pPr>
            <a:lvl4pPr marL="0" indent="0">
              <a:lnSpc>
                <a:spcPct val="90000"/>
              </a:lnSpc>
              <a:spcBef>
                <a:spcPts val="600"/>
              </a:spcBef>
              <a:spcAft>
                <a:spcPts val="0"/>
              </a:spcAft>
              <a:buNone/>
              <a:defRPr sz="1600">
                <a:latin typeface="Calibre Semibold" panose="020B0703030202060203" pitchFamily="34" charset="0"/>
              </a:defRPr>
            </a:lvl4pPr>
            <a:lvl5pPr marL="0" indent="0">
              <a:spcBef>
                <a:spcPts val="600"/>
              </a:spcBef>
              <a:spcAft>
                <a:spcPts val="0"/>
              </a:spcAft>
              <a:buNone/>
              <a:defRPr>
                <a:latin typeface="Calibre Semibold" panose="020B0703030202060203" pitchFamily="34" charset="0"/>
              </a:defRPr>
            </a:lvl5pPr>
            <a:lvl6pPr>
              <a:defRPr sz="1050"/>
            </a:lvl6pPr>
            <a:lvl7pPr>
              <a:spcBef>
                <a:spcPts val="300"/>
              </a:spcBef>
              <a:spcAft>
                <a:spcPts val="300"/>
              </a:spcAft>
              <a:defRPr>
                <a:latin typeface="+mn-lt"/>
              </a:defRPr>
            </a:lvl7pPr>
            <a:lvl8pPr marL="180000" indent="-180000">
              <a:spcBef>
                <a:spcPts val="200"/>
              </a:spcBef>
              <a:spcAft>
                <a:spcPts val="200"/>
              </a:spcAft>
              <a:buFont typeface="Calibre" panose="020B0503030202060203" pitchFamily="34" charset="0"/>
              <a:buChar char="–"/>
              <a:defRPr/>
            </a:lvl8pPr>
            <a:lvl9pPr marL="0" indent="0">
              <a:lnSpc>
                <a:spcPct val="90000"/>
              </a:lnSpc>
              <a:spcBef>
                <a:spcPts val="1200"/>
              </a:spcBef>
              <a:spcAft>
                <a:spcPts val="600"/>
              </a:spcAft>
              <a:buNone/>
              <a:defRPr sz="2200">
                <a:latin typeface="Calibre Light" panose="020B0303030202060203" pitchFamily="34" charset="0"/>
              </a:defRPr>
            </a:lvl9pPr>
          </a:lstStyle>
          <a:p>
            <a:pPr lvl="0"/>
            <a:r>
              <a:rPr lang="en-GB" dirty="0"/>
              <a:t>Supporting copy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sp>
        <p:nvSpPr>
          <p:cNvPr id="29" name="Picture Placeholder 3">
            <a:extLst>
              <a:ext uri="{FF2B5EF4-FFF2-40B4-BE49-F238E27FC236}">
                <a16:creationId xmlns:a16="http://schemas.microsoft.com/office/drawing/2014/main" id="{64BD2ADD-8B32-C06D-8774-EDCEE3BDAAA3}"/>
              </a:ext>
              <a:ext uri="{C183D7F6-B498-43B3-948B-1728B52AA6E4}">
                <adec:decorative xmlns:adec="http://schemas.microsoft.com/office/drawing/2017/decorative" val="0"/>
              </a:ext>
            </a:extLst>
          </p:cNvPr>
          <p:cNvSpPr>
            <a:spLocks noGrp="1"/>
          </p:cNvSpPr>
          <p:nvPr>
            <p:ph type="pic" sz="quarter" idx="23" hasCustomPrompt="1"/>
          </p:nvPr>
        </p:nvSpPr>
        <p:spPr>
          <a:xfrm>
            <a:off x="8097974" y="2852738"/>
            <a:ext cx="3593592" cy="2020824"/>
          </a:xfrm>
          <a:solidFill>
            <a:schemeClr val="bg1"/>
          </a:solidFill>
          <a:effectLst>
            <a:outerShdw blurRad="63500" algn="ctr" rotWithShape="0">
              <a:srgbClr val="000000">
                <a:alpha val="20000"/>
              </a:srgbClr>
            </a:outerShdw>
          </a:effectLst>
        </p:spPr>
        <p:txBody>
          <a:bodyPr anchor="ctr" anchorCtr="0"/>
          <a:lstStyle>
            <a:lvl1pPr algn="ctr">
              <a:defRPr/>
            </a:lvl1pPr>
          </a:lstStyle>
          <a:p>
            <a:pPr marL="0" marR="0" lvl="0" indent="0" defTabSz="914400" eaLnBrk="1" fontAlgn="auto" latinLnBrk="0" hangingPunct="1">
              <a:lnSpc>
                <a:spcPct val="90000"/>
              </a:lnSpc>
              <a:spcBef>
                <a:spcPts val="1200"/>
              </a:spcBef>
              <a:spcAft>
                <a:spcPts val="600"/>
              </a:spcAft>
              <a:buClrTx/>
              <a:buSzTx/>
              <a:buFontTx/>
              <a:buNone/>
              <a:tabLst/>
              <a:defRPr/>
            </a:pPr>
            <a:r>
              <a:rPr lang="en-GB" dirty="0"/>
              <a:t>Click icon to add photo</a:t>
            </a:r>
          </a:p>
        </p:txBody>
      </p:sp>
      <p:sp>
        <p:nvSpPr>
          <p:cNvPr id="16" name="Supporting Text Placeholder 3">
            <a:extLst>
              <a:ext uri="{FF2B5EF4-FFF2-40B4-BE49-F238E27FC236}">
                <a16:creationId xmlns:a16="http://schemas.microsoft.com/office/drawing/2014/main" id="{2C83130E-3D96-9313-B0E7-8DF90A4A1777}"/>
              </a:ext>
            </a:extLst>
          </p:cNvPr>
          <p:cNvSpPr>
            <a:spLocks noGrp="1"/>
          </p:cNvSpPr>
          <p:nvPr>
            <p:ph type="body" sz="quarter" idx="15" hasCustomPrompt="1"/>
          </p:nvPr>
        </p:nvSpPr>
        <p:spPr>
          <a:xfrm>
            <a:off x="8097973" y="4977750"/>
            <a:ext cx="2461897" cy="896112"/>
          </a:xfrm>
        </p:spPr>
        <p:txBody>
          <a:bodyPr/>
          <a:lstStyle>
            <a:lvl1pPr>
              <a:lnSpc>
                <a:spcPct val="100000"/>
              </a:lnSpc>
              <a:spcBef>
                <a:spcPts val="300"/>
              </a:spcBef>
              <a:spcAft>
                <a:spcPts val="300"/>
              </a:spcAft>
              <a:defRPr sz="1200">
                <a:latin typeface="+mn-lt"/>
              </a:defRPr>
            </a:lvl1pPr>
            <a:lvl2pPr marL="180000" indent="-180000">
              <a:lnSpc>
                <a:spcPct val="100000"/>
              </a:lnSpc>
              <a:spcBef>
                <a:spcPts val="300"/>
              </a:spcBef>
              <a:spcAft>
                <a:spcPts val="300"/>
              </a:spcAft>
              <a:buFont typeface="Calibre" panose="020B0503030202060203" pitchFamily="34" charset="0"/>
              <a:buChar char="–"/>
              <a:defRPr sz="1200">
                <a:latin typeface="+mn-lt"/>
              </a:defRPr>
            </a:lvl2pPr>
            <a:lvl3pPr marL="365760" indent="-180000">
              <a:buFont typeface="Arial" panose="020B0604020202020204" pitchFamily="34" charset="0"/>
              <a:buChar char="•"/>
              <a:defRPr/>
            </a:lvl3pPr>
            <a:lvl4pPr marL="0" indent="0">
              <a:lnSpc>
                <a:spcPct val="90000"/>
              </a:lnSpc>
              <a:spcBef>
                <a:spcPts val="600"/>
              </a:spcBef>
              <a:spcAft>
                <a:spcPts val="0"/>
              </a:spcAft>
              <a:buNone/>
              <a:defRPr sz="1600">
                <a:latin typeface="Calibre Semibold" panose="020B0703030202060203" pitchFamily="34" charset="0"/>
              </a:defRPr>
            </a:lvl4pPr>
            <a:lvl5pPr marL="0" indent="0">
              <a:spcBef>
                <a:spcPts val="600"/>
              </a:spcBef>
              <a:spcAft>
                <a:spcPts val="0"/>
              </a:spcAft>
              <a:buNone/>
              <a:defRPr>
                <a:latin typeface="Calibre Semibold" panose="020B0703030202060203" pitchFamily="34" charset="0"/>
              </a:defRPr>
            </a:lvl5pPr>
            <a:lvl6pPr>
              <a:defRPr sz="1050"/>
            </a:lvl6pPr>
            <a:lvl7pPr>
              <a:spcBef>
                <a:spcPts val="300"/>
              </a:spcBef>
              <a:spcAft>
                <a:spcPts val="300"/>
              </a:spcAft>
              <a:defRPr>
                <a:latin typeface="+mn-lt"/>
              </a:defRPr>
            </a:lvl7pPr>
            <a:lvl8pPr marL="180000" indent="-180000">
              <a:spcBef>
                <a:spcPts val="200"/>
              </a:spcBef>
              <a:spcAft>
                <a:spcPts val="200"/>
              </a:spcAft>
              <a:buFont typeface="Calibre" panose="020B0503030202060203" pitchFamily="34" charset="0"/>
              <a:buChar char="–"/>
              <a:defRPr/>
            </a:lvl8pPr>
            <a:lvl9pPr marL="0" indent="0">
              <a:lnSpc>
                <a:spcPct val="90000"/>
              </a:lnSpc>
              <a:spcBef>
                <a:spcPts val="1200"/>
              </a:spcBef>
              <a:spcAft>
                <a:spcPts val="600"/>
              </a:spcAft>
              <a:buNone/>
              <a:defRPr sz="2200">
                <a:latin typeface="Calibre Light" panose="020B0303030202060203" pitchFamily="34" charset="0"/>
              </a:defRPr>
            </a:lvl9pPr>
          </a:lstStyle>
          <a:p>
            <a:pPr lvl="0"/>
            <a:r>
              <a:rPr lang="en-GB" dirty="0"/>
              <a:t>Supporting copy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sp>
        <p:nvSpPr>
          <p:cNvPr id="26" name="Notes Placeholder">
            <a:extLst>
              <a:ext uri="{FF2B5EF4-FFF2-40B4-BE49-F238E27FC236}">
                <a16:creationId xmlns:a16="http://schemas.microsoft.com/office/drawing/2014/main" id="{D05D0514-BFAE-8114-C2E5-E47E60921DC8}"/>
              </a:ext>
            </a:extLst>
          </p:cNvPr>
          <p:cNvSpPr>
            <a:spLocks noGrp="1"/>
          </p:cNvSpPr>
          <p:nvPr>
            <p:ph type="body" sz="quarter" idx="20" hasCustomPrompt="1"/>
          </p:nvPr>
        </p:nvSpPr>
        <p:spPr>
          <a:xfrm>
            <a:off x="511176" y="5981699"/>
            <a:ext cx="3995737" cy="427673"/>
          </a:xfrm>
        </p:spPr>
        <p:txBody>
          <a:bodyPr anchor="b" anchorCtr="0"/>
          <a:lstStyle>
            <a:lvl1pPr marL="0" marR="0" indent="0">
              <a:lnSpc>
                <a:spcPct val="100000"/>
              </a:lnSpc>
              <a:spcBef>
                <a:spcPts val="300"/>
              </a:spcBef>
              <a:spcAft>
                <a:spcPts val="0"/>
              </a:spcAft>
              <a:defRPr sz="900">
                <a:latin typeface="Calibre Semibold" panose="020B0703030202060203" pitchFamily="34" charset="0"/>
              </a:defRPr>
            </a:lvl1pPr>
            <a:lvl2pPr marL="0" marR="0" indent="0">
              <a:lnSpc>
                <a:spcPct val="100000"/>
              </a:lnSpc>
              <a:spcBef>
                <a:spcPts val="300"/>
              </a:spcBef>
              <a:spcAft>
                <a:spcPts val="0"/>
              </a:spcAft>
              <a:defRPr sz="900">
                <a:latin typeface="Calibre" panose="020B0503030202060203" pitchFamily="34" charset="0"/>
              </a:defRPr>
            </a:lvl2pPr>
            <a:lvl3pPr marL="108000" marR="0" indent="-108000">
              <a:lnSpc>
                <a:spcPct val="100000"/>
              </a:lnSpc>
              <a:spcBef>
                <a:spcPts val="200"/>
              </a:spcBef>
              <a:spcAft>
                <a:spcPts val="0"/>
              </a:spcAft>
              <a:buFont typeface="Calibre" panose="020B0503030202060203" pitchFamily="34" charset="0"/>
              <a:buChar char="–"/>
              <a:defRPr sz="900">
                <a:latin typeface="Calibre" panose="020B0503030202060203" pitchFamily="34" charset="0"/>
              </a:defRPr>
            </a:lvl3pPr>
            <a:lvl4pPr marL="216000" marR="0" indent="-108000">
              <a:lnSpc>
                <a:spcPct val="100000"/>
              </a:lnSpc>
              <a:spcBef>
                <a:spcPts val="200"/>
              </a:spcBef>
              <a:spcAft>
                <a:spcPts val="0"/>
              </a:spcAft>
              <a:buFont typeface="Arial" panose="020B0604020202020204" pitchFamily="34" charset="0"/>
              <a:buChar char="•"/>
              <a:defRPr sz="900">
                <a:latin typeface="Calibre" panose="020B0503030202060203" pitchFamily="34" charset="0"/>
              </a:defRPr>
            </a:lvl4pPr>
            <a:lvl5pPr marL="0" marR="0" indent="0">
              <a:lnSpc>
                <a:spcPct val="100000"/>
              </a:lnSpc>
              <a:spcBef>
                <a:spcPts val="300"/>
              </a:spcBef>
              <a:spcAft>
                <a:spcPts val="0"/>
              </a:spcAft>
              <a:buNone/>
              <a:defRPr sz="900">
                <a:latin typeface="Calibre Semibold" panose="020B0703030202060203" pitchFamily="34" charset="0"/>
              </a:defRPr>
            </a:lvl5pPr>
            <a:lvl6pPr marL="0" marR="0" indent="0">
              <a:lnSpc>
                <a:spcPct val="100000"/>
              </a:lnSpc>
              <a:spcBef>
                <a:spcPts val="300"/>
              </a:spcBef>
              <a:spcAft>
                <a:spcPts val="0"/>
              </a:spcAft>
              <a:defRPr sz="800">
                <a:latin typeface="Calibre Semibold" panose="020B0703030202060203" pitchFamily="34" charset="0"/>
              </a:defRPr>
            </a:lvl6pPr>
            <a:lvl7pPr marL="0" marR="0" indent="0">
              <a:lnSpc>
                <a:spcPct val="100000"/>
              </a:lnSpc>
              <a:spcBef>
                <a:spcPts val="200"/>
              </a:spcBef>
              <a:spcAft>
                <a:spcPts val="0"/>
              </a:spcAft>
              <a:defRPr sz="800">
                <a:latin typeface="Calibre" panose="020B0503030202060203" pitchFamily="34" charset="0"/>
              </a:defRPr>
            </a:lvl7pPr>
            <a:lvl8pPr marL="108000" marR="0" indent="-108000">
              <a:lnSpc>
                <a:spcPct val="100000"/>
              </a:lnSpc>
              <a:spcBef>
                <a:spcPts val="200"/>
              </a:spcBef>
              <a:spcAft>
                <a:spcPts val="0"/>
              </a:spcAft>
              <a:buFont typeface="Calibre" panose="020B0503030202060203" pitchFamily="34" charset="0"/>
              <a:buChar char="–"/>
              <a:defRPr sz="800">
                <a:latin typeface="Calibre" panose="020B0503030202060203" pitchFamily="34" charset="0"/>
              </a:defRPr>
            </a:lvl8pPr>
            <a:lvl9pPr marL="216000" marR="0" indent="-108000">
              <a:lnSpc>
                <a:spcPct val="100000"/>
              </a:lnSpc>
              <a:spcBef>
                <a:spcPts val="200"/>
              </a:spcBef>
              <a:spcAft>
                <a:spcPts val="0"/>
              </a:spcAft>
              <a:buFont typeface="Arial" panose="020B0604020202020204" pitchFamily="34" charset="0"/>
              <a:buChar char="•"/>
              <a:defRPr sz="800">
                <a:latin typeface="Calibre" panose="020B0503030202060203" pitchFamily="34" charset="0"/>
              </a:defRPr>
            </a:lvl9pPr>
          </a:lstStyle>
          <a:p>
            <a:pPr lvl="0"/>
            <a:r>
              <a:rPr lang="en-GB" dirty="0"/>
              <a:t>Notes title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cxnSp>
        <p:nvCxnSpPr>
          <p:cNvPr id="4" name="LoS - Fixed">
            <a:extLst>
              <a:ext uri="{FF2B5EF4-FFF2-40B4-BE49-F238E27FC236}">
                <a16:creationId xmlns:a16="http://schemas.microsoft.com/office/drawing/2014/main" id="{6E49B04A-A0F1-B674-585D-5B7235E449CD}"/>
              </a:ext>
              <a:ext uri="{C183D7F6-B498-43B3-948B-1728B52AA6E4}">
                <adec:decorative xmlns:adec="http://schemas.microsoft.com/office/drawing/2017/decorative" val="1"/>
              </a:ext>
            </a:extLst>
          </p:cNvPr>
          <p:cNvCxnSpPr>
            <a:cxnSpLocks/>
          </p:cNvCxnSpPr>
          <p:nvPr userDrawn="1"/>
        </p:nvCxnSpPr>
        <p:spPr>
          <a:xfrm>
            <a:off x="503238" y="1022541"/>
            <a:ext cx="935037" cy="0"/>
          </a:xfrm>
          <a:prstGeom prst="line">
            <a:avLst/>
          </a:prstGeom>
          <a:ln w="25400">
            <a:solidFill>
              <a:srgbClr val="17E88F"/>
            </a:solidFill>
          </a:ln>
        </p:spPr>
        <p:style>
          <a:lnRef idx="1">
            <a:schemeClr val="accent1"/>
          </a:lnRef>
          <a:fillRef idx="0">
            <a:schemeClr val="accent1"/>
          </a:fillRef>
          <a:effectRef idx="0">
            <a:schemeClr val="accent1"/>
          </a:effectRef>
          <a:fontRef idx="minor">
            <a:schemeClr val="tx1"/>
          </a:fontRef>
        </p:style>
      </p:cxnSp>
      <p:grpSp>
        <p:nvGrpSpPr>
          <p:cNvPr id="3" name="Text Styles Guidance">
            <a:extLst>
              <a:ext uri="{FF2B5EF4-FFF2-40B4-BE49-F238E27FC236}">
                <a16:creationId xmlns:a16="http://schemas.microsoft.com/office/drawing/2014/main" id="{5A7CE67B-AF5D-7E04-6C49-E3D30A8FF654}"/>
              </a:ext>
              <a:ext uri="{C183D7F6-B498-43B3-948B-1728B52AA6E4}">
                <adec:decorative xmlns:adec="http://schemas.microsoft.com/office/drawing/2017/decorative" val="1"/>
              </a:ext>
            </a:extLst>
          </p:cNvPr>
          <p:cNvGrpSpPr>
            <a:grpSpLocks noGrp="1" noUngrp="1" noRot="1" noMove="1" noResize="1"/>
          </p:cNvGrpSpPr>
          <p:nvPr userDrawn="1"/>
        </p:nvGrpSpPr>
        <p:grpSpPr>
          <a:xfrm>
            <a:off x="-2322513" y="452438"/>
            <a:ext cx="1969750" cy="1731874"/>
            <a:chOff x="-2322513" y="1484313"/>
            <a:chExt cx="1969750" cy="1731874"/>
          </a:xfrm>
        </p:grpSpPr>
        <p:grpSp>
          <p:nvGrpSpPr>
            <p:cNvPr id="5" name="Group 4">
              <a:extLst>
                <a:ext uri="{FF2B5EF4-FFF2-40B4-BE49-F238E27FC236}">
                  <a16:creationId xmlns:a16="http://schemas.microsoft.com/office/drawing/2014/main" id="{E74A7282-226F-3692-CDF5-890895D3BB2A}"/>
                </a:ext>
              </a:extLst>
            </p:cNvPr>
            <p:cNvGrpSpPr>
              <a:grpSpLocks noGrp="1" noUngrp="1" noRot="1" noMove="1" noResize="1"/>
            </p:cNvGrpSpPr>
            <p:nvPr userDrawn="1"/>
          </p:nvGrpSpPr>
          <p:grpSpPr>
            <a:xfrm>
              <a:off x="-2317919" y="1484313"/>
              <a:ext cx="1960563" cy="1231106"/>
              <a:chOff x="-2322513" y="195104"/>
              <a:chExt cx="1960563" cy="1231106"/>
            </a:xfrm>
          </p:grpSpPr>
          <p:sp>
            <p:nvSpPr>
              <p:cNvPr id="13" name="Guidance">
                <a:extLst>
                  <a:ext uri="{FF2B5EF4-FFF2-40B4-BE49-F238E27FC236}">
                    <a16:creationId xmlns:a16="http://schemas.microsoft.com/office/drawing/2014/main" id="{BCE8A02B-3807-0D55-B9E7-FCD2309C63BD}"/>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984885"/>
              </a:xfrm>
              <a:prstGeom prst="rect">
                <a:avLst/>
              </a:prstGeom>
              <a:solidFill>
                <a:srgbClr val="C0D4CB"/>
              </a:solidFill>
            </p:spPr>
            <p:txBody>
              <a:bodyPr wrap="square" lIns="72000" rIns="72000" rtlCol="0">
                <a:noAutofit/>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Each text frame has nine pre-formatted styles defined for you to use.</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To access the styles, use the Increase/Decrease List Level commands found in Home &gt; Paragraph tools:</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800" b="0" i="0" u="none" strike="noStrike" kern="1200" cap="none" spc="0" normalizeH="0" baseline="0" noProof="0" dirty="0">
                  <a:ln>
                    <a:noFill/>
                  </a:ln>
                  <a:solidFill>
                    <a:srgbClr val="012A2D"/>
                  </a:solidFill>
                  <a:effectLst/>
                  <a:uLnTx/>
                  <a:uFillTx/>
                  <a:latin typeface="Calibre"/>
                </a:endParaRPr>
              </a:p>
            </p:txBody>
          </p:sp>
          <p:sp>
            <p:nvSpPr>
              <p:cNvPr id="15" name="Guidance">
                <a:extLst>
                  <a:ext uri="{FF2B5EF4-FFF2-40B4-BE49-F238E27FC236}">
                    <a16:creationId xmlns:a16="http://schemas.microsoft.com/office/drawing/2014/main" id="{889FCAF2-F788-3B8D-6EFC-F88C353D212C}"/>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Text styles</a:t>
                </a:r>
              </a:p>
            </p:txBody>
          </p:sp>
        </p:grpSp>
        <p:grpSp>
          <p:nvGrpSpPr>
            <p:cNvPr id="7" name="Group 6">
              <a:extLst>
                <a:ext uri="{FF2B5EF4-FFF2-40B4-BE49-F238E27FC236}">
                  <a16:creationId xmlns:a16="http://schemas.microsoft.com/office/drawing/2014/main" id="{16B3763C-4EFE-EF3A-15CE-5A9422CB0E3D}"/>
                </a:ext>
              </a:extLst>
            </p:cNvPr>
            <p:cNvGrpSpPr>
              <a:grpSpLocks noGrp="1" noUngrp="1" noRot="1" noMove="1" noResize="1"/>
            </p:cNvGrpSpPr>
            <p:nvPr userDrawn="1"/>
          </p:nvGrpSpPr>
          <p:grpSpPr>
            <a:xfrm>
              <a:off x="-2322513" y="2655826"/>
              <a:ext cx="1969750" cy="560361"/>
              <a:chOff x="3911096" y="2800206"/>
              <a:chExt cx="4420607" cy="1257587"/>
            </a:xfrm>
          </p:grpSpPr>
          <p:pic>
            <p:nvPicPr>
              <p:cNvPr id="9" name="Picture 8">
                <a:extLst>
                  <a:ext uri="{FF2B5EF4-FFF2-40B4-BE49-F238E27FC236}">
                    <a16:creationId xmlns:a16="http://schemas.microsoft.com/office/drawing/2014/main" id="{BBAD7E0E-F7DC-E8F5-C5BE-948FE905EA2A}"/>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3911096" y="2800206"/>
                <a:ext cx="4420607" cy="1257587"/>
              </a:xfrm>
              <a:prstGeom prst="rect">
                <a:avLst/>
              </a:prstGeom>
            </p:spPr>
          </p:pic>
          <p:sp>
            <p:nvSpPr>
              <p:cNvPr id="11" name="Rectangle 10">
                <a:extLst>
                  <a:ext uri="{FF2B5EF4-FFF2-40B4-BE49-F238E27FC236}">
                    <a16:creationId xmlns:a16="http://schemas.microsoft.com/office/drawing/2014/main" id="{C75A3823-0832-51E0-2FEC-2069EED0F547}"/>
                  </a:ext>
                </a:extLst>
              </p:cNvPr>
              <p:cNvSpPr>
                <a:spLocks noGrp="1" noRot="1" noMove="1" noResize="1" noEditPoints="1" noAdjustHandles="1" noChangeArrowheads="1" noChangeShapeType="1"/>
              </p:cNvSpPr>
              <p:nvPr/>
            </p:nvSpPr>
            <p:spPr>
              <a:xfrm>
                <a:off x="5074444" y="2959894"/>
                <a:ext cx="669131" cy="285750"/>
              </a:xfrm>
              <a:prstGeom prst="rect">
                <a:avLst/>
              </a:prstGeom>
              <a:noFill/>
              <a:ln w="6350" cap="flat" cmpd="sng" algn="ctr">
                <a:solidFill>
                  <a:srgbClr val="FF0000"/>
                </a:solidFill>
                <a:prstDash val="solid"/>
                <a:miter lim="800000"/>
              </a:ln>
              <a:effectLst/>
            </p:spPr>
            <p:txBody>
              <a:bodyPr rtlCol="0" anchor="ctr">
                <a:noAutofit/>
              </a:bodyPr>
              <a:lstStyle/>
              <a:p>
                <a:pPr marL="0" marR="0" lvl="0" indent="0" algn="ctr"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1200" b="0" i="0" u="none" strike="noStrike" kern="1200" cap="none" spc="0" normalizeH="0" baseline="0" noProof="0" dirty="0">
                  <a:ln>
                    <a:noFill/>
                  </a:ln>
                  <a:solidFill>
                    <a:srgbClr val="FFFFFF"/>
                  </a:solidFill>
                  <a:effectLst/>
                  <a:uLnTx/>
                  <a:uFillTx/>
                  <a:latin typeface="Calibre"/>
                  <a:ea typeface="+mn-ea"/>
                  <a:cs typeface="+mn-cs"/>
                </a:endParaRPr>
              </a:p>
            </p:txBody>
          </p:sp>
        </p:grpSp>
      </p:grpSp>
      <p:grpSp>
        <p:nvGrpSpPr>
          <p:cNvPr id="10" name="Image Guidance">
            <a:extLst>
              <a:ext uri="{FF2B5EF4-FFF2-40B4-BE49-F238E27FC236}">
                <a16:creationId xmlns:a16="http://schemas.microsoft.com/office/drawing/2014/main" id="{57B70C46-D18E-1297-88E4-EFDC7DC4DAED}"/>
              </a:ext>
              <a:ext uri="{C183D7F6-B498-43B3-948B-1728B52AA6E4}">
                <adec:decorative xmlns:adec="http://schemas.microsoft.com/office/drawing/2017/decorative" val="1"/>
              </a:ext>
            </a:extLst>
          </p:cNvPr>
          <p:cNvGrpSpPr>
            <a:grpSpLocks noGrp="1" noUngrp="1" noRot="1" noMove="1" noResize="1"/>
          </p:cNvGrpSpPr>
          <p:nvPr userDrawn="1"/>
        </p:nvGrpSpPr>
        <p:grpSpPr>
          <a:xfrm>
            <a:off x="12553950" y="441325"/>
            <a:ext cx="1960563" cy="3139321"/>
            <a:chOff x="-2322513" y="195104"/>
            <a:chExt cx="1960563" cy="3139321"/>
          </a:xfrm>
        </p:grpSpPr>
        <p:sp>
          <p:nvSpPr>
            <p:cNvPr id="14" name="Guidance">
              <a:extLst>
                <a:ext uri="{FF2B5EF4-FFF2-40B4-BE49-F238E27FC236}">
                  <a16:creationId xmlns:a16="http://schemas.microsoft.com/office/drawing/2014/main" id="{068E84A9-009B-57EC-6A05-9744D6AD38B1}"/>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2893100"/>
            </a:xfrm>
            <a:prstGeom prst="rect">
              <a:avLst/>
            </a:prstGeom>
            <a:solidFill>
              <a:srgbClr val="C0D4CB"/>
            </a:solidFill>
          </p:spPr>
          <p:txBody>
            <a:bodyPr wrap="square" lIns="72000" rIns="72000" rtlCol="0">
              <a:noAutofit/>
            </a:bodyPr>
            <a:lstStyle/>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If there is already an image present, delete this first.</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Click on the </a:t>
              </a:r>
              <a:r>
                <a:rPr kumimoji="0" lang="en-GB" sz="800" b="1" i="0" u="none" strike="noStrike" kern="1200" cap="none" spc="0" normalizeH="0" baseline="0" noProof="0" dirty="0">
                  <a:ln>
                    <a:noFill/>
                  </a:ln>
                  <a:solidFill>
                    <a:srgbClr val="012A2D"/>
                  </a:solidFill>
                  <a:effectLst/>
                  <a:uLnTx/>
                  <a:uFillTx/>
                  <a:latin typeface="Calibre"/>
                </a:rPr>
                <a:t>icon </a:t>
              </a:r>
              <a:r>
                <a:rPr kumimoji="0" lang="en-GB" sz="800" b="0" i="0" u="none" strike="noStrike" kern="1200" cap="none" spc="0" normalizeH="0" baseline="0" noProof="0" dirty="0">
                  <a:ln>
                    <a:noFill/>
                  </a:ln>
                  <a:solidFill>
                    <a:srgbClr val="012A2D"/>
                  </a:solidFill>
                  <a:effectLst/>
                  <a:uLnTx/>
                  <a:uFillTx/>
                  <a:latin typeface="Calibre"/>
                </a:rPr>
                <a:t>in the middle of the placeholder and choose the image from your computer.</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Click on the </a:t>
              </a:r>
              <a:r>
                <a:rPr kumimoji="0" lang="en-GB" sz="800" b="1" i="0" u="none" strike="noStrike" kern="1200" cap="none" spc="0" normalizeH="0" baseline="0" noProof="0" dirty="0">
                  <a:ln>
                    <a:noFill/>
                  </a:ln>
                  <a:solidFill>
                    <a:srgbClr val="012A2D"/>
                  </a:solidFill>
                  <a:effectLst/>
                  <a:uLnTx/>
                  <a:uFillTx/>
                  <a:latin typeface="Calibre"/>
                </a:rPr>
                <a:t>Format Picture </a:t>
              </a:r>
              <a:r>
                <a:rPr kumimoji="0" lang="en-GB" sz="800" b="0" i="0" u="none" strike="noStrike" kern="1200" cap="none" spc="0" normalizeH="0" baseline="0" noProof="0" dirty="0">
                  <a:ln>
                    <a:noFill/>
                  </a:ln>
                  <a:solidFill>
                    <a:srgbClr val="012A2D"/>
                  </a:solidFill>
                  <a:effectLst/>
                  <a:uLnTx/>
                  <a:uFillTx/>
                  <a:latin typeface="Calibre"/>
                </a:rPr>
                <a:t>tab in the ribbon and use the tools to edit the image.</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Choose </a:t>
              </a:r>
              <a:r>
                <a:rPr kumimoji="0" lang="en-GB" sz="800" b="1" i="0" u="none" strike="noStrike" kern="1200" cap="none" spc="0" normalizeH="0" baseline="0" noProof="0" dirty="0">
                  <a:ln>
                    <a:noFill/>
                  </a:ln>
                  <a:solidFill>
                    <a:srgbClr val="012A2D"/>
                  </a:solidFill>
                  <a:effectLst/>
                  <a:uLnTx/>
                  <a:uFillTx/>
                  <a:latin typeface="Calibre"/>
                </a:rPr>
                <a:t>Crop to </a:t>
              </a:r>
              <a:r>
                <a:rPr kumimoji="0" lang="en-GB" sz="800" b="0" i="0" u="none" strike="noStrike" kern="1200" cap="none" spc="0" normalizeH="0" baseline="0" noProof="0" dirty="0">
                  <a:ln>
                    <a:noFill/>
                  </a:ln>
                  <a:solidFill>
                    <a:srgbClr val="012A2D"/>
                  </a:solidFill>
                  <a:effectLst/>
                  <a:uLnTx/>
                  <a:uFillTx/>
                  <a:latin typeface="Calibre"/>
                </a:rPr>
                <a:t>resize and move the image within the placeholder, using the white circles in the corners of the image. Click on the drop down arrow and choose </a:t>
              </a:r>
              <a:r>
                <a:rPr kumimoji="0" lang="en-GB" sz="800" b="1" i="0" u="none" strike="noStrike" kern="1200" cap="none" spc="0" normalizeH="0" baseline="0" noProof="0" dirty="0">
                  <a:ln>
                    <a:noFill/>
                  </a:ln>
                  <a:solidFill>
                    <a:srgbClr val="012A2D"/>
                  </a:solidFill>
                  <a:effectLst/>
                  <a:uLnTx/>
                  <a:uFillTx/>
                  <a:latin typeface="Calibre"/>
                </a:rPr>
                <a:t>Fit</a:t>
              </a:r>
              <a:br>
                <a:rPr kumimoji="0" lang="en-GB" sz="800" b="0" i="0" u="none" strike="noStrike" kern="1200" cap="none" spc="0" normalizeH="0" baseline="0" noProof="0" dirty="0">
                  <a:ln>
                    <a:noFill/>
                  </a:ln>
                  <a:solidFill>
                    <a:srgbClr val="012A2D"/>
                  </a:solidFill>
                  <a:effectLst/>
                  <a:uLnTx/>
                  <a:uFillTx/>
                  <a:latin typeface="Calibre"/>
                </a:rPr>
              </a:br>
              <a:r>
                <a:rPr kumimoji="0" lang="en-GB" sz="800" b="0" i="0" u="none" strike="noStrike" kern="1200" cap="none" spc="0" normalizeH="0" baseline="0" noProof="0" dirty="0">
                  <a:ln>
                    <a:noFill/>
                  </a:ln>
                  <a:solidFill>
                    <a:srgbClr val="012A2D"/>
                  </a:solidFill>
                  <a:effectLst/>
                  <a:uLnTx/>
                  <a:uFillTx/>
                  <a:latin typeface="Calibre"/>
                </a:rPr>
                <a:t>to fit the image to the placeholder.</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Choose </a:t>
              </a:r>
              <a:r>
                <a:rPr kumimoji="0" lang="en-GB" sz="800" b="1" i="0" u="none" strike="noStrike" kern="1200" cap="none" spc="0" normalizeH="0" baseline="0" noProof="0" dirty="0">
                  <a:ln>
                    <a:noFill/>
                  </a:ln>
                  <a:solidFill>
                    <a:srgbClr val="012A2D"/>
                  </a:solidFill>
                  <a:effectLst/>
                  <a:uLnTx/>
                  <a:uFillTx/>
                  <a:latin typeface="Calibre"/>
                </a:rPr>
                <a:t>Picture Colour </a:t>
              </a:r>
              <a:r>
                <a:rPr kumimoji="0" lang="en-GB" sz="800" b="0" i="0" u="none" strike="noStrike" kern="1200" cap="none" spc="0" normalizeH="0" baseline="0" noProof="0" dirty="0">
                  <a:ln>
                    <a:noFill/>
                  </a:ln>
                  <a:solidFill>
                    <a:srgbClr val="012A2D"/>
                  </a:solidFill>
                  <a:effectLst/>
                  <a:uLnTx/>
                  <a:uFillTx/>
                  <a:latin typeface="Calibre"/>
                </a:rPr>
                <a:t>to adjust the Saturation, Tone, and Colour.</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Choose </a:t>
              </a:r>
              <a:r>
                <a:rPr kumimoji="0" lang="en-GB" sz="800" b="1" i="0" u="none" strike="noStrike" kern="1200" cap="none" spc="0" normalizeH="0" baseline="0" noProof="0" dirty="0">
                  <a:ln>
                    <a:noFill/>
                  </a:ln>
                  <a:solidFill>
                    <a:srgbClr val="012A2D"/>
                  </a:solidFill>
                  <a:effectLst/>
                  <a:uLnTx/>
                  <a:uFillTx/>
                  <a:latin typeface="Calibre"/>
                </a:rPr>
                <a:t>Picture Correction</a:t>
              </a:r>
              <a:br>
                <a:rPr kumimoji="0" lang="en-GB" sz="800" b="0" i="0" u="none" strike="noStrike" kern="1200" cap="none" spc="0" normalizeH="0" baseline="0" noProof="0" dirty="0">
                  <a:ln>
                    <a:noFill/>
                  </a:ln>
                  <a:solidFill>
                    <a:srgbClr val="012A2D"/>
                  </a:solidFill>
                  <a:effectLst/>
                  <a:uLnTx/>
                  <a:uFillTx/>
                  <a:latin typeface="Calibre"/>
                </a:rPr>
              </a:br>
              <a:r>
                <a:rPr kumimoji="0" lang="en-GB" sz="800" b="0" i="0" u="none" strike="noStrike" kern="1200" cap="none" spc="0" normalizeH="0" baseline="0" noProof="0" dirty="0">
                  <a:ln>
                    <a:noFill/>
                  </a:ln>
                  <a:solidFill>
                    <a:srgbClr val="012A2D"/>
                  </a:solidFill>
                  <a:effectLst/>
                  <a:uLnTx/>
                  <a:uFillTx/>
                  <a:latin typeface="Calibre"/>
                </a:rPr>
                <a:t>to adjust the Sharpness, Brightness, and Contrast.</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Once you are happy with your image, right click on it and select </a:t>
              </a:r>
              <a:r>
                <a:rPr kumimoji="0" lang="en-GB" sz="800" b="1" i="0" u="none" strike="noStrike" kern="1200" cap="none" spc="0" normalizeH="0" baseline="0" noProof="0" dirty="0">
                  <a:ln>
                    <a:noFill/>
                  </a:ln>
                  <a:solidFill>
                    <a:srgbClr val="012A2D"/>
                  </a:solidFill>
                  <a:effectLst/>
                  <a:uLnTx/>
                  <a:uFillTx/>
                  <a:latin typeface="Calibre"/>
                </a:rPr>
                <a:t>‘Send to back’</a:t>
              </a:r>
              <a:r>
                <a:rPr kumimoji="0" lang="en-GB" sz="800" b="0" i="0" u="none" strike="noStrike" kern="1200" cap="none" spc="0" normalizeH="0" baseline="0" noProof="0" dirty="0">
                  <a:ln>
                    <a:noFill/>
                  </a:ln>
                  <a:solidFill>
                    <a:srgbClr val="012A2D"/>
                  </a:solidFill>
                  <a:effectLst/>
                  <a:uLnTx/>
                  <a:uFillTx/>
                  <a:latin typeface="Calibre"/>
                </a:rPr>
                <a:t>.</a:t>
              </a:r>
            </a:p>
          </p:txBody>
        </p:sp>
        <p:sp>
          <p:nvSpPr>
            <p:cNvPr id="18" name="Guidance">
              <a:extLst>
                <a:ext uri="{FF2B5EF4-FFF2-40B4-BE49-F238E27FC236}">
                  <a16:creationId xmlns:a16="http://schemas.microsoft.com/office/drawing/2014/main" id="{E828EB56-45AE-BF46-6963-5824AEC33230}"/>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How to Insert an image</a:t>
              </a:r>
            </a:p>
          </p:txBody>
        </p:sp>
      </p:grpSp>
    </p:spTree>
    <p:extLst>
      <p:ext uri="{BB962C8B-B14F-4D97-AF65-F5344CB8AC3E}">
        <p14:creationId xmlns:p14="http://schemas.microsoft.com/office/powerpoint/2010/main" val="394846434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slide: 4 image comparison">
    <p:spTree>
      <p:nvGrpSpPr>
        <p:cNvPr id="1" name=""/>
        <p:cNvGrpSpPr/>
        <p:nvPr/>
      </p:nvGrpSpPr>
      <p:grpSpPr>
        <a:xfrm>
          <a:off x="0" y="0"/>
          <a:ext cx="0" cy="0"/>
          <a:chOff x="0" y="0"/>
          <a:chExt cx="0" cy="0"/>
        </a:xfrm>
      </p:grpSpPr>
      <p:sp>
        <p:nvSpPr>
          <p:cNvPr id="6" name="Navigation Header Placeholder">
            <a:extLst>
              <a:ext uri="{FF2B5EF4-FFF2-40B4-BE49-F238E27FC236}">
                <a16:creationId xmlns:a16="http://schemas.microsoft.com/office/drawing/2014/main" id="{682DE23F-D9AC-4E0E-B3B4-53687A5F35C9}"/>
              </a:ext>
              <a:ext uri="{C183D7F6-B498-43B3-948B-1728B52AA6E4}">
                <adec:decorative xmlns:adec="http://schemas.microsoft.com/office/drawing/2017/decorative" val="1"/>
              </a:ext>
            </a:extLst>
          </p:cNvPr>
          <p:cNvSpPr>
            <a:spLocks noGrp="1"/>
          </p:cNvSpPr>
          <p:nvPr>
            <p:ph type="body" sz="quarter" idx="10" hasCustomPrompt="1"/>
          </p:nvPr>
        </p:nvSpPr>
        <p:spPr>
          <a:xfrm>
            <a:off x="1536700" y="957804"/>
            <a:ext cx="1938528" cy="182880"/>
          </a:xfrm>
        </p:spPr>
        <p:txBody>
          <a:bodyPr anchor="t" anchorCtr="0"/>
          <a:lstStyle>
            <a:lvl1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1pPr>
            <a:lvl2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2pPr>
            <a:lvl3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3pPr>
            <a:lvl4pPr marL="0" indent="0" algn="l">
              <a:lnSpc>
                <a:spcPct val="90000"/>
              </a:lnSpc>
              <a:spcBef>
                <a:spcPts val="0"/>
              </a:spcBef>
              <a:spcAft>
                <a:spcPts val="0"/>
              </a:spcAft>
              <a:buFont typeface="Calibre" panose="020B0503030202060203" pitchFamily="34" charset="0"/>
              <a:buNone/>
              <a:defRPr lang="en-US" sz="1050" cap="all" baseline="0" dirty="0" smtClean="0">
                <a:latin typeface="Calibre Medium" panose="020B0603030202060203" pitchFamily="34" charset="0"/>
              </a:defRPr>
            </a:lvl4pPr>
            <a:lvl5pPr marL="0" indent="0" algn="l">
              <a:lnSpc>
                <a:spcPct val="90000"/>
              </a:lnSpc>
              <a:spcBef>
                <a:spcPts val="0"/>
              </a:spcBef>
              <a:spcAft>
                <a:spcPts val="0"/>
              </a:spcAft>
              <a:buFont typeface="Calibre" panose="020B0503030202060203" pitchFamily="34" charset="0"/>
              <a:buNone/>
              <a:defRPr lang="en-US" sz="1050" cap="all" baseline="0" dirty="0" smtClean="0">
                <a:latin typeface="Calibre Medium" panose="020B0603030202060203" pitchFamily="34" charset="0"/>
              </a:defRPr>
            </a:lvl5pPr>
            <a:lvl6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6pPr>
            <a:lvl7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7pPr>
            <a:lvl8pPr marL="0" indent="0" algn="l">
              <a:lnSpc>
                <a:spcPct val="90000"/>
              </a:lnSpc>
              <a:spcBef>
                <a:spcPts val="0"/>
              </a:spcBef>
              <a:spcAft>
                <a:spcPts val="0"/>
              </a:spcAft>
              <a:buFont typeface="Arial" panose="020B0604020202020204" pitchFamily="34" charset="0"/>
              <a:buNone/>
              <a:defRPr lang="en-US" sz="1050" cap="all" baseline="0" dirty="0" smtClean="0">
                <a:latin typeface="Calibre Medium" panose="020B0603030202060203" pitchFamily="34" charset="0"/>
              </a:defRPr>
            </a:lvl8pPr>
            <a:lvl9pPr marL="0" indent="0" algn="l">
              <a:lnSpc>
                <a:spcPct val="90000"/>
              </a:lnSpc>
              <a:spcBef>
                <a:spcPts val="0"/>
              </a:spcBef>
              <a:spcAft>
                <a:spcPts val="0"/>
              </a:spcAft>
              <a:buFont typeface="Calibre" panose="020B0503030202060203" pitchFamily="34" charset="0"/>
              <a:buNone/>
              <a:defRPr lang="en-US" sz="1050" cap="all" baseline="0" dirty="0">
                <a:latin typeface="Calibre Medium" panose="020B0603030202060203" pitchFamily="34" charset="0"/>
              </a:defRPr>
            </a:lvl9pPr>
          </a:lstStyle>
          <a:p>
            <a:pPr lvl="0"/>
            <a:r>
              <a:rPr lang="en-GB" dirty="0"/>
              <a:t>Navigation Header</a:t>
            </a:r>
          </a:p>
        </p:txBody>
      </p:sp>
      <p:sp>
        <p:nvSpPr>
          <p:cNvPr id="2" name="Title Placeholder">
            <a:extLst>
              <a:ext uri="{FF2B5EF4-FFF2-40B4-BE49-F238E27FC236}">
                <a16:creationId xmlns:a16="http://schemas.microsoft.com/office/drawing/2014/main" id="{944047B7-C3F4-44CE-8AF6-813AA0A42774}"/>
              </a:ext>
            </a:extLst>
          </p:cNvPr>
          <p:cNvSpPr>
            <a:spLocks noGrp="1"/>
          </p:cNvSpPr>
          <p:nvPr>
            <p:ph type="title" hasCustomPrompt="1"/>
          </p:nvPr>
        </p:nvSpPr>
        <p:spPr>
          <a:xfrm>
            <a:off x="511176" y="1601788"/>
            <a:ext cx="2971800" cy="1250949"/>
          </a:xfrm>
        </p:spPr>
        <p:txBody>
          <a:bodyPr/>
          <a:lstStyle>
            <a:lvl1pPr>
              <a:defRPr/>
            </a:lvl1pPr>
          </a:lstStyle>
          <a:p>
            <a:r>
              <a:rPr lang="en-GB" dirty="0"/>
              <a:t>Click to add title</a:t>
            </a:r>
          </a:p>
        </p:txBody>
      </p:sp>
      <p:sp>
        <p:nvSpPr>
          <p:cNvPr id="24" name="Side Bar Placeholder">
            <a:extLst>
              <a:ext uri="{FF2B5EF4-FFF2-40B4-BE49-F238E27FC236}">
                <a16:creationId xmlns:a16="http://schemas.microsoft.com/office/drawing/2014/main" id="{8E67CAD3-E8E8-212B-DC1F-3141F74C9B5C}"/>
              </a:ext>
            </a:extLst>
          </p:cNvPr>
          <p:cNvSpPr>
            <a:spLocks noGrp="1"/>
          </p:cNvSpPr>
          <p:nvPr>
            <p:ph type="body" sz="quarter" idx="19" hasCustomPrompt="1"/>
          </p:nvPr>
        </p:nvSpPr>
        <p:spPr>
          <a:xfrm>
            <a:off x="511176" y="3478213"/>
            <a:ext cx="2468880" cy="1764792"/>
          </a:xfrm>
        </p:spPr>
        <p:txBody>
          <a:bodyPr/>
          <a:lstStyle>
            <a:lvl1pPr marL="0" marR="0" indent="0">
              <a:lnSpc>
                <a:spcPct val="90000"/>
              </a:lnSpc>
              <a:spcBef>
                <a:spcPts val="600"/>
              </a:spcBef>
              <a:spcAft>
                <a:spcPts val="0"/>
              </a:spcAft>
              <a:defRPr sz="1200">
                <a:latin typeface="Calibre Semibold" panose="020B0703030202060203" pitchFamily="34" charset="0"/>
              </a:defRPr>
            </a:lvl1pPr>
            <a:lvl2pPr marL="0" marR="0" indent="0">
              <a:lnSpc>
                <a:spcPct val="100000"/>
              </a:lnSpc>
              <a:spcBef>
                <a:spcPts val="300"/>
              </a:spcBef>
              <a:spcAft>
                <a:spcPts val="300"/>
              </a:spcAft>
              <a:defRPr sz="1050">
                <a:latin typeface="Calibre" panose="020B0503030202060203" pitchFamily="34" charset="0"/>
              </a:defRPr>
            </a:lvl2pPr>
            <a:lvl3pPr marL="108000" marR="0" indent="-108000">
              <a:lnSpc>
                <a:spcPct val="100000"/>
              </a:lnSpc>
              <a:spcBef>
                <a:spcPts val="300"/>
              </a:spcBef>
              <a:spcAft>
                <a:spcPts val="300"/>
              </a:spcAft>
              <a:buFont typeface="Calibre" panose="020B0503030202060203" pitchFamily="34" charset="0"/>
              <a:buChar char="–"/>
              <a:defRPr sz="1050">
                <a:latin typeface="Calibre" panose="020B0503030202060203" pitchFamily="34" charset="0"/>
              </a:defRPr>
            </a:lvl3pPr>
            <a:lvl4pPr marL="216000" marR="0" indent="-108000">
              <a:lnSpc>
                <a:spcPct val="100000"/>
              </a:lnSpc>
              <a:spcBef>
                <a:spcPts val="300"/>
              </a:spcBef>
              <a:spcAft>
                <a:spcPts val="300"/>
              </a:spcAft>
              <a:buFont typeface="Arial" panose="020B0604020202020204" pitchFamily="34" charset="0"/>
              <a:buChar char="•"/>
              <a:defRPr sz="1050">
                <a:latin typeface="Calibre" panose="020B0503030202060203" pitchFamily="34" charset="0"/>
              </a:defRPr>
            </a:lvl4pPr>
            <a:lvl5pPr marL="0" marR="0" indent="0">
              <a:lnSpc>
                <a:spcPct val="90000"/>
              </a:lnSpc>
              <a:spcBef>
                <a:spcPts val="600"/>
              </a:spcBef>
              <a:spcAft>
                <a:spcPts val="300"/>
              </a:spcAft>
              <a:buNone/>
              <a:defRPr sz="1800">
                <a:latin typeface="Calibre Light" panose="020B0303030202060203" pitchFamily="34" charset="0"/>
              </a:defRPr>
            </a:lvl5pPr>
            <a:lvl6pPr marL="0" marR="0" indent="0">
              <a:lnSpc>
                <a:spcPct val="100000"/>
              </a:lnSpc>
              <a:spcBef>
                <a:spcPts val="600"/>
              </a:spcBef>
              <a:spcAft>
                <a:spcPts val="0"/>
              </a:spcAft>
              <a:defRPr sz="1050">
                <a:latin typeface="Calibre Semibold" panose="020B0703030202060203" pitchFamily="34" charset="0"/>
              </a:defRPr>
            </a:lvl6pPr>
            <a:lvl7pPr marL="0" marR="0" indent="0">
              <a:lnSpc>
                <a:spcPct val="100000"/>
              </a:lnSpc>
              <a:spcBef>
                <a:spcPts val="600"/>
              </a:spcBef>
              <a:spcAft>
                <a:spcPts val="0"/>
              </a:spcAft>
              <a:defRPr sz="900">
                <a:latin typeface="Calibre Semibold" panose="020B0703030202060203" pitchFamily="34" charset="0"/>
              </a:defRPr>
            </a:lvl7pPr>
            <a:lvl8pPr marL="0" marR="0" indent="0">
              <a:lnSpc>
                <a:spcPct val="100000"/>
              </a:lnSpc>
              <a:spcBef>
                <a:spcPts val="300"/>
              </a:spcBef>
              <a:spcAft>
                <a:spcPts val="300"/>
              </a:spcAft>
              <a:defRPr sz="900">
                <a:latin typeface="Calibre" panose="020B0503030202060203" pitchFamily="34" charset="0"/>
              </a:defRPr>
            </a:lvl8pPr>
            <a:lvl9pPr marL="108000" marR="0" indent="-108000">
              <a:lnSpc>
                <a:spcPct val="100000"/>
              </a:lnSpc>
              <a:spcBef>
                <a:spcPts val="200"/>
              </a:spcBef>
              <a:spcAft>
                <a:spcPts val="200"/>
              </a:spcAft>
              <a:defRPr sz="900">
                <a:latin typeface="Calibre" panose="020B0503030202060203" pitchFamily="34" charset="0"/>
              </a:defRPr>
            </a:lvl9pPr>
          </a:lstStyle>
          <a:p>
            <a:pPr lvl="0"/>
            <a:r>
              <a:rPr lang="en-GB" dirty="0"/>
              <a:t>Side bar heading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sp>
        <p:nvSpPr>
          <p:cNvPr id="26" name="Notes Placeholder">
            <a:extLst>
              <a:ext uri="{FF2B5EF4-FFF2-40B4-BE49-F238E27FC236}">
                <a16:creationId xmlns:a16="http://schemas.microsoft.com/office/drawing/2014/main" id="{D05D0514-BFAE-8114-C2E5-E47E60921DC8}"/>
              </a:ext>
            </a:extLst>
          </p:cNvPr>
          <p:cNvSpPr>
            <a:spLocks noGrp="1"/>
          </p:cNvSpPr>
          <p:nvPr>
            <p:ph type="body" sz="quarter" idx="20" hasCustomPrompt="1"/>
          </p:nvPr>
        </p:nvSpPr>
        <p:spPr>
          <a:xfrm>
            <a:off x="511176" y="5357813"/>
            <a:ext cx="2468880" cy="1051560"/>
          </a:xfrm>
        </p:spPr>
        <p:txBody>
          <a:bodyPr anchor="b" anchorCtr="0"/>
          <a:lstStyle>
            <a:lvl1pPr marL="0" marR="0" indent="0">
              <a:lnSpc>
                <a:spcPct val="100000"/>
              </a:lnSpc>
              <a:spcBef>
                <a:spcPts val="300"/>
              </a:spcBef>
              <a:spcAft>
                <a:spcPts val="0"/>
              </a:spcAft>
              <a:defRPr sz="900">
                <a:latin typeface="Calibre Semibold" panose="020B0703030202060203" pitchFamily="34" charset="0"/>
              </a:defRPr>
            </a:lvl1pPr>
            <a:lvl2pPr marL="0" marR="0" indent="0">
              <a:lnSpc>
                <a:spcPct val="100000"/>
              </a:lnSpc>
              <a:spcBef>
                <a:spcPts val="300"/>
              </a:spcBef>
              <a:spcAft>
                <a:spcPts val="0"/>
              </a:spcAft>
              <a:defRPr sz="900">
                <a:latin typeface="Calibre" panose="020B0503030202060203" pitchFamily="34" charset="0"/>
              </a:defRPr>
            </a:lvl2pPr>
            <a:lvl3pPr marL="108000" marR="0" indent="-108000">
              <a:lnSpc>
                <a:spcPct val="100000"/>
              </a:lnSpc>
              <a:spcBef>
                <a:spcPts val="200"/>
              </a:spcBef>
              <a:spcAft>
                <a:spcPts val="0"/>
              </a:spcAft>
              <a:buFont typeface="Calibre" panose="020B0503030202060203" pitchFamily="34" charset="0"/>
              <a:buChar char="–"/>
              <a:defRPr sz="900">
                <a:latin typeface="Calibre" panose="020B0503030202060203" pitchFamily="34" charset="0"/>
              </a:defRPr>
            </a:lvl3pPr>
            <a:lvl4pPr marL="216000" marR="0" indent="-108000">
              <a:lnSpc>
                <a:spcPct val="100000"/>
              </a:lnSpc>
              <a:spcBef>
                <a:spcPts val="200"/>
              </a:spcBef>
              <a:spcAft>
                <a:spcPts val="0"/>
              </a:spcAft>
              <a:buFont typeface="Arial" panose="020B0604020202020204" pitchFamily="34" charset="0"/>
              <a:buChar char="•"/>
              <a:defRPr sz="900">
                <a:latin typeface="Calibre" panose="020B0503030202060203" pitchFamily="34" charset="0"/>
              </a:defRPr>
            </a:lvl4pPr>
            <a:lvl5pPr marL="0" marR="0" indent="0">
              <a:lnSpc>
                <a:spcPct val="100000"/>
              </a:lnSpc>
              <a:spcBef>
                <a:spcPts val="300"/>
              </a:spcBef>
              <a:spcAft>
                <a:spcPts val="0"/>
              </a:spcAft>
              <a:buNone/>
              <a:defRPr sz="900">
                <a:latin typeface="Calibre Semibold" panose="020B0703030202060203" pitchFamily="34" charset="0"/>
              </a:defRPr>
            </a:lvl5pPr>
            <a:lvl6pPr marL="0" marR="0" indent="0">
              <a:lnSpc>
                <a:spcPct val="100000"/>
              </a:lnSpc>
              <a:spcBef>
                <a:spcPts val="300"/>
              </a:spcBef>
              <a:spcAft>
                <a:spcPts val="0"/>
              </a:spcAft>
              <a:defRPr sz="800">
                <a:latin typeface="Calibre Semibold" panose="020B0703030202060203" pitchFamily="34" charset="0"/>
              </a:defRPr>
            </a:lvl6pPr>
            <a:lvl7pPr marL="0" marR="0" indent="0">
              <a:lnSpc>
                <a:spcPct val="100000"/>
              </a:lnSpc>
              <a:spcBef>
                <a:spcPts val="200"/>
              </a:spcBef>
              <a:spcAft>
                <a:spcPts val="0"/>
              </a:spcAft>
              <a:defRPr sz="800">
                <a:latin typeface="Calibre" panose="020B0503030202060203" pitchFamily="34" charset="0"/>
              </a:defRPr>
            </a:lvl7pPr>
            <a:lvl8pPr marL="108000" marR="0" indent="-108000">
              <a:lnSpc>
                <a:spcPct val="100000"/>
              </a:lnSpc>
              <a:spcBef>
                <a:spcPts val="200"/>
              </a:spcBef>
              <a:spcAft>
                <a:spcPts val="0"/>
              </a:spcAft>
              <a:buFont typeface="Calibre" panose="020B0503030202060203" pitchFamily="34" charset="0"/>
              <a:buChar char="–"/>
              <a:defRPr sz="800">
                <a:latin typeface="Calibre" panose="020B0503030202060203" pitchFamily="34" charset="0"/>
              </a:defRPr>
            </a:lvl8pPr>
            <a:lvl9pPr marL="216000" marR="0" indent="-108000">
              <a:lnSpc>
                <a:spcPct val="100000"/>
              </a:lnSpc>
              <a:spcBef>
                <a:spcPts val="200"/>
              </a:spcBef>
              <a:spcAft>
                <a:spcPts val="0"/>
              </a:spcAft>
              <a:buFont typeface="Arial" panose="020B0604020202020204" pitchFamily="34" charset="0"/>
              <a:buChar char="•"/>
              <a:defRPr sz="800">
                <a:latin typeface="Calibre" panose="020B0503030202060203" pitchFamily="34" charset="0"/>
              </a:defRPr>
            </a:lvl9pPr>
          </a:lstStyle>
          <a:p>
            <a:pPr lvl="0"/>
            <a:r>
              <a:rPr lang="en-GB" dirty="0"/>
              <a:t>Notes title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cxnSp>
        <p:nvCxnSpPr>
          <p:cNvPr id="4" name="LoS - Fixed">
            <a:extLst>
              <a:ext uri="{FF2B5EF4-FFF2-40B4-BE49-F238E27FC236}">
                <a16:creationId xmlns:a16="http://schemas.microsoft.com/office/drawing/2014/main" id="{6E49B04A-A0F1-B674-585D-5B7235E449CD}"/>
              </a:ext>
              <a:ext uri="{C183D7F6-B498-43B3-948B-1728B52AA6E4}">
                <adec:decorative xmlns:adec="http://schemas.microsoft.com/office/drawing/2017/decorative" val="1"/>
              </a:ext>
            </a:extLst>
          </p:cNvPr>
          <p:cNvCxnSpPr>
            <a:cxnSpLocks/>
          </p:cNvCxnSpPr>
          <p:nvPr userDrawn="1"/>
        </p:nvCxnSpPr>
        <p:spPr>
          <a:xfrm>
            <a:off x="503238" y="1022541"/>
            <a:ext cx="935037" cy="0"/>
          </a:xfrm>
          <a:prstGeom prst="line">
            <a:avLst/>
          </a:prstGeom>
          <a:ln w="25400">
            <a:solidFill>
              <a:srgbClr val="17E88F"/>
            </a:solidFill>
          </a:ln>
        </p:spPr>
        <p:style>
          <a:lnRef idx="1">
            <a:schemeClr val="accent1"/>
          </a:lnRef>
          <a:fillRef idx="0">
            <a:schemeClr val="accent1"/>
          </a:fillRef>
          <a:effectRef idx="0">
            <a:schemeClr val="accent1"/>
          </a:effectRef>
          <a:fontRef idx="minor">
            <a:schemeClr val="tx1"/>
          </a:fontRef>
        </p:style>
      </p:cxnSp>
      <p:sp>
        <p:nvSpPr>
          <p:cNvPr id="19" name="Picture Placeholder 1">
            <a:extLst>
              <a:ext uri="{FF2B5EF4-FFF2-40B4-BE49-F238E27FC236}">
                <a16:creationId xmlns:a16="http://schemas.microsoft.com/office/drawing/2014/main" id="{B8FE2C0F-ED77-DA2C-1CD5-FFD14EF15FA5}"/>
              </a:ext>
              <a:ext uri="{C183D7F6-B498-43B3-948B-1728B52AA6E4}">
                <adec:decorative xmlns:adec="http://schemas.microsoft.com/office/drawing/2017/decorative" val="0"/>
              </a:ext>
            </a:extLst>
          </p:cNvPr>
          <p:cNvSpPr>
            <a:spLocks noGrp="1"/>
          </p:cNvSpPr>
          <p:nvPr>
            <p:ph type="pic" sz="quarter" idx="21" hasCustomPrompt="1"/>
          </p:nvPr>
        </p:nvSpPr>
        <p:spPr>
          <a:xfrm>
            <a:off x="3582988" y="970529"/>
            <a:ext cx="3998912" cy="2258568"/>
          </a:xfrm>
          <a:solidFill>
            <a:schemeClr val="bg1"/>
          </a:solidFill>
          <a:effectLst>
            <a:outerShdw blurRad="63500" algn="ctr" rotWithShape="0">
              <a:srgbClr val="000000">
                <a:alpha val="20000"/>
              </a:srgbClr>
            </a:outerShdw>
          </a:effectLst>
        </p:spPr>
        <p:txBody>
          <a:bodyPr anchor="ctr" anchorCtr="0"/>
          <a:lstStyle>
            <a:lvl1pPr algn="ctr">
              <a:defRPr/>
            </a:lvl1pPr>
          </a:lstStyle>
          <a:p>
            <a:r>
              <a:rPr lang="en-GB" dirty="0"/>
              <a:t>Click icon to add photo</a:t>
            </a:r>
          </a:p>
        </p:txBody>
      </p:sp>
      <p:sp>
        <p:nvSpPr>
          <p:cNvPr id="21" name="Picture Placeholder 2">
            <a:extLst>
              <a:ext uri="{FF2B5EF4-FFF2-40B4-BE49-F238E27FC236}">
                <a16:creationId xmlns:a16="http://schemas.microsoft.com/office/drawing/2014/main" id="{6ACACCCA-241B-FAFB-1A4E-FFB8762EB60E}"/>
              </a:ext>
              <a:ext uri="{C183D7F6-B498-43B3-948B-1728B52AA6E4}">
                <adec:decorative xmlns:adec="http://schemas.microsoft.com/office/drawing/2017/decorative" val="0"/>
              </a:ext>
            </a:extLst>
          </p:cNvPr>
          <p:cNvSpPr>
            <a:spLocks noGrp="1"/>
          </p:cNvSpPr>
          <p:nvPr>
            <p:ph type="pic" sz="quarter" idx="22" hasCustomPrompt="1"/>
          </p:nvPr>
        </p:nvSpPr>
        <p:spPr>
          <a:xfrm>
            <a:off x="7681912" y="970529"/>
            <a:ext cx="3998912" cy="2258568"/>
          </a:xfrm>
          <a:solidFill>
            <a:schemeClr val="bg1"/>
          </a:solidFill>
          <a:effectLst>
            <a:outerShdw blurRad="63500" algn="ctr" rotWithShape="0">
              <a:srgbClr val="000000">
                <a:alpha val="20000"/>
              </a:srgbClr>
            </a:outerShdw>
          </a:effectLst>
        </p:spPr>
        <p:txBody>
          <a:bodyPr anchor="ctr" anchorCtr="0"/>
          <a:lstStyle>
            <a:lvl1pPr algn="ctr">
              <a:defRPr/>
            </a:lvl1pPr>
          </a:lstStyle>
          <a:p>
            <a:pPr marL="0" marR="0" lvl="0" indent="0" defTabSz="914400" eaLnBrk="1" fontAlgn="auto" latinLnBrk="0" hangingPunct="1">
              <a:lnSpc>
                <a:spcPct val="90000"/>
              </a:lnSpc>
              <a:spcBef>
                <a:spcPts val="1200"/>
              </a:spcBef>
              <a:spcAft>
                <a:spcPts val="600"/>
              </a:spcAft>
              <a:buClrTx/>
              <a:buSzTx/>
              <a:buFontTx/>
              <a:buNone/>
              <a:tabLst/>
              <a:defRPr/>
            </a:pPr>
            <a:r>
              <a:rPr lang="en-GB" dirty="0"/>
              <a:t>Click icon to add photo</a:t>
            </a:r>
          </a:p>
        </p:txBody>
      </p:sp>
      <p:sp>
        <p:nvSpPr>
          <p:cNvPr id="23" name="Picture Placeholder 3">
            <a:extLst>
              <a:ext uri="{FF2B5EF4-FFF2-40B4-BE49-F238E27FC236}">
                <a16:creationId xmlns:a16="http://schemas.microsoft.com/office/drawing/2014/main" id="{A978DE96-9721-76C0-43D6-26B394B5EBCD}"/>
              </a:ext>
              <a:ext uri="{C183D7F6-B498-43B3-948B-1728B52AA6E4}">
                <adec:decorative xmlns:adec="http://schemas.microsoft.com/office/drawing/2017/decorative" val="0"/>
              </a:ext>
            </a:extLst>
          </p:cNvPr>
          <p:cNvSpPr>
            <a:spLocks noGrp="1"/>
          </p:cNvSpPr>
          <p:nvPr>
            <p:ph type="pic" sz="quarter" idx="23" hasCustomPrompt="1"/>
          </p:nvPr>
        </p:nvSpPr>
        <p:spPr>
          <a:xfrm>
            <a:off x="3582988" y="3478213"/>
            <a:ext cx="3998912" cy="2258568"/>
          </a:xfrm>
          <a:solidFill>
            <a:schemeClr val="bg1"/>
          </a:solidFill>
          <a:effectLst>
            <a:outerShdw blurRad="63500" algn="ctr" rotWithShape="0">
              <a:srgbClr val="000000">
                <a:alpha val="20000"/>
              </a:srgbClr>
            </a:outerShdw>
          </a:effectLst>
        </p:spPr>
        <p:txBody>
          <a:bodyPr anchor="ctr" anchorCtr="0"/>
          <a:lstStyle>
            <a:lvl1pPr algn="ctr">
              <a:defRPr/>
            </a:lvl1pPr>
          </a:lstStyle>
          <a:p>
            <a:pPr marL="0" marR="0" lvl="0" indent="0" defTabSz="914400" eaLnBrk="1" fontAlgn="auto" latinLnBrk="0" hangingPunct="1">
              <a:lnSpc>
                <a:spcPct val="90000"/>
              </a:lnSpc>
              <a:spcBef>
                <a:spcPts val="1200"/>
              </a:spcBef>
              <a:spcAft>
                <a:spcPts val="600"/>
              </a:spcAft>
              <a:buClrTx/>
              <a:buSzTx/>
              <a:buFontTx/>
              <a:buNone/>
              <a:tabLst/>
              <a:defRPr/>
            </a:pPr>
            <a:r>
              <a:rPr lang="en-GB" dirty="0"/>
              <a:t>Click icon to add photo</a:t>
            </a:r>
          </a:p>
        </p:txBody>
      </p:sp>
      <p:sp>
        <p:nvSpPr>
          <p:cNvPr id="25" name="Picture Placeholder 4">
            <a:extLst>
              <a:ext uri="{FF2B5EF4-FFF2-40B4-BE49-F238E27FC236}">
                <a16:creationId xmlns:a16="http://schemas.microsoft.com/office/drawing/2014/main" id="{33B24256-5B8F-52A2-4C07-5776DCBDF9C1}"/>
              </a:ext>
              <a:ext uri="{C183D7F6-B498-43B3-948B-1728B52AA6E4}">
                <adec:decorative xmlns:adec="http://schemas.microsoft.com/office/drawing/2017/decorative" val="0"/>
              </a:ext>
            </a:extLst>
          </p:cNvPr>
          <p:cNvSpPr>
            <a:spLocks noGrp="1"/>
          </p:cNvSpPr>
          <p:nvPr>
            <p:ph type="pic" sz="quarter" idx="24" hasCustomPrompt="1"/>
          </p:nvPr>
        </p:nvSpPr>
        <p:spPr>
          <a:xfrm>
            <a:off x="7681912" y="3478213"/>
            <a:ext cx="3998912" cy="2258568"/>
          </a:xfrm>
          <a:solidFill>
            <a:schemeClr val="bg1"/>
          </a:solidFill>
          <a:effectLst>
            <a:outerShdw blurRad="63500" algn="ctr" rotWithShape="0">
              <a:srgbClr val="000000">
                <a:alpha val="20000"/>
              </a:srgbClr>
            </a:outerShdw>
          </a:effectLst>
        </p:spPr>
        <p:txBody>
          <a:bodyPr anchor="ctr" anchorCtr="0"/>
          <a:lstStyle>
            <a:lvl1pPr algn="ctr">
              <a:defRPr/>
            </a:lvl1pPr>
          </a:lstStyle>
          <a:p>
            <a:pPr marL="0" marR="0" lvl="0" indent="0" defTabSz="914400" eaLnBrk="1" fontAlgn="auto" latinLnBrk="0" hangingPunct="1">
              <a:lnSpc>
                <a:spcPct val="90000"/>
              </a:lnSpc>
              <a:spcBef>
                <a:spcPts val="1200"/>
              </a:spcBef>
              <a:spcAft>
                <a:spcPts val="600"/>
              </a:spcAft>
              <a:buClrTx/>
              <a:buSzTx/>
              <a:buFontTx/>
              <a:buNone/>
              <a:tabLst/>
              <a:defRPr/>
            </a:pPr>
            <a:r>
              <a:rPr lang="en-GB" dirty="0"/>
              <a:t>Click icon to add photo</a:t>
            </a:r>
          </a:p>
        </p:txBody>
      </p:sp>
      <p:grpSp>
        <p:nvGrpSpPr>
          <p:cNvPr id="5" name="Text Styles Guidance">
            <a:extLst>
              <a:ext uri="{FF2B5EF4-FFF2-40B4-BE49-F238E27FC236}">
                <a16:creationId xmlns:a16="http://schemas.microsoft.com/office/drawing/2014/main" id="{6590192F-FBBB-6E25-AC52-B4C102F02EDD}"/>
              </a:ext>
              <a:ext uri="{C183D7F6-B498-43B3-948B-1728B52AA6E4}">
                <adec:decorative xmlns:adec="http://schemas.microsoft.com/office/drawing/2017/decorative" val="1"/>
              </a:ext>
            </a:extLst>
          </p:cNvPr>
          <p:cNvGrpSpPr>
            <a:grpSpLocks noGrp="1" noUngrp="1" noRot="1" noMove="1" noResize="1"/>
          </p:cNvGrpSpPr>
          <p:nvPr userDrawn="1"/>
        </p:nvGrpSpPr>
        <p:grpSpPr>
          <a:xfrm>
            <a:off x="-2322513" y="452438"/>
            <a:ext cx="1969750" cy="1731874"/>
            <a:chOff x="-2322513" y="1484313"/>
            <a:chExt cx="1969750" cy="1731874"/>
          </a:xfrm>
        </p:grpSpPr>
        <p:grpSp>
          <p:nvGrpSpPr>
            <p:cNvPr id="7" name="Group 6">
              <a:extLst>
                <a:ext uri="{FF2B5EF4-FFF2-40B4-BE49-F238E27FC236}">
                  <a16:creationId xmlns:a16="http://schemas.microsoft.com/office/drawing/2014/main" id="{0BB256CA-B1C4-AE72-2A11-F61886C2DB40}"/>
                </a:ext>
              </a:extLst>
            </p:cNvPr>
            <p:cNvGrpSpPr>
              <a:grpSpLocks noGrp="1" noUngrp="1" noRot="1" noMove="1" noResize="1"/>
            </p:cNvGrpSpPr>
            <p:nvPr userDrawn="1"/>
          </p:nvGrpSpPr>
          <p:grpSpPr>
            <a:xfrm>
              <a:off x="-2317919" y="1484313"/>
              <a:ext cx="1960563" cy="1231106"/>
              <a:chOff x="-2322513" y="195104"/>
              <a:chExt cx="1960563" cy="1231106"/>
            </a:xfrm>
          </p:grpSpPr>
          <p:sp>
            <p:nvSpPr>
              <p:cNvPr id="15" name="Guidance">
                <a:extLst>
                  <a:ext uri="{FF2B5EF4-FFF2-40B4-BE49-F238E27FC236}">
                    <a16:creationId xmlns:a16="http://schemas.microsoft.com/office/drawing/2014/main" id="{BCE7A9CD-E80F-3525-6588-586F7D211497}"/>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984885"/>
              </a:xfrm>
              <a:prstGeom prst="rect">
                <a:avLst/>
              </a:prstGeom>
              <a:solidFill>
                <a:srgbClr val="C0D4CB"/>
              </a:solidFill>
            </p:spPr>
            <p:txBody>
              <a:bodyPr wrap="square" lIns="72000" rIns="72000" rtlCol="0">
                <a:noAutofit/>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Each text frame has nine pre-formatted styles defined for you to use. </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To access the styles, use the Increase/Decrease List Level commands found in Home &gt; Paragraph tools:</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800" b="0" i="0" u="none" strike="noStrike" kern="1200" cap="none" spc="0" normalizeH="0" baseline="0" noProof="0" dirty="0">
                  <a:ln>
                    <a:noFill/>
                  </a:ln>
                  <a:solidFill>
                    <a:srgbClr val="012A2D"/>
                  </a:solidFill>
                  <a:effectLst/>
                  <a:uLnTx/>
                  <a:uFillTx/>
                  <a:latin typeface="Calibre"/>
                </a:endParaRPr>
              </a:p>
            </p:txBody>
          </p:sp>
          <p:sp>
            <p:nvSpPr>
              <p:cNvPr id="17" name="Guidance">
                <a:extLst>
                  <a:ext uri="{FF2B5EF4-FFF2-40B4-BE49-F238E27FC236}">
                    <a16:creationId xmlns:a16="http://schemas.microsoft.com/office/drawing/2014/main" id="{8A6F1210-2781-40AA-0442-AC919053FB20}"/>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Text styles</a:t>
                </a:r>
              </a:p>
            </p:txBody>
          </p:sp>
        </p:grpSp>
        <p:grpSp>
          <p:nvGrpSpPr>
            <p:cNvPr id="9" name="Group 8">
              <a:extLst>
                <a:ext uri="{FF2B5EF4-FFF2-40B4-BE49-F238E27FC236}">
                  <a16:creationId xmlns:a16="http://schemas.microsoft.com/office/drawing/2014/main" id="{D5F019DD-105D-A85F-AE40-6A35AAB50D79}"/>
                </a:ext>
              </a:extLst>
            </p:cNvPr>
            <p:cNvGrpSpPr>
              <a:grpSpLocks noGrp="1" noUngrp="1" noRot="1" noMove="1" noResize="1"/>
            </p:cNvGrpSpPr>
            <p:nvPr userDrawn="1"/>
          </p:nvGrpSpPr>
          <p:grpSpPr>
            <a:xfrm>
              <a:off x="-2322513" y="2655826"/>
              <a:ext cx="1969750" cy="560361"/>
              <a:chOff x="3911096" y="2800206"/>
              <a:chExt cx="4420607" cy="1257587"/>
            </a:xfrm>
          </p:grpSpPr>
          <p:pic>
            <p:nvPicPr>
              <p:cNvPr id="11" name="Picture 10">
                <a:extLst>
                  <a:ext uri="{FF2B5EF4-FFF2-40B4-BE49-F238E27FC236}">
                    <a16:creationId xmlns:a16="http://schemas.microsoft.com/office/drawing/2014/main" id="{014DA75F-0CFD-F824-3D4B-6C1AD5925059}"/>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3911096" y="2800206"/>
                <a:ext cx="4420607" cy="1257587"/>
              </a:xfrm>
              <a:prstGeom prst="rect">
                <a:avLst/>
              </a:prstGeom>
            </p:spPr>
          </p:pic>
          <p:sp>
            <p:nvSpPr>
              <p:cNvPr id="13" name="Rectangle 12">
                <a:extLst>
                  <a:ext uri="{FF2B5EF4-FFF2-40B4-BE49-F238E27FC236}">
                    <a16:creationId xmlns:a16="http://schemas.microsoft.com/office/drawing/2014/main" id="{5B99CD4E-8F80-B910-776B-458FB5649AF8}"/>
                  </a:ext>
                </a:extLst>
              </p:cNvPr>
              <p:cNvSpPr>
                <a:spLocks noGrp="1" noRot="1" noMove="1" noResize="1" noEditPoints="1" noAdjustHandles="1" noChangeArrowheads="1" noChangeShapeType="1"/>
              </p:cNvSpPr>
              <p:nvPr/>
            </p:nvSpPr>
            <p:spPr>
              <a:xfrm>
                <a:off x="5074444" y="2959894"/>
                <a:ext cx="669131" cy="285750"/>
              </a:xfrm>
              <a:prstGeom prst="rect">
                <a:avLst/>
              </a:prstGeom>
              <a:noFill/>
              <a:ln w="6350" cap="flat" cmpd="sng" algn="ctr">
                <a:solidFill>
                  <a:srgbClr val="FF0000"/>
                </a:solidFill>
                <a:prstDash val="solid"/>
                <a:miter lim="800000"/>
              </a:ln>
              <a:effectLst/>
            </p:spPr>
            <p:txBody>
              <a:bodyPr rtlCol="0" anchor="ctr">
                <a:noAutofit/>
              </a:bodyPr>
              <a:lstStyle/>
              <a:p>
                <a:pPr marL="0" marR="0" lvl="0" indent="0" algn="ctr"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1200" b="0" i="0" u="none" strike="noStrike" kern="1200" cap="none" spc="0" normalizeH="0" baseline="0" noProof="0" dirty="0">
                  <a:ln>
                    <a:noFill/>
                  </a:ln>
                  <a:solidFill>
                    <a:srgbClr val="FFFFFF"/>
                  </a:solidFill>
                  <a:effectLst/>
                  <a:uLnTx/>
                  <a:uFillTx/>
                  <a:latin typeface="Calibre"/>
                  <a:ea typeface="+mn-ea"/>
                  <a:cs typeface="+mn-cs"/>
                </a:endParaRPr>
              </a:p>
            </p:txBody>
          </p:sp>
        </p:grpSp>
      </p:grpSp>
      <p:grpSp>
        <p:nvGrpSpPr>
          <p:cNvPr id="27" name="Image Guidance">
            <a:extLst>
              <a:ext uri="{FF2B5EF4-FFF2-40B4-BE49-F238E27FC236}">
                <a16:creationId xmlns:a16="http://schemas.microsoft.com/office/drawing/2014/main" id="{EB69819F-397A-B154-3622-16D45297C288}"/>
              </a:ext>
              <a:ext uri="{C183D7F6-B498-43B3-948B-1728B52AA6E4}">
                <adec:decorative xmlns:adec="http://schemas.microsoft.com/office/drawing/2017/decorative" val="1"/>
              </a:ext>
            </a:extLst>
          </p:cNvPr>
          <p:cNvGrpSpPr>
            <a:grpSpLocks noGrp="1" noUngrp="1" noRot="1" noMove="1" noResize="1"/>
          </p:cNvGrpSpPr>
          <p:nvPr userDrawn="1"/>
        </p:nvGrpSpPr>
        <p:grpSpPr>
          <a:xfrm>
            <a:off x="12553950" y="441325"/>
            <a:ext cx="1960563" cy="3139321"/>
            <a:chOff x="-2322513" y="195104"/>
            <a:chExt cx="1960563" cy="3139321"/>
          </a:xfrm>
        </p:grpSpPr>
        <p:sp>
          <p:nvSpPr>
            <p:cNvPr id="28" name="Guidance">
              <a:extLst>
                <a:ext uri="{FF2B5EF4-FFF2-40B4-BE49-F238E27FC236}">
                  <a16:creationId xmlns:a16="http://schemas.microsoft.com/office/drawing/2014/main" id="{742E5C8C-3ED8-4BA3-983F-DC9AECB336D9}"/>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2893100"/>
            </a:xfrm>
            <a:prstGeom prst="rect">
              <a:avLst/>
            </a:prstGeom>
            <a:solidFill>
              <a:srgbClr val="C0D4CB"/>
            </a:solidFill>
          </p:spPr>
          <p:txBody>
            <a:bodyPr wrap="square" lIns="72000" rIns="72000" rtlCol="0">
              <a:noAutofit/>
            </a:bodyPr>
            <a:lstStyle/>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If there is already an image present, delete this first.</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Click on the </a:t>
              </a:r>
              <a:r>
                <a:rPr kumimoji="0" lang="en-GB" sz="800" b="1" i="0" u="none" strike="noStrike" kern="1200" cap="none" spc="0" normalizeH="0" baseline="0" noProof="0" dirty="0">
                  <a:ln>
                    <a:noFill/>
                  </a:ln>
                  <a:solidFill>
                    <a:srgbClr val="012A2D"/>
                  </a:solidFill>
                  <a:effectLst/>
                  <a:uLnTx/>
                  <a:uFillTx/>
                  <a:latin typeface="Calibre"/>
                </a:rPr>
                <a:t>icon </a:t>
              </a:r>
              <a:r>
                <a:rPr kumimoji="0" lang="en-GB" sz="800" b="0" i="0" u="none" strike="noStrike" kern="1200" cap="none" spc="0" normalizeH="0" baseline="0" noProof="0" dirty="0">
                  <a:ln>
                    <a:noFill/>
                  </a:ln>
                  <a:solidFill>
                    <a:srgbClr val="012A2D"/>
                  </a:solidFill>
                  <a:effectLst/>
                  <a:uLnTx/>
                  <a:uFillTx/>
                  <a:latin typeface="Calibre"/>
                </a:rPr>
                <a:t>in the middle of the placeholder and choose the image from your computer.</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Click on the </a:t>
              </a:r>
              <a:r>
                <a:rPr kumimoji="0" lang="en-GB" sz="800" b="1" i="0" u="none" strike="noStrike" kern="1200" cap="none" spc="0" normalizeH="0" baseline="0" noProof="0" dirty="0">
                  <a:ln>
                    <a:noFill/>
                  </a:ln>
                  <a:solidFill>
                    <a:srgbClr val="012A2D"/>
                  </a:solidFill>
                  <a:effectLst/>
                  <a:uLnTx/>
                  <a:uFillTx/>
                  <a:latin typeface="Calibre"/>
                </a:rPr>
                <a:t>Format Picture </a:t>
              </a:r>
              <a:r>
                <a:rPr kumimoji="0" lang="en-GB" sz="800" b="0" i="0" u="none" strike="noStrike" kern="1200" cap="none" spc="0" normalizeH="0" baseline="0" noProof="0" dirty="0">
                  <a:ln>
                    <a:noFill/>
                  </a:ln>
                  <a:solidFill>
                    <a:srgbClr val="012A2D"/>
                  </a:solidFill>
                  <a:effectLst/>
                  <a:uLnTx/>
                  <a:uFillTx/>
                  <a:latin typeface="Calibre"/>
                </a:rPr>
                <a:t>tab in the ribbon and use the tools to edit the image.</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Choose </a:t>
              </a:r>
              <a:r>
                <a:rPr kumimoji="0" lang="en-GB" sz="800" b="1" i="0" u="none" strike="noStrike" kern="1200" cap="none" spc="0" normalizeH="0" baseline="0" noProof="0" dirty="0">
                  <a:ln>
                    <a:noFill/>
                  </a:ln>
                  <a:solidFill>
                    <a:srgbClr val="012A2D"/>
                  </a:solidFill>
                  <a:effectLst/>
                  <a:uLnTx/>
                  <a:uFillTx/>
                  <a:latin typeface="Calibre"/>
                </a:rPr>
                <a:t>Crop to </a:t>
              </a:r>
              <a:r>
                <a:rPr kumimoji="0" lang="en-GB" sz="800" b="0" i="0" u="none" strike="noStrike" kern="1200" cap="none" spc="0" normalizeH="0" baseline="0" noProof="0" dirty="0">
                  <a:ln>
                    <a:noFill/>
                  </a:ln>
                  <a:solidFill>
                    <a:srgbClr val="012A2D"/>
                  </a:solidFill>
                  <a:effectLst/>
                  <a:uLnTx/>
                  <a:uFillTx/>
                  <a:latin typeface="Calibre"/>
                </a:rPr>
                <a:t>resize and move the image within the placeholder, using the white circles in the corners of the image. Click on the drop down arrow and choose </a:t>
              </a:r>
              <a:r>
                <a:rPr kumimoji="0" lang="en-GB" sz="800" b="1" i="0" u="none" strike="noStrike" kern="1200" cap="none" spc="0" normalizeH="0" baseline="0" noProof="0" dirty="0">
                  <a:ln>
                    <a:noFill/>
                  </a:ln>
                  <a:solidFill>
                    <a:srgbClr val="012A2D"/>
                  </a:solidFill>
                  <a:effectLst/>
                  <a:uLnTx/>
                  <a:uFillTx/>
                  <a:latin typeface="Calibre"/>
                </a:rPr>
                <a:t>Fit</a:t>
              </a:r>
              <a:br>
                <a:rPr kumimoji="0" lang="en-GB" sz="800" b="0" i="0" u="none" strike="noStrike" kern="1200" cap="none" spc="0" normalizeH="0" baseline="0" noProof="0" dirty="0">
                  <a:ln>
                    <a:noFill/>
                  </a:ln>
                  <a:solidFill>
                    <a:srgbClr val="012A2D"/>
                  </a:solidFill>
                  <a:effectLst/>
                  <a:uLnTx/>
                  <a:uFillTx/>
                  <a:latin typeface="Calibre"/>
                </a:rPr>
              </a:br>
              <a:r>
                <a:rPr kumimoji="0" lang="en-GB" sz="800" b="0" i="0" u="none" strike="noStrike" kern="1200" cap="none" spc="0" normalizeH="0" baseline="0" noProof="0" dirty="0">
                  <a:ln>
                    <a:noFill/>
                  </a:ln>
                  <a:solidFill>
                    <a:srgbClr val="012A2D"/>
                  </a:solidFill>
                  <a:effectLst/>
                  <a:uLnTx/>
                  <a:uFillTx/>
                  <a:latin typeface="Calibre"/>
                </a:rPr>
                <a:t>to fit the image to the placeholder.</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Choose </a:t>
              </a:r>
              <a:r>
                <a:rPr kumimoji="0" lang="en-GB" sz="800" b="1" i="0" u="none" strike="noStrike" kern="1200" cap="none" spc="0" normalizeH="0" baseline="0" noProof="0" dirty="0">
                  <a:ln>
                    <a:noFill/>
                  </a:ln>
                  <a:solidFill>
                    <a:srgbClr val="012A2D"/>
                  </a:solidFill>
                  <a:effectLst/>
                  <a:uLnTx/>
                  <a:uFillTx/>
                  <a:latin typeface="Calibre"/>
                </a:rPr>
                <a:t>Picture Colour </a:t>
              </a:r>
              <a:r>
                <a:rPr kumimoji="0" lang="en-GB" sz="800" b="0" i="0" u="none" strike="noStrike" kern="1200" cap="none" spc="0" normalizeH="0" baseline="0" noProof="0" dirty="0">
                  <a:ln>
                    <a:noFill/>
                  </a:ln>
                  <a:solidFill>
                    <a:srgbClr val="012A2D"/>
                  </a:solidFill>
                  <a:effectLst/>
                  <a:uLnTx/>
                  <a:uFillTx/>
                  <a:latin typeface="Calibre"/>
                </a:rPr>
                <a:t>to adjust the Saturation, Tone, and Colour.</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Choose </a:t>
              </a:r>
              <a:r>
                <a:rPr kumimoji="0" lang="en-GB" sz="800" b="1" i="0" u="none" strike="noStrike" kern="1200" cap="none" spc="0" normalizeH="0" baseline="0" noProof="0" dirty="0">
                  <a:ln>
                    <a:noFill/>
                  </a:ln>
                  <a:solidFill>
                    <a:srgbClr val="012A2D"/>
                  </a:solidFill>
                  <a:effectLst/>
                  <a:uLnTx/>
                  <a:uFillTx/>
                  <a:latin typeface="Calibre"/>
                </a:rPr>
                <a:t>Picture Correction</a:t>
              </a:r>
              <a:br>
                <a:rPr kumimoji="0" lang="en-GB" sz="800" b="0" i="0" u="none" strike="noStrike" kern="1200" cap="none" spc="0" normalizeH="0" baseline="0" noProof="0" dirty="0">
                  <a:ln>
                    <a:noFill/>
                  </a:ln>
                  <a:solidFill>
                    <a:srgbClr val="012A2D"/>
                  </a:solidFill>
                  <a:effectLst/>
                  <a:uLnTx/>
                  <a:uFillTx/>
                  <a:latin typeface="Calibre"/>
                </a:rPr>
              </a:br>
              <a:r>
                <a:rPr kumimoji="0" lang="en-GB" sz="800" b="0" i="0" u="none" strike="noStrike" kern="1200" cap="none" spc="0" normalizeH="0" baseline="0" noProof="0" dirty="0">
                  <a:ln>
                    <a:noFill/>
                  </a:ln>
                  <a:solidFill>
                    <a:srgbClr val="012A2D"/>
                  </a:solidFill>
                  <a:effectLst/>
                  <a:uLnTx/>
                  <a:uFillTx/>
                  <a:latin typeface="Calibre"/>
                </a:rPr>
                <a:t>to adjust the Sharpness, Brightness, and Contrast.</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Once you are happy with your image, right click on it and select </a:t>
              </a:r>
              <a:r>
                <a:rPr kumimoji="0" lang="en-GB" sz="800" b="1" i="0" u="none" strike="noStrike" kern="1200" cap="none" spc="0" normalizeH="0" baseline="0" noProof="0" dirty="0">
                  <a:ln>
                    <a:noFill/>
                  </a:ln>
                  <a:solidFill>
                    <a:srgbClr val="012A2D"/>
                  </a:solidFill>
                  <a:effectLst/>
                  <a:uLnTx/>
                  <a:uFillTx/>
                  <a:latin typeface="Calibre"/>
                </a:rPr>
                <a:t>‘Send to back’</a:t>
              </a:r>
              <a:r>
                <a:rPr kumimoji="0" lang="en-GB" sz="800" b="0" i="0" u="none" strike="noStrike" kern="1200" cap="none" spc="0" normalizeH="0" baseline="0" noProof="0" dirty="0">
                  <a:ln>
                    <a:noFill/>
                  </a:ln>
                  <a:solidFill>
                    <a:srgbClr val="012A2D"/>
                  </a:solidFill>
                  <a:effectLst/>
                  <a:uLnTx/>
                  <a:uFillTx/>
                  <a:latin typeface="Calibre"/>
                </a:rPr>
                <a:t>.</a:t>
              </a:r>
            </a:p>
          </p:txBody>
        </p:sp>
        <p:sp>
          <p:nvSpPr>
            <p:cNvPr id="29" name="Guidance">
              <a:extLst>
                <a:ext uri="{FF2B5EF4-FFF2-40B4-BE49-F238E27FC236}">
                  <a16:creationId xmlns:a16="http://schemas.microsoft.com/office/drawing/2014/main" id="{EFB403C8-0307-87D6-A380-99C4D841C889}"/>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How to Insert an image</a:t>
              </a:r>
            </a:p>
          </p:txBody>
        </p:sp>
      </p:grpSp>
    </p:spTree>
    <p:extLst>
      <p:ext uri="{BB962C8B-B14F-4D97-AF65-F5344CB8AC3E}">
        <p14:creationId xmlns:p14="http://schemas.microsoft.com/office/powerpoint/2010/main" val="354201729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tatement: image and text 01">
    <p:bg>
      <p:bgPr>
        <a:solidFill>
          <a:srgbClr val="F6F6F6"/>
        </a:solidFill>
        <a:effectLst/>
      </p:bgPr>
    </p:bg>
    <p:spTree>
      <p:nvGrpSpPr>
        <p:cNvPr id="1" name=""/>
        <p:cNvGrpSpPr/>
        <p:nvPr/>
      </p:nvGrpSpPr>
      <p:grpSpPr>
        <a:xfrm>
          <a:off x="0" y="0"/>
          <a:ext cx="0" cy="0"/>
          <a:chOff x="0" y="0"/>
          <a:chExt cx="0" cy="0"/>
        </a:xfrm>
      </p:grpSpPr>
      <p:sp>
        <p:nvSpPr>
          <p:cNvPr id="19" name="LoS - Fixed shape">
            <a:extLst>
              <a:ext uri="{FF2B5EF4-FFF2-40B4-BE49-F238E27FC236}">
                <a16:creationId xmlns:a16="http://schemas.microsoft.com/office/drawing/2014/main" id="{00A85442-8E69-FBFE-FB2A-E04FB8CD5A13}"/>
              </a:ext>
              <a:ext uri="{C183D7F6-B498-43B3-948B-1728B52AA6E4}">
                <adec:decorative xmlns:adec="http://schemas.microsoft.com/office/drawing/2017/decorative" val="1"/>
              </a:ext>
            </a:extLst>
          </p:cNvPr>
          <p:cNvSpPr/>
          <p:nvPr userDrawn="1"/>
        </p:nvSpPr>
        <p:spPr>
          <a:xfrm>
            <a:off x="473076" y="973138"/>
            <a:ext cx="63500" cy="4903787"/>
          </a:xfrm>
          <a:prstGeom prst="rect">
            <a:avLst/>
          </a:prstGeom>
          <a:solidFill>
            <a:srgbClr val="17E88F"/>
          </a:solidFill>
        </p:spPr>
        <p:txBody>
          <a:bodyPr wrap="square" lIns="72000" tIns="46800" rIns="72000" bIns="46800" rtlCol="0" anchor="ctr" anchorCtr="1">
            <a:noAutofit/>
          </a:bodyPr>
          <a:lstStyle/>
          <a:p>
            <a:pPr algn="ctr"/>
            <a:endParaRPr lang="en-GB" dirty="0">
              <a:solidFill>
                <a:schemeClr val="bg1"/>
              </a:solidFill>
            </a:endParaRPr>
          </a:p>
        </p:txBody>
      </p:sp>
      <p:sp>
        <p:nvSpPr>
          <p:cNvPr id="17" name="Picture Placeholder">
            <a:extLst>
              <a:ext uri="{FF2B5EF4-FFF2-40B4-BE49-F238E27FC236}">
                <a16:creationId xmlns:a16="http://schemas.microsoft.com/office/drawing/2014/main" id="{AF0AFA99-8EBE-1263-37D0-7E38DA3CA69D}"/>
              </a:ext>
            </a:extLst>
          </p:cNvPr>
          <p:cNvSpPr>
            <a:spLocks noGrp="1"/>
          </p:cNvSpPr>
          <p:nvPr>
            <p:ph type="pic" sz="quarter" idx="16"/>
          </p:nvPr>
        </p:nvSpPr>
        <p:spPr>
          <a:xfrm>
            <a:off x="1" y="4113213"/>
            <a:ext cx="12191999" cy="2744787"/>
          </a:xfrm>
          <a:custGeom>
            <a:avLst/>
            <a:gdLst>
              <a:gd name="connsiteX0" fmla="*/ 0 w 12191999"/>
              <a:gd name="connsiteY0" fmla="*/ 0 h 2744787"/>
              <a:gd name="connsiteX1" fmla="*/ 473075 w 12191999"/>
              <a:gd name="connsiteY1" fmla="*/ 0 h 2744787"/>
              <a:gd name="connsiteX2" fmla="*/ 473075 w 12191999"/>
              <a:gd name="connsiteY2" fmla="*/ 1763712 h 2744787"/>
              <a:gd name="connsiteX3" fmla="*/ 536575 w 12191999"/>
              <a:gd name="connsiteY3" fmla="*/ 1763712 h 2744787"/>
              <a:gd name="connsiteX4" fmla="*/ 536575 w 12191999"/>
              <a:gd name="connsiteY4" fmla="*/ 0 h 2744787"/>
              <a:gd name="connsiteX5" fmla="*/ 12191999 w 12191999"/>
              <a:gd name="connsiteY5" fmla="*/ 0 h 2744787"/>
              <a:gd name="connsiteX6" fmla="*/ 12191999 w 12191999"/>
              <a:gd name="connsiteY6" fmla="*/ 2744787 h 2744787"/>
              <a:gd name="connsiteX7" fmla="*/ 0 w 12191999"/>
              <a:gd name="connsiteY7" fmla="*/ 2744787 h 2744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2744787">
                <a:moveTo>
                  <a:pt x="0" y="0"/>
                </a:moveTo>
                <a:lnTo>
                  <a:pt x="473075" y="0"/>
                </a:lnTo>
                <a:lnTo>
                  <a:pt x="473075" y="1763712"/>
                </a:lnTo>
                <a:lnTo>
                  <a:pt x="536575" y="1763712"/>
                </a:lnTo>
                <a:lnTo>
                  <a:pt x="536575" y="0"/>
                </a:lnTo>
                <a:lnTo>
                  <a:pt x="12191999" y="0"/>
                </a:lnTo>
                <a:lnTo>
                  <a:pt x="12191999" y="2744787"/>
                </a:lnTo>
                <a:lnTo>
                  <a:pt x="0" y="2744787"/>
                </a:lnTo>
                <a:close/>
              </a:path>
            </a:pathLst>
          </a:custGeom>
          <a:solidFill>
            <a:schemeClr val="accent3"/>
          </a:solidFill>
        </p:spPr>
        <p:txBody>
          <a:bodyPr wrap="square" anchor="ctr" anchorCtr="0">
            <a:noAutofit/>
          </a:bodyPr>
          <a:lstStyle>
            <a:lvl1pPr algn="ctr">
              <a:defRPr>
                <a:solidFill>
                  <a:schemeClr val="tx1"/>
                </a:solidFill>
              </a:defRPr>
            </a:lvl1pPr>
          </a:lstStyle>
          <a:p>
            <a:r>
              <a:rPr lang="en-GB"/>
              <a:t>Click icon to add picture</a:t>
            </a:r>
            <a:endParaRPr lang="en-GB" dirty="0"/>
          </a:p>
        </p:txBody>
      </p:sp>
      <p:sp>
        <p:nvSpPr>
          <p:cNvPr id="8" name="Main Title Placeholder">
            <a:extLst>
              <a:ext uri="{FF2B5EF4-FFF2-40B4-BE49-F238E27FC236}">
                <a16:creationId xmlns:a16="http://schemas.microsoft.com/office/drawing/2014/main" id="{0AB1EEEC-0D13-0BD5-86C1-FEA968AFEE5B}"/>
              </a:ext>
            </a:extLst>
          </p:cNvPr>
          <p:cNvSpPr>
            <a:spLocks noGrp="1"/>
          </p:cNvSpPr>
          <p:nvPr>
            <p:ph type="body" sz="quarter" idx="11" hasCustomPrompt="1"/>
          </p:nvPr>
        </p:nvSpPr>
        <p:spPr>
          <a:xfrm>
            <a:off x="1531936" y="973136"/>
            <a:ext cx="8612189" cy="1778001"/>
          </a:xfrm>
        </p:spPr>
        <p:txBody>
          <a:bodyPr anchor="t" anchorCtr="0"/>
          <a:lstStyle>
            <a:lvl1pPr marL="0" indent="0" algn="l">
              <a:lnSpc>
                <a:spcPct val="80000"/>
              </a:lnSpc>
              <a:spcBef>
                <a:spcPts val="1200"/>
              </a:spcBef>
              <a:spcAft>
                <a:spcPts val="1200"/>
              </a:spcAft>
              <a:buFont typeface="Arial" panose="020B0604020202020204" pitchFamily="34" charset="0"/>
              <a:buNone/>
              <a:defRPr sz="5400">
                <a:solidFill>
                  <a:schemeClr val="tx1"/>
                </a:solidFill>
                <a:latin typeface="+mj-lt"/>
              </a:defRPr>
            </a:lvl1pPr>
            <a:lvl2pPr marL="0" indent="0" algn="l">
              <a:lnSpc>
                <a:spcPct val="80000"/>
              </a:lnSpc>
              <a:spcBef>
                <a:spcPts val="1200"/>
              </a:spcBef>
              <a:spcAft>
                <a:spcPts val="1200"/>
              </a:spcAft>
              <a:buFont typeface="Arial" panose="020B0604020202020204" pitchFamily="34" charset="0"/>
              <a:buNone/>
              <a:defRPr sz="4800">
                <a:solidFill>
                  <a:schemeClr val="tx1"/>
                </a:solidFill>
                <a:latin typeface="+mj-lt"/>
              </a:defRPr>
            </a:lvl2pPr>
            <a:lvl3pPr marL="0" indent="0" algn="l">
              <a:lnSpc>
                <a:spcPct val="80000"/>
              </a:lnSpc>
              <a:spcBef>
                <a:spcPts val="1200"/>
              </a:spcBef>
              <a:spcAft>
                <a:spcPts val="1200"/>
              </a:spcAft>
              <a:buFont typeface="Arial" panose="020B0604020202020204" pitchFamily="34" charset="0"/>
              <a:buNone/>
              <a:defRPr sz="4400">
                <a:solidFill>
                  <a:schemeClr val="tx1"/>
                </a:solidFill>
                <a:latin typeface="+mj-lt"/>
              </a:defRPr>
            </a:lvl3pPr>
            <a:lvl4pPr marL="0" indent="0" algn="l">
              <a:lnSpc>
                <a:spcPct val="80000"/>
              </a:lnSpc>
              <a:spcBef>
                <a:spcPts val="1200"/>
              </a:spcBef>
              <a:spcAft>
                <a:spcPts val="1200"/>
              </a:spcAft>
              <a:buNone/>
              <a:defRPr sz="6000">
                <a:solidFill>
                  <a:schemeClr val="tx1"/>
                </a:solidFill>
                <a:latin typeface="+mj-lt"/>
              </a:defRPr>
            </a:lvl4pPr>
            <a:lvl5pPr marL="0" indent="0" algn="l">
              <a:lnSpc>
                <a:spcPct val="80000"/>
              </a:lnSpc>
              <a:spcBef>
                <a:spcPts val="1200"/>
              </a:spcBef>
              <a:spcAft>
                <a:spcPts val="1200"/>
              </a:spcAft>
              <a:buNone/>
              <a:defRPr sz="2200">
                <a:solidFill>
                  <a:schemeClr val="tx1"/>
                </a:solidFill>
                <a:latin typeface="+mj-lt"/>
              </a:defRPr>
            </a:lvl5pPr>
            <a:lvl6pPr marL="0" indent="0" algn="l">
              <a:lnSpc>
                <a:spcPct val="80000"/>
              </a:lnSpc>
              <a:spcBef>
                <a:spcPts val="0"/>
              </a:spcBef>
              <a:spcAft>
                <a:spcPts val="600"/>
              </a:spcAft>
              <a:buFont typeface="Arial" panose="020B0604020202020204" pitchFamily="34" charset="0"/>
              <a:buNone/>
              <a:defRPr sz="1600">
                <a:solidFill>
                  <a:schemeClr val="tx1"/>
                </a:solidFill>
                <a:latin typeface="Calibre Semibold" panose="020B0703030202060203" pitchFamily="34" charset="0"/>
              </a:defRPr>
            </a:lvl6pPr>
            <a:lvl7pPr marL="0" indent="0" algn="l">
              <a:lnSpc>
                <a:spcPct val="75000"/>
              </a:lnSpc>
              <a:spcBef>
                <a:spcPts val="0"/>
              </a:spcBef>
              <a:spcAft>
                <a:spcPts val="600"/>
              </a:spcAft>
              <a:buFont typeface="Arial" panose="020B0604020202020204" pitchFamily="34" charset="0"/>
              <a:buNone/>
              <a:defRPr sz="1600">
                <a:solidFill>
                  <a:schemeClr val="tx1"/>
                </a:solidFill>
                <a:latin typeface="Calibre Light" panose="020B0303030202060203" pitchFamily="34" charset="0"/>
              </a:defRPr>
            </a:lvl7pPr>
            <a:lvl8pPr marL="0" indent="0" algn="l">
              <a:lnSpc>
                <a:spcPct val="75000"/>
              </a:lnSpc>
              <a:spcBef>
                <a:spcPts val="0"/>
              </a:spcBef>
              <a:spcAft>
                <a:spcPts val="600"/>
              </a:spcAft>
              <a:buFont typeface="Arial" panose="020B0604020202020204" pitchFamily="34" charset="0"/>
              <a:buNone/>
              <a:defRPr sz="1050">
                <a:solidFill>
                  <a:schemeClr val="tx1"/>
                </a:solidFill>
                <a:latin typeface="Calibre Semibold" panose="020B0703030202060203" pitchFamily="34" charset="0"/>
              </a:defRPr>
            </a:lvl8pPr>
            <a:lvl9pPr marL="0" indent="0" algn="l">
              <a:lnSpc>
                <a:spcPct val="75000"/>
              </a:lnSpc>
              <a:spcBef>
                <a:spcPts val="0"/>
              </a:spcBef>
              <a:spcAft>
                <a:spcPts val="600"/>
              </a:spcAft>
              <a:buNone/>
              <a:defRPr sz="1050">
                <a:solidFill>
                  <a:schemeClr val="tx1"/>
                </a:solidFill>
                <a:latin typeface="+mn-lt"/>
              </a:defRPr>
            </a:lvl9pPr>
          </a:lstStyle>
          <a:p>
            <a:pPr lvl="0"/>
            <a:r>
              <a:rPr lang="en-GB" dirty="0"/>
              <a:t>Subject title – max three lines – use text levels  for other sizes</a:t>
            </a:r>
          </a:p>
          <a:p>
            <a:pPr lvl="1"/>
            <a:r>
              <a:rPr lang="en-GB" dirty="0"/>
              <a:t>48pt</a:t>
            </a:r>
          </a:p>
          <a:p>
            <a:pPr lvl="2"/>
            <a:r>
              <a:rPr lang="en-GB" dirty="0"/>
              <a:t>44pt</a:t>
            </a:r>
          </a:p>
          <a:p>
            <a:pPr lvl="3"/>
            <a:r>
              <a:rPr lang="en-GB" dirty="0"/>
              <a:t>60pt</a:t>
            </a:r>
          </a:p>
          <a:p>
            <a:pPr lvl="4"/>
            <a:r>
              <a:rPr lang="en-GB" dirty="0"/>
              <a:t>22pt</a:t>
            </a:r>
          </a:p>
          <a:p>
            <a:pPr lvl="5"/>
            <a:r>
              <a:rPr lang="en-GB" dirty="0"/>
              <a:t>Attribution Name</a:t>
            </a:r>
          </a:p>
          <a:p>
            <a:pPr lvl="6"/>
            <a:r>
              <a:rPr lang="en-GB" dirty="0"/>
              <a:t>Attribution Title</a:t>
            </a:r>
          </a:p>
          <a:p>
            <a:pPr lvl="7"/>
            <a:r>
              <a:rPr lang="en-GB" dirty="0"/>
              <a:t>Caption</a:t>
            </a:r>
          </a:p>
          <a:p>
            <a:pPr lvl="8"/>
            <a:r>
              <a:rPr lang="en-GB" dirty="0"/>
              <a:t>Caption copy</a:t>
            </a:r>
          </a:p>
        </p:txBody>
      </p:sp>
      <p:sp>
        <p:nvSpPr>
          <p:cNvPr id="12" name="Subheading Placeholder 1">
            <a:extLst>
              <a:ext uri="{FF2B5EF4-FFF2-40B4-BE49-F238E27FC236}">
                <a16:creationId xmlns:a16="http://schemas.microsoft.com/office/drawing/2014/main" id="{7686CD6E-3238-BA56-8AEE-517E1259F967}"/>
              </a:ext>
            </a:extLst>
          </p:cNvPr>
          <p:cNvSpPr>
            <a:spLocks noGrp="1"/>
          </p:cNvSpPr>
          <p:nvPr>
            <p:ph type="body" sz="quarter" idx="13" hasCustomPrompt="1"/>
          </p:nvPr>
        </p:nvSpPr>
        <p:spPr>
          <a:xfrm>
            <a:off x="1531937" y="2852737"/>
            <a:ext cx="3487737" cy="1152144"/>
          </a:xfrm>
        </p:spPr>
        <p:txBody>
          <a:bodyPr/>
          <a:lstStyle>
            <a:lvl1pPr>
              <a:spcBef>
                <a:spcPts val="600"/>
              </a:spcBef>
              <a:spcAft>
                <a:spcPts val="0"/>
              </a:spcAft>
              <a:defRPr sz="1600">
                <a:latin typeface="Calibre Semibold" panose="020B0703030202060203" pitchFamily="34" charset="0"/>
              </a:defRPr>
            </a:lvl1pPr>
            <a:lvl2pPr>
              <a:lnSpc>
                <a:spcPct val="100000"/>
              </a:lnSpc>
              <a:spcBef>
                <a:spcPts val="300"/>
              </a:spcBef>
              <a:spcAft>
                <a:spcPts val="300"/>
              </a:spcAft>
              <a:defRPr sz="1200">
                <a:latin typeface="+mn-lt"/>
              </a:defRPr>
            </a:lvl2pPr>
            <a:lvl3pPr marL="180000" indent="-180000">
              <a:buFont typeface="Calibre" panose="020B0503030202060203" pitchFamily="34" charset="0"/>
              <a:buChar char="–"/>
              <a:defRPr/>
            </a:lvl3pPr>
            <a:lvl4pPr marL="365760" indent="-182880">
              <a:buFont typeface="Arial" panose="020B0604020202020204" pitchFamily="34" charset="0"/>
              <a:buChar char="•"/>
              <a:defRPr/>
            </a:lvl4pPr>
            <a:lvl5pPr marL="0" indent="0">
              <a:lnSpc>
                <a:spcPct val="100000"/>
              </a:lnSpc>
              <a:spcBef>
                <a:spcPts val="600"/>
              </a:spcBef>
              <a:spcAft>
                <a:spcPts val="0"/>
              </a:spcAft>
              <a:buNone/>
              <a:defRPr sz="1200">
                <a:latin typeface="Calibre Semibold" panose="020B0703030202060203" pitchFamily="34" charset="0"/>
              </a:defRPr>
            </a:lvl5pPr>
            <a:lvl6pPr>
              <a:defRPr sz="1050"/>
            </a:lvl6pPr>
            <a:lvl7pPr>
              <a:spcBef>
                <a:spcPts val="300"/>
              </a:spcBef>
              <a:spcAft>
                <a:spcPts val="300"/>
              </a:spcAft>
              <a:defRPr>
                <a:latin typeface="+mn-lt"/>
              </a:defRPr>
            </a:lvl7pPr>
            <a:lvl8pPr marL="180000" indent="-180000">
              <a:spcBef>
                <a:spcPts val="200"/>
              </a:spcBef>
              <a:spcAft>
                <a:spcPts val="200"/>
              </a:spcAft>
              <a:buFont typeface="Calibre" panose="020B0503030202060203" pitchFamily="34" charset="0"/>
              <a:buChar char="–"/>
              <a:defRPr/>
            </a:lvl8pPr>
            <a:lvl9pPr marL="365760" indent="-182880">
              <a:buFont typeface="Arial" panose="020B0604020202020204" pitchFamily="34" charset="0"/>
              <a:buChar char="•"/>
              <a:defRPr/>
            </a:lvl9pPr>
          </a:lstStyle>
          <a:p>
            <a:pPr lvl="0"/>
            <a:r>
              <a:rPr lang="en-GB" dirty="0"/>
              <a:t>Subheading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sp>
        <p:nvSpPr>
          <p:cNvPr id="16" name="Subheading Placeholder 2">
            <a:extLst>
              <a:ext uri="{FF2B5EF4-FFF2-40B4-BE49-F238E27FC236}">
                <a16:creationId xmlns:a16="http://schemas.microsoft.com/office/drawing/2014/main" id="{2C83130E-3D96-9313-B0E7-8DF90A4A1777}"/>
              </a:ext>
            </a:extLst>
          </p:cNvPr>
          <p:cNvSpPr>
            <a:spLocks noGrp="1"/>
          </p:cNvSpPr>
          <p:nvPr>
            <p:ph type="body" sz="quarter" idx="15" hasCustomPrompt="1"/>
          </p:nvPr>
        </p:nvSpPr>
        <p:spPr>
          <a:xfrm>
            <a:off x="5121804" y="2852737"/>
            <a:ext cx="3487737" cy="1152144"/>
          </a:xfrm>
        </p:spPr>
        <p:txBody>
          <a:bodyPr/>
          <a:lstStyle>
            <a:lvl1pPr>
              <a:spcBef>
                <a:spcPts val="600"/>
              </a:spcBef>
              <a:spcAft>
                <a:spcPts val="0"/>
              </a:spcAft>
              <a:defRPr sz="1600">
                <a:latin typeface="Calibre Semibold" panose="020B0703030202060203" pitchFamily="34" charset="0"/>
              </a:defRPr>
            </a:lvl1pPr>
            <a:lvl2pPr>
              <a:lnSpc>
                <a:spcPct val="100000"/>
              </a:lnSpc>
              <a:spcBef>
                <a:spcPts val="300"/>
              </a:spcBef>
              <a:spcAft>
                <a:spcPts val="300"/>
              </a:spcAft>
              <a:defRPr sz="1200">
                <a:latin typeface="+mn-lt"/>
              </a:defRPr>
            </a:lvl2pPr>
            <a:lvl3pPr marL="180000" indent="-180000">
              <a:buFont typeface="Calibre" panose="020B0503030202060203" pitchFamily="34" charset="0"/>
              <a:buChar char="–"/>
              <a:defRPr/>
            </a:lvl3pPr>
            <a:lvl4pPr marL="365760" indent="-182880">
              <a:buFont typeface="Arial" panose="020B0604020202020204" pitchFamily="34" charset="0"/>
              <a:buChar char="•"/>
              <a:defRPr/>
            </a:lvl4pPr>
            <a:lvl5pPr marL="0" indent="0">
              <a:lnSpc>
                <a:spcPct val="100000"/>
              </a:lnSpc>
              <a:spcBef>
                <a:spcPts val="600"/>
              </a:spcBef>
              <a:spcAft>
                <a:spcPts val="0"/>
              </a:spcAft>
              <a:buNone/>
              <a:defRPr sz="1200">
                <a:latin typeface="Calibre Semibold" panose="020B0703030202060203" pitchFamily="34" charset="0"/>
              </a:defRPr>
            </a:lvl5pPr>
            <a:lvl6pPr>
              <a:defRPr sz="1050"/>
            </a:lvl6pPr>
            <a:lvl7pPr>
              <a:spcBef>
                <a:spcPts val="300"/>
              </a:spcBef>
              <a:spcAft>
                <a:spcPts val="300"/>
              </a:spcAft>
              <a:defRPr>
                <a:latin typeface="+mn-lt"/>
              </a:defRPr>
            </a:lvl7pPr>
            <a:lvl8pPr marL="180000" indent="-180000">
              <a:spcBef>
                <a:spcPts val="200"/>
              </a:spcBef>
              <a:spcAft>
                <a:spcPts val="200"/>
              </a:spcAft>
              <a:buFont typeface="Calibre" panose="020B0503030202060203" pitchFamily="34" charset="0"/>
              <a:buChar char="–"/>
              <a:defRPr/>
            </a:lvl8pPr>
            <a:lvl9pPr marL="365760" indent="-182880">
              <a:buFont typeface="Arial" panose="020B0604020202020204" pitchFamily="34" charset="0"/>
              <a:buChar char="•"/>
              <a:defRPr/>
            </a:lvl9pPr>
          </a:lstStyle>
          <a:p>
            <a:pPr lvl="0"/>
            <a:r>
              <a:rPr lang="en-GB" dirty="0"/>
              <a:t>Subheading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grpSp>
        <p:nvGrpSpPr>
          <p:cNvPr id="3" name="Text Styles Guidance">
            <a:extLst>
              <a:ext uri="{FF2B5EF4-FFF2-40B4-BE49-F238E27FC236}">
                <a16:creationId xmlns:a16="http://schemas.microsoft.com/office/drawing/2014/main" id="{5A7CE67B-AF5D-7E04-6C49-E3D30A8FF654}"/>
              </a:ext>
              <a:ext uri="{C183D7F6-B498-43B3-948B-1728B52AA6E4}">
                <adec:decorative xmlns:adec="http://schemas.microsoft.com/office/drawing/2017/decorative" val="1"/>
              </a:ext>
            </a:extLst>
          </p:cNvPr>
          <p:cNvGrpSpPr>
            <a:grpSpLocks noGrp="1" noUngrp="1" noRot="1" noMove="1" noResize="1"/>
          </p:cNvGrpSpPr>
          <p:nvPr userDrawn="1"/>
        </p:nvGrpSpPr>
        <p:grpSpPr>
          <a:xfrm>
            <a:off x="-2322513" y="452438"/>
            <a:ext cx="1969750" cy="1731874"/>
            <a:chOff x="-2322513" y="1484313"/>
            <a:chExt cx="1969750" cy="1731874"/>
          </a:xfrm>
        </p:grpSpPr>
        <p:grpSp>
          <p:nvGrpSpPr>
            <p:cNvPr id="5" name="Group 4">
              <a:extLst>
                <a:ext uri="{FF2B5EF4-FFF2-40B4-BE49-F238E27FC236}">
                  <a16:creationId xmlns:a16="http://schemas.microsoft.com/office/drawing/2014/main" id="{E74A7282-226F-3692-CDF5-890895D3BB2A}"/>
                </a:ext>
              </a:extLst>
            </p:cNvPr>
            <p:cNvGrpSpPr>
              <a:grpSpLocks noGrp="1" noUngrp="1" noRot="1" noMove="1" noResize="1"/>
            </p:cNvGrpSpPr>
            <p:nvPr userDrawn="1"/>
          </p:nvGrpSpPr>
          <p:grpSpPr>
            <a:xfrm>
              <a:off x="-2317919" y="1484313"/>
              <a:ext cx="1960563" cy="1231106"/>
              <a:chOff x="-2322513" y="195104"/>
              <a:chExt cx="1960563" cy="1231106"/>
            </a:xfrm>
          </p:grpSpPr>
          <p:sp>
            <p:nvSpPr>
              <p:cNvPr id="13" name="Guidance">
                <a:extLst>
                  <a:ext uri="{FF2B5EF4-FFF2-40B4-BE49-F238E27FC236}">
                    <a16:creationId xmlns:a16="http://schemas.microsoft.com/office/drawing/2014/main" id="{BCE8A02B-3807-0D55-B9E7-FCD2309C63BD}"/>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984885"/>
              </a:xfrm>
              <a:prstGeom prst="rect">
                <a:avLst/>
              </a:prstGeom>
              <a:solidFill>
                <a:srgbClr val="C0D4CB"/>
              </a:solidFill>
            </p:spPr>
            <p:txBody>
              <a:bodyPr wrap="square" lIns="72000" rIns="72000" rtlCol="0">
                <a:noAutofit/>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Each text frame has nine pre-formatted styles defined for you to use.</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To access the styles, use the Increase/Decrease List Level commands found in Home &gt; Paragraph tools:</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800" b="0" i="0" u="none" strike="noStrike" kern="1200" cap="none" spc="0" normalizeH="0" baseline="0" noProof="0" dirty="0">
                  <a:ln>
                    <a:noFill/>
                  </a:ln>
                  <a:solidFill>
                    <a:srgbClr val="012A2D"/>
                  </a:solidFill>
                  <a:effectLst/>
                  <a:uLnTx/>
                  <a:uFillTx/>
                  <a:latin typeface="Calibre"/>
                </a:endParaRPr>
              </a:p>
            </p:txBody>
          </p:sp>
          <p:sp>
            <p:nvSpPr>
              <p:cNvPr id="15" name="Guidance">
                <a:extLst>
                  <a:ext uri="{FF2B5EF4-FFF2-40B4-BE49-F238E27FC236}">
                    <a16:creationId xmlns:a16="http://schemas.microsoft.com/office/drawing/2014/main" id="{889FCAF2-F788-3B8D-6EFC-F88C353D212C}"/>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Text styles</a:t>
                </a:r>
              </a:p>
            </p:txBody>
          </p:sp>
        </p:grpSp>
        <p:grpSp>
          <p:nvGrpSpPr>
            <p:cNvPr id="7" name="Group 6">
              <a:extLst>
                <a:ext uri="{FF2B5EF4-FFF2-40B4-BE49-F238E27FC236}">
                  <a16:creationId xmlns:a16="http://schemas.microsoft.com/office/drawing/2014/main" id="{16B3763C-4EFE-EF3A-15CE-5A9422CB0E3D}"/>
                </a:ext>
              </a:extLst>
            </p:cNvPr>
            <p:cNvGrpSpPr>
              <a:grpSpLocks noGrp="1" noUngrp="1" noRot="1" noMove="1" noResize="1"/>
            </p:cNvGrpSpPr>
            <p:nvPr userDrawn="1"/>
          </p:nvGrpSpPr>
          <p:grpSpPr>
            <a:xfrm>
              <a:off x="-2322513" y="2655826"/>
              <a:ext cx="1969750" cy="560361"/>
              <a:chOff x="3911096" y="2800206"/>
              <a:chExt cx="4420607" cy="1257587"/>
            </a:xfrm>
          </p:grpSpPr>
          <p:pic>
            <p:nvPicPr>
              <p:cNvPr id="9" name="Picture 8">
                <a:extLst>
                  <a:ext uri="{FF2B5EF4-FFF2-40B4-BE49-F238E27FC236}">
                    <a16:creationId xmlns:a16="http://schemas.microsoft.com/office/drawing/2014/main" id="{BBAD7E0E-F7DC-E8F5-C5BE-948FE905EA2A}"/>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3911096" y="2800206"/>
                <a:ext cx="4420607" cy="1257587"/>
              </a:xfrm>
              <a:prstGeom prst="rect">
                <a:avLst/>
              </a:prstGeom>
            </p:spPr>
          </p:pic>
          <p:sp>
            <p:nvSpPr>
              <p:cNvPr id="11" name="Rectangle 10">
                <a:extLst>
                  <a:ext uri="{FF2B5EF4-FFF2-40B4-BE49-F238E27FC236}">
                    <a16:creationId xmlns:a16="http://schemas.microsoft.com/office/drawing/2014/main" id="{C75A3823-0832-51E0-2FEC-2069EED0F547}"/>
                  </a:ext>
                </a:extLst>
              </p:cNvPr>
              <p:cNvSpPr>
                <a:spLocks noGrp="1" noRot="1" noMove="1" noResize="1" noEditPoints="1" noAdjustHandles="1" noChangeArrowheads="1" noChangeShapeType="1"/>
              </p:cNvSpPr>
              <p:nvPr/>
            </p:nvSpPr>
            <p:spPr>
              <a:xfrm>
                <a:off x="5074444" y="2959894"/>
                <a:ext cx="669131" cy="285750"/>
              </a:xfrm>
              <a:prstGeom prst="rect">
                <a:avLst/>
              </a:prstGeom>
              <a:noFill/>
              <a:ln w="6350" cap="flat" cmpd="sng" algn="ctr">
                <a:solidFill>
                  <a:srgbClr val="FF0000"/>
                </a:solidFill>
                <a:prstDash val="solid"/>
                <a:miter lim="800000"/>
              </a:ln>
              <a:effectLst/>
            </p:spPr>
            <p:txBody>
              <a:bodyPr rtlCol="0" anchor="ctr">
                <a:noAutofit/>
              </a:bodyPr>
              <a:lstStyle/>
              <a:p>
                <a:pPr marL="0" marR="0" lvl="0" indent="0" algn="ctr"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1200" b="0" i="0" u="none" strike="noStrike" kern="1200" cap="none" spc="0" normalizeH="0" baseline="0" noProof="0" dirty="0">
                  <a:ln>
                    <a:noFill/>
                  </a:ln>
                  <a:solidFill>
                    <a:srgbClr val="FFFFFF"/>
                  </a:solidFill>
                  <a:effectLst/>
                  <a:uLnTx/>
                  <a:uFillTx/>
                  <a:latin typeface="Calibre"/>
                  <a:ea typeface="+mn-ea"/>
                  <a:cs typeface="+mn-cs"/>
                </a:endParaRPr>
              </a:p>
            </p:txBody>
          </p:sp>
        </p:grpSp>
      </p:grpSp>
      <p:grpSp>
        <p:nvGrpSpPr>
          <p:cNvPr id="2" name="Image Guidance">
            <a:extLst>
              <a:ext uri="{FF2B5EF4-FFF2-40B4-BE49-F238E27FC236}">
                <a16:creationId xmlns:a16="http://schemas.microsoft.com/office/drawing/2014/main" id="{64C39229-A3E3-8402-81BB-F8316A1E3A92}"/>
              </a:ext>
              <a:ext uri="{C183D7F6-B498-43B3-948B-1728B52AA6E4}">
                <adec:decorative xmlns:adec="http://schemas.microsoft.com/office/drawing/2017/decorative" val="1"/>
              </a:ext>
            </a:extLst>
          </p:cNvPr>
          <p:cNvGrpSpPr>
            <a:grpSpLocks noGrp="1" noUngrp="1" noRot="1" noMove="1" noResize="1"/>
          </p:cNvGrpSpPr>
          <p:nvPr userDrawn="1"/>
        </p:nvGrpSpPr>
        <p:grpSpPr>
          <a:xfrm>
            <a:off x="12553950" y="441325"/>
            <a:ext cx="1960563" cy="3139321"/>
            <a:chOff x="-2322513" y="195104"/>
            <a:chExt cx="1960563" cy="3139321"/>
          </a:xfrm>
        </p:grpSpPr>
        <p:sp>
          <p:nvSpPr>
            <p:cNvPr id="4" name="Guidance">
              <a:extLst>
                <a:ext uri="{FF2B5EF4-FFF2-40B4-BE49-F238E27FC236}">
                  <a16:creationId xmlns:a16="http://schemas.microsoft.com/office/drawing/2014/main" id="{8F903D6B-D114-D473-8062-6C6452F6822C}"/>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2893100"/>
            </a:xfrm>
            <a:prstGeom prst="rect">
              <a:avLst/>
            </a:prstGeom>
            <a:solidFill>
              <a:srgbClr val="C0D4CB"/>
            </a:solidFill>
          </p:spPr>
          <p:txBody>
            <a:bodyPr wrap="square" lIns="72000" rIns="72000" rtlCol="0">
              <a:noAutofit/>
            </a:bodyPr>
            <a:lstStyle/>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If there is already an image present, delete this first.</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Click on the </a:t>
              </a:r>
              <a:r>
                <a:rPr kumimoji="0" lang="en-GB" sz="800" b="1" i="0" u="none" strike="noStrike" kern="1200" cap="none" spc="0" normalizeH="0" baseline="0" noProof="0" dirty="0">
                  <a:ln>
                    <a:noFill/>
                  </a:ln>
                  <a:solidFill>
                    <a:srgbClr val="012A2D"/>
                  </a:solidFill>
                  <a:effectLst/>
                  <a:uLnTx/>
                  <a:uFillTx/>
                  <a:latin typeface="Calibre"/>
                </a:rPr>
                <a:t>icon </a:t>
              </a:r>
              <a:r>
                <a:rPr kumimoji="0" lang="en-GB" sz="800" b="0" i="0" u="none" strike="noStrike" kern="1200" cap="none" spc="0" normalizeH="0" baseline="0" noProof="0" dirty="0">
                  <a:ln>
                    <a:noFill/>
                  </a:ln>
                  <a:solidFill>
                    <a:srgbClr val="012A2D"/>
                  </a:solidFill>
                  <a:effectLst/>
                  <a:uLnTx/>
                  <a:uFillTx/>
                  <a:latin typeface="Calibre"/>
                </a:rPr>
                <a:t>in the middle of the placeholder and choose the image from your computer.</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Click on the </a:t>
              </a:r>
              <a:r>
                <a:rPr kumimoji="0" lang="en-GB" sz="800" b="1" i="0" u="none" strike="noStrike" kern="1200" cap="none" spc="0" normalizeH="0" baseline="0" noProof="0" dirty="0">
                  <a:ln>
                    <a:noFill/>
                  </a:ln>
                  <a:solidFill>
                    <a:srgbClr val="012A2D"/>
                  </a:solidFill>
                  <a:effectLst/>
                  <a:uLnTx/>
                  <a:uFillTx/>
                  <a:latin typeface="Calibre"/>
                </a:rPr>
                <a:t>Format Picture </a:t>
              </a:r>
              <a:r>
                <a:rPr kumimoji="0" lang="en-GB" sz="800" b="0" i="0" u="none" strike="noStrike" kern="1200" cap="none" spc="0" normalizeH="0" baseline="0" noProof="0" dirty="0">
                  <a:ln>
                    <a:noFill/>
                  </a:ln>
                  <a:solidFill>
                    <a:srgbClr val="012A2D"/>
                  </a:solidFill>
                  <a:effectLst/>
                  <a:uLnTx/>
                  <a:uFillTx/>
                  <a:latin typeface="Calibre"/>
                </a:rPr>
                <a:t>tab in the ribbon and use the tools to edit the image.</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Choose </a:t>
              </a:r>
              <a:r>
                <a:rPr kumimoji="0" lang="en-GB" sz="800" b="1" i="0" u="none" strike="noStrike" kern="1200" cap="none" spc="0" normalizeH="0" baseline="0" noProof="0" dirty="0">
                  <a:ln>
                    <a:noFill/>
                  </a:ln>
                  <a:solidFill>
                    <a:srgbClr val="012A2D"/>
                  </a:solidFill>
                  <a:effectLst/>
                  <a:uLnTx/>
                  <a:uFillTx/>
                  <a:latin typeface="Calibre"/>
                </a:rPr>
                <a:t>Crop to </a:t>
              </a:r>
              <a:r>
                <a:rPr kumimoji="0" lang="en-GB" sz="800" b="0" i="0" u="none" strike="noStrike" kern="1200" cap="none" spc="0" normalizeH="0" baseline="0" noProof="0" dirty="0">
                  <a:ln>
                    <a:noFill/>
                  </a:ln>
                  <a:solidFill>
                    <a:srgbClr val="012A2D"/>
                  </a:solidFill>
                  <a:effectLst/>
                  <a:uLnTx/>
                  <a:uFillTx/>
                  <a:latin typeface="Calibre"/>
                </a:rPr>
                <a:t>resize and move the image within the placeholder, using the white circles in the corners of the image. Click on the drop down arrow and choose </a:t>
              </a:r>
              <a:r>
                <a:rPr kumimoji="0" lang="en-GB" sz="800" b="1" i="0" u="none" strike="noStrike" kern="1200" cap="none" spc="0" normalizeH="0" baseline="0" noProof="0" dirty="0">
                  <a:ln>
                    <a:noFill/>
                  </a:ln>
                  <a:solidFill>
                    <a:srgbClr val="012A2D"/>
                  </a:solidFill>
                  <a:effectLst/>
                  <a:uLnTx/>
                  <a:uFillTx/>
                  <a:latin typeface="Calibre"/>
                </a:rPr>
                <a:t>Fit</a:t>
              </a:r>
              <a:br>
                <a:rPr kumimoji="0" lang="en-GB" sz="800" b="0" i="0" u="none" strike="noStrike" kern="1200" cap="none" spc="0" normalizeH="0" baseline="0" noProof="0" dirty="0">
                  <a:ln>
                    <a:noFill/>
                  </a:ln>
                  <a:solidFill>
                    <a:srgbClr val="012A2D"/>
                  </a:solidFill>
                  <a:effectLst/>
                  <a:uLnTx/>
                  <a:uFillTx/>
                  <a:latin typeface="Calibre"/>
                </a:rPr>
              </a:br>
              <a:r>
                <a:rPr kumimoji="0" lang="en-GB" sz="800" b="0" i="0" u="none" strike="noStrike" kern="1200" cap="none" spc="0" normalizeH="0" baseline="0" noProof="0" dirty="0">
                  <a:ln>
                    <a:noFill/>
                  </a:ln>
                  <a:solidFill>
                    <a:srgbClr val="012A2D"/>
                  </a:solidFill>
                  <a:effectLst/>
                  <a:uLnTx/>
                  <a:uFillTx/>
                  <a:latin typeface="Calibre"/>
                </a:rPr>
                <a:t>to fit the image to the placeholder.</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Choose </a:t>
              </a:r>
              <a:r>
                <a:rPr kumimoji="0" lang="en-GB" sz="800" b="1" i="0" u="none" strike="noStrike" kern="1200" cap="none" spc="0" normalizeH="0" baseline="0" noProof="0" dirty="0">
                  <a:ln>
                    <a:noFill/>
                  </a:ln>
                  <a:solidFill>
                    <a:srgbClr val="012A2D"/>
                  </a:solidFill>
                  <a:effectLst/>
                  <a:uLnTx/>
                  <a:uFillTx/>
                  <a:latin typeface="Calibre"/>
                </a:rPr>
                <a:t>Picture Colour </a:t>
              </a:r>
              <a:r>
                <a:rPr kumimoji="0" lang="en-GB" sz="800" b="0" i="0" u="none" strike="noStrike" kern="1200" cap="none" spc="0" normalizeH="0" baseline="0" noProof="0" dirty="0">
                  <a:ln>
                    <a:noFill/>
                  </a:ln>
                  <a:solidFill>
                    <a:srgbClr val="012A2D"/>
                  </a:solidFill>
                  <a:effectLst/>
                  <a:uLnTx/>
                  <a:uFillTx/>
                  <a:latin typeface="Calibre"/>
                </a:rPr>
                <a:t>to adjust the Saturation, Tone, and Colour.</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Choose </a:t>
              </a:r>
              <a:r>
                <a:rPr kumimoji="0" lang="en-GB" sz="800" b="1" i="0" u="none" strike="noStrike" kern="1200" cap="none" spc="0" normalizeH="0" baseline="0" noProof="0" dirty="0">
                  <a:ln>
                    <a:noFill/>
                  </a:ln>
                  <a:solidFill>
                    <a:srgbClr val="012A2D"/>
                  </a:solidFill>
                  <a:effectLst/>
                  <a:uLnTx/>
                  <a:uFillTx/>
                  <a:latin typeface="Calibre"/>
                </a:rPr>
                <a:t>Picture Correction</a:t>
              </a:r>
              <a:br>
                <a:rPr kumimoji="0" lang="en-GB" sz="800" b="0" i="0" u="none" strike="noStrike" kern="1200" cap="none" spc="0" normalizeH="0" baseline="0" noProof="0" dirty="0">
                  <a:ln>
                    <a:noFill/>
                  </a:ln>
                  <a:solidFill>
                    <a:srgbClr val="012A2D"/>
                  </a:solidFill>
                  <a:effectLst/>
                  <a:uLnTx/>
                  <a:uFillTx/>
                  <a:latin typeface="Calibre"/>
                </a:rPr>
              </a:br>
              <a:r>
                <a:rPr kumimoji="0" lang="en-GB" sz="800" b="0" i="0" u="none" strike="noStrike" kern="1200" cap="none" spc="0" normalizeH="0" baseline="0" noProof="0" dirty="0">
                  <a:ln>
                    <a:noFill/>
                  </a:ln>
                  <a:solidFill>
                    <a:srgbClr val="012A2D"/>
                  </a:solidFill>
                  <a:effectLst/>
                  <a:uLnTx/>
                  <a:uFillTx/>
                  <a:latin typeface="Calibre"/>
                </a:rPr>
                <a:t>to adjust the Sharpness, Brightness, and Contrast.</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Once you are happy with your image, right click on it and select </a:t>
              </a:r>
              <a:r>
                <a:rPr kumimoji="0" lang="en-GB" sz="800" b="1" i="0" u="none" strike="noStrike" kern="1200" cap="none" spc="0" normalizeH="0" baseline="0" noProof="0" dirty="0">
                  <a:ln>
                    <a:noFill/>
                  </a:ln>
                  <a:solidFill>
                    <a:srgbClr val="012A2D"/>
                  </a:solidFill>
                  <a:effectLst/>
                  <a:uLnTx/>
                  <a:uFillTx/>
                  <a:latin typeface="Calibre"/>
                </a:rPr>
                <a:t>‘Send to back’</a:t>
              </a:r>
              <a:r>
                <a:rPr kumimoji="0" lang="en-GB" sz="800" b="0" i="0" u="none" strike="noStrike" kern="1200" cap="none" spc="0" normalizeH="0" baseline="0" noProof="0" dirty="0">
                  <a:ln>
                    <a:noFill/>
                  </a:ln>
                  <a:solidFill>
                    <a:srgbClr val="012A2D"/>
                  </a:solidFill>
                  <a:effectLst/>
                  <a:uLnTx/>
                  <a:uFillTx/>
                  <a:latin typeface="Calibre"/>
                </a:rPr>
                <a:t>.</a:t>
              </a:r>
            </a:p>
          </p:txBody>
        </p:sp>
        <p:sp>
          <p:nvSpPr>
            <p:cNvPr id="6" name="Guidance">
              <a:extLst>
                <a:ext uri="{FF2B5EF4-FFF2-40B4-BE49-F238E27FC236}">
                  <a16:creationId xmlns:a16="http://schemas.microsoft.com/office/drawing/2014/main" id="{2D29B2CD-6331-0BC1-3696-0A4FF03F0BB0}"/>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How to Insert an image</a:t>
              </a:r>
            </a:p>
          </p:txBody>
        </p:sp>
      </p:grpSp>
    </p:spTree>
    <p:extLst>
      <p:ext uri="{BB962C8B-B14F-4D97-AF65-F5344CB8AC3E}">
        <p14:creationId xmlns:p14="http://schemas.microsoft.com/office/powerpoint/2010/main" val="31804087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tatement: image and text 02">
    <p:bg>
      <p:bgPr>
        <a:solidFill>
          <a:srgbClr val="F6F6F6"/>
        </a:solidFill>
        <a:effectLst/>
      </p:bgPr>
    </p:bg>
    <p:spTree>
      <p:nvGrpSpPr>
        <p:cNvPr id="1" name=""/>
        <p:cNvGrpSpPr/>
        <p:nvPr/>
      </p:nvGrpSpPr>
      <p:grpSpPr>
        <a:xfrm>
          <a:off x="0" y="0"/>
          <a:ext cx="0" cy="0"/>
          <a:chOff x="0" y="0"/>
          <a:chExt cx="0" cy="0"/>
        </a:xfrm>
      </p:grpSpPr>
      <p:sp>
        <p:nvSpPr>
          <p:cNvPr id="18" name="LoS - Fixed shape">
            <a:extLst>
              <a:ext uri="{FF2B5EF4-FFF2-40B4-BE49-F238E27FC236}">
                <a16:creationId xmlns:a16="http://schemas.microsoft.com/office/drawing/2014/main" id="{C3A23647-43AE-701E-476E-C62A5A376E7C}"/>
              </a:ext>
              <a:ext uri="{C183D7F6-B498-43B3-948B-1728B52AA6E4}">
                <adec:decorative xmlns:adec="http://schemas.microsoft.com/office/drawing/2017/decorative" val="1"/>
              </a:ext>
            </a:extLst>
          </p:cNvPr>
          <p:cNvSpPr/>
          <p:nvPr userDrawn="1"/>
        </p:nvSpPr>
        <p:spPr>
          <a:xfrm>
            <a:off x="5537201" y="3397250"/>
            <a:ext cx="1116012" cy="63500"/>
          </a:xfrm>
          <a:prstGeom prst="rect">
            <a:avLst/>
          </a:prstGeom>
          <a:solidFill>
            <a:srgbClr val="17E88F"/>
          </a:solidFill>
        </p:spPr>
        <p:txBody>
          <a:bodyPr wrap="square" lIns="72000" tIns="46800" rIns="72000" bIns="46800" rtlCol="0" anchor="ctr" anchorCtr="1">
            <a:noAutofit/>
          </a:bodyPr>
          <a:lstStyle/>
          <a:p>
            <a:pPr algn="ctr"/>
            <a:endParaRPr lang="en-GB" dirty="0">
              <a:solidFill>
                <a:schemeClr val="bg1"/>
              </a:solidFill>
            </a:endParaRPr>
          </a:p>
        </p:txBody>
      </p:sp>
      <p:sp>
        <p:nvSpPr>
          <p:cNvPr id="14" name="Picture Placeholder">
            <a:extLst>
              <a:ext uri="{FF2B5EF4-FFF2-40B4-BE49-F238E27FC236}">
                <a16:creationId xmlns:a16="http://schemas.microsoft.com/office/drawing/2014/main" id="{1049BAD1-E511-FDB0-2220-272C412C329A}"/>
              </a:ext>
            </a:extLst>
          </p:cNvPr>
          <p:cNvSpPr>
            <a:spLocks noGrp="1"/>
          </p:cNvSpPr>
          <p:nvPr>
            <p:ph type="pic" sz="quarter" idx="16"/>
          </p:nvPr>
        </p:nvSpPr>
        <p:spPr>
          <a:xfrm>
            <a:off x="1" y="1"/>
            <a:ext cx="6099048" cy="6858000"/>
          </a:xfrm>
          <a:custGeom>
            <a:avLst/>
            <a:gdLst>
              <a:gd name="connsiteX0" fmla="*/ 0 w 6099048"/>
              <a:gd name="connsiteY0" fmla="*/ 0 h 6858000"/>
              <a:gd name="connsiteX1" fmla="*/ 6099048 w 6099048"/>
              <a:gd name="connsiteY1" fmla="*/ 0 h 6858000"/>
              <a:gd name="connsiteX2" fmla="*/ 6099048 w 6099048"/>
              <a:gd name="connsiteY2" fmla="*/ 3397249 h 6858000"/>
              <a:gd name="connsiteX3" fmla="*/ 5537200 w 6099048"/>
              <a:gd name="connsiteY3" fmla="*/ 3397249 h 6858000"/>
              <a:gd name="connsiteX4" fmla="*/ 5537200 w 6099048"/>
              <a:gd name="connsiteY4" fmla="*/ 3460749 h 6858000"/>
              <a:gd name="connsiteX5" fmla="*/ 6099048 w 6099048"/>
              <a:gd name="connsiteY5" fmla="*/ 3460749 h 6858000"/>
              <a:gd name="connsiteX6" fmla="*/ 6099048 w 6099048"/>
              <a:gd name="connsiteY6" fmla="*/ 6858000 h 6858000"/>
              <a:gd name="connsiteX7" fmla="*/ 0 w 6099048"/>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9048" h="6858000">
                <a:moveTo>
                  <a:pt x="0" y="0"/>
                </a:moveTo>
                <a:lnTo>
                  <a:pt x="6099048" y="0"/>
                </a:lnTo>
                <a:lnTo>
                  <a:pt x="6099048" y="3397249"/>
                </a:lnTo>
                <a:lnTo>
                  <a:pt x="5537200" y="3397249"/>
                </a:lnTo>
                <a:lnTo>
                  <a:pt x="5537200" y="3460749"/>
                </a:lnTo>
                <a:lnTo>
                  <a:pt x="6099048" y="3460749"/>
                </a:lnTo>
                <a:lnTo>
                  <a:pt x="6099048" y="6858000"/>
                </a:lnTo>
                <a:lnTo>
                  <a:pt x="0" y="6858000"/>
                </a:lnTo>
                <a:close/>
              </a:path>
            </a:pathLst>
          </a:custGeom>
          <a:solidFill>
            <a:schemeClr val="accent3"/>
          </a:solidFill>
        </p:spPr>
        <p:txBody>
          <a:bodyPr wrap="square" anchor="ctr" anchorCtr="0">
            <a:noAutofit/>
          </a:bodyPr>
          <a:lstStyle>
            <a:lvl1pPr algn="ctr">
              <a:defRPr>
                <a:solidFill>
                  <a:schemeClr val="tx1"/>
                </a:solidFill>
              </a:defRPr>
            </a:lvl1pPr>
          </a:lstStyle>
          <a:p>
            <a:r>
              <a:rPr lang="en-GB"/>
              <a:t>Click icon to add picture</a:t>
            </a:r>
            <a:endParaRPr lang="en-GB" dirty="0"/>
          </a:p>
        </p:txBody>
      </p:sp>
      <p:sp>
        <p:nvSpPr>
          <p:cNvPr id="8" name="Main Title Placeholder">
            <a:extLst>
              <a:ext uri="{FF2B5EF4-FFF2-40B4-BE49-F238E27FC236}">
                <a16:creationId xmlns:a16="http://schemas.microsoft.com/office/drawing/2014/main" id="{0AB1EEEC-0D13-0BD5-86C1-FEA968AFEE5B}"/>
              </a:ext>
            </a:extLst>
          </p:cNvPr>
          <p:cNvSpPr>
            <a:spLocks noGrp="1"/>
          </p:cNvSpPr>
          <p:nvPr>
            <p:ph type="body" sz="quarter" idx="11" hasCustomPrompt="1"/>
          </p:nvPr>
        </p:nvSpPr>
        <p:spPr>
          <a:xfrm>
            <a:off x="508001" y="981073"/>
            <a:ext cx="4511674" cy="4902201"/>
          </a:xfrm>
        </p:spPr>
        <p:txBody>
          <a:bodyPr anchor="ctr" anchorCtr="0"/>
          <a:lstStyle>
            <a:lvl1pPr marL="0" indent="0" algn="r">
              <a:lnSpc>
                <a:spcPct val="80000"/>
              </a:lnSpc>
              <a:spcBef>
                <a:spcPts val="1200"/>
              </a:spcBef>
              <a:spcAft>
                <a:spcPts val="1200"/>
              </a:spcAft>
              <a:buFont typeface="Arial" panose="020B0604020202020204" pitchFamily="34" charset="0"/>
              <a:buNone/>
              <a:defRPr sz="6600">
                <a:solidFill>
                  <a:schemeClr val="bg1"/>
                </a:solidFill>
                <a:latin typeface="+mj-lt"/>
              </a:defRPr>
            </a:lvl1pPr>
            <a:lvl2pPr marL="0" indent="0" algn="r">
              <a:lnSpc>
                <a:spcPct val="80000"/>
              </a:lnSpc>
              <a:spcBef>
                <a:spcPts val="1200"/>
              </a:spcBef>
              <a:spcAft>
                <a:spcPts val="1200"/>
              </a:spcAft>
              <a:buFont typeface="Arial" panose="020B0604020202020204" pitchFamily="34" charset="0"/>
              <a:buNone/>
              <a:defRPr sz="5400">
                <a:solidFill>
                  <a:schemeClr val="bg1"/>
                </a:solidFill>
                <a:latin typeface="+mj-lt"/>
              </a:defRPr>
            </a:lvl2pPr>
            <a:lvl3pPr marL="0" indent="0" algn="r">
              <a:lnSpc>
                <a:spcPct val="80000"/>
              </a:lnSpc>
              <a:spcBef>
                <a:spcPts val="1200"/>
              </a:spcBef>
              <a:spcAft>
                <a:spcPts val="1200"/>
              </a:spcAft>
              <a:buFont typeface="Arial" panose="020B0604020202020204" pitchFamily="34" charset="0"/>
              <a:buNone/>
              <a:defRPr sz="4800">
                <a:solidFill>
                  <a:schemeClr val="bg1"/>
                </a:solidFill>
                <a:latin typeface="+mj-lt"/>
              </a:defRPr>
            </a:lvl3pPr>
            <a:lvl4pPr marL="0" indent="0" algn="r">
              <a:lnSpc>
                <a:spcPct val="80000"/>
              </a:lnSpc>
              <a:spcBef>
                <a:spcPts val="1200"/>
              </a:spcBef>
              <a:spcAft>
                <a:spcPts val="1200"/>
              </a:spcAft>
              <a:buNone/>
              <a:defRPr sz="4000">
                <a:solidFill>
                  <a:schemeClr val="bg1"/>
                </a:solidFill>
                <a:latin typeface="+mj-lt"/>
              </a:defRPr>
            </a:lvl4pPr>
            <a:lvl5pPr marL="0" indent="0" algn="r">
              <a:lnSpc>
                <a:spcPct val="80000"/>
              </a:lnSpc>
              <a:spcBef>
                <a:spcPts val="1200"/>
              </a:spcBef>
              <a:spcAft>
                <a:spcPts val="1200"/>
              </a:spcAft>
              <a:buNone/>
              <a:defRPr sz="2200">
                <a:solidFill>
                  <a:schemeClr val="bg1"/>
                </a:solidFill>
                <a:latin typeface="+mj-lt"/>
              </a:defRPr>
            </a:lvl5pPr>
            <a:lvl6pPr marL="0" indent="0" algn="r">
              <a:lnSpc>
                <a:spcPct val="80000"/>
              </a:lnSpc>
              <a:spcBef>
                <a:spcPts val="0"/>
              </a:spcBef>
              <a:spcAft>
                <a:spcPts val="600"/>
              </a:spcAft>
              <a:buFont typeface="Arial" panose="020B0604020202020204" pitchFamily="34" charset="0"/>
              <a:buNone/>
              <a:defRPr sz="1600">
                <a:solidFill>
                  <a:schemeClr val="bg1"/>
                </a:solidFill>
                <a:latin typeface="Calibre Semibold" panose="020B0703030202060203" pitchFamily="34" charset="0"/>
              </a:defRPr>
            </a:lvl6pPr>
            <a:lvl7pPr marL="0" indent="0" algn="r">
              <a:lnSpc>
                <a:spcPct val="75000"/>
              </a:lnSpc>
              <a:spcBef>
                <a:spcPts val="0"/>
              </a:spcBef>
              <a:spcAft>
                <a:spcPts val="600"/>
              </a:spcAft>
              <a:buFont typeface="Arial" panose="020B0604020202020204" pitchFamily="34" charset="0"/>
              <a:buNone/>
              <a:defRPr sz="1600">
                <a:solidFill>
                  <a:schemeClr val="bg1"/>
                </a:solidFill>
                <a:latin typeface="Calibre Light" panose="020B0303030202060203" pitchFamily="34" charset="0"/>
              </a:defRPr>
            </a:lvl7pPr>
            <a:lvl8pPr marL="0" indent="0" algn="r">
              <a:lnSpc>
                <a:spcPct val="75000"/>
              </a:lnSpc>
              <a:spcBef>
                <a:spcPts val="0"/>
              </a:spcBef>
              <a:spcAft>
                <a:spcPts val="600"/>
              </a:spcAft>
              <a:buFont typeface="Arial" panose="020B0604020202020204" pitchFamily="34" charset="0"/>
              <a:buNone/>
              <a:defRPr sz="1050">
                <a:solidFill>
                  <a:schemeClr val="bg1"/>
                </a:solidFill>
                <a:latin typeface="Calibre Semibold" panose="020B0703030202060203" pitchFamily="34" charset="0"/>
              </a:defRPr>
            </a:lvl8pPr>
            <a:lvl9pPr marL="0" indent="0" algn="r">
              <a:lnSpc>
                <a:spcPct val="75000"/>
              </a:lnSpc>
              <a:spcBef>
                <a:spcPts val="0"/>
              </a:spcBef>
              <a:spcAft>
                <a:spcPts val="600"/>
              </a:spcAft>
              <a:buNone/>
              <a:defRPr sz="1050">
                <a:solidFill>
                  <a:schemeClr val="bg1"/>
                </a:solidFill>
                <a:latin typeface="+mn-lt"/>
              </a:defRPr>
            </a:lvl9pPr>
          </a:lstStyle>
          <a:p>
            <a:pPr lvl="0"/>
            <a:r>
              <a:rPr lang="en-GB" dirty="0"/>
              <a:t>Subject title  – max five lines – use text levels  for other sizes</a:t>
            </a:r>
          </a:p>
          <a:p>
            <a:pPr lvl="1"/>
            <a:r>
              <a:rPr lang="en-GB" dirty="0"/>
              <a:t>54pt</a:t>
            </a:r>
          </a:p>
          <a:p>
            <a:pPr lvl="2"/>
            <a:r>
              <a:rPr lang="en-GB" dirty="0"/>
              <a:t>48pt</a:t>
            </a:r>
          </a:p>
          <a:p>
            <a:pPr lvl="3"/>
            <a:r>
              <a:rPr lang="en-GB" dirty="0"/>
              <a:t>40pt</a:t>
            </a:r>
          </a:p>
          <a:p>
            <a:pPr lvl="4"/>
            <a:r>
              <a:rPr lang="en-GB" dirty="0"/>
              <a:t>22pt</a:t>
            </a:r>
          </a:p>
          <a:p>
            <a:pPr lvl="5"/>
            <a:r>
              <a:rPr lang="en-GB" dirty="0"/>
              <a:t>Attribution Name</a:t>
            </a:r>
          </a:p>
          <a:p>
            <a:pPr lvl="6"/>
            <a:r>
              <a:rPr lang="en-GB" dirty="0"/>
              <a:t>Attribution Title</a:t>
            </a:r>
          </a:p>
          <a:p>
            <a:pPr lvl="7"/>
            <a:r>
              <a:rPr lang="en-GB" dirty="0"/>
              <a:t>Caption</a:t>
            </a:r>
          </a:p>
          <a:p>
            <a:pPr lvl="8"/>
            <a:r>
              <a:rPr lang="en-GB" dirty="0"/>
              <a:t>Caption copy</a:t>
            </a:r>
          </a:p>
        </p:txBody>
      </p:sp>
      <p:sp>
        <p:nvSpPr>
          <p:cNvPr id="10" name="Quote Placeholder">
            <a:extLst>
              <a:ext uri="{FF2B5EF4-FFF2-40B4-BE49-F238E27FC236}">
                <a16:creationId xmlns:a16="http://schemas.microsoft.com/office/drawing/2014/main" id="{D014117E-EC3F-B9ED-CF80-49E1BC70942F}"/>
              </a:ext>
            </a:extLst>
          </p:cNvPr>
          <p:cNvSpPr>
            <a:spLocks noGrp="1"/>
          </p:cNvSpPr>
          <p:nvPr>
            <p:ph sz="quarter" idx="12" hasCustomPrompt="1"/>
          </p:nvPr>
        </p:nvSpPr>
        <p:spPr>
          <a:xfrm>
            <a:off x="7170740" y="981074"/>
            <a:ext cx="4511674" cy="4902201"/>
          </a:xfrm>
        </p:spPr>
        <p:txBody>
          <a:bodyPr anchor="ctr" anchorCtr="0"/>
          <a:lstStyle>
            <a:lvl1pPr>
              <a:defRPr>
                <a:latin typeface="+mj-lt"/>
              </a:defRPr>
            </a:lvl1pPr>
          </a:lstStyle>
          <a:p>
            <a:pPr lvl="0"/>
            <a:r>
              <a:rPr lang="en-GB" dirty="0"/>
              <a:t>Use this for supporting quote and any additional copy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grpSp>
        <p:nvGrpSpPr>
          <p:cNvPr id="23" name="Text Styles Guidance">
            <a:extLst>
              <a:ext uri="{FF2B5EF4-FFF2-40B4-BE49-F238E27FC236}">
                <a16:creationId xmlns:a16="http://schemas.microsoft.com/office/drawing/2014/main" id="{059F0A5E-8B15-A64D-AD14-06FF9933897F}"/>
              </a:ext>
              <a:ext uri="{C183D7F6-B498-43B3-948B-1728B52AA6E4}">
                <adec:decorative xmlns:adec="http://schemas.microsoft.com/office/drawing/2017/decorative" val="1"/>
              </a:ext>
            </a:extLst>
          </p:cNvPr>
          <p:cNvGrpSpPr>
            <a:grpSpLocks noGrp="1" noUngrp="1" noRot="1" noMove="1" noResize="1"/>
          </p:cNvGrpSpPr>
          <p:nvPr userDrawn="1"/>
        </p:nvGrpSpPr>
        <p:grpSpPr>
          <a:xfrm>
            <a:off x="12553950" y="452438"/>
            <a:ext cx="1969750" cy="1731874"/>
            <a:chOff x="-2322513" y="1484313"/>
            <a:chExt cx="1969750" cy="1731874"/>
          </a:xfrm>
        </p:grpSpPr>
        <p:grpSp>
          <p:nvGrpSpPr>
            <p:cNvPr id="24" name="Group 23">
              <a:extLst>
                <a:ext uri="{FF2B5EF4-FFF2-40B4-BE49-F238E27FC236}">
                  <a16:creationId xmlns:a16="http://schemas.microsoft.com/office/drawing/2014/main" id="{580293BD-2F2A-FE9A-EB6B-36D8D6291850}"/>
                </a:ext>
              </a:extLst>
            </p:cNvPr>
            <p:cNvGrpSpPr>
              <a:grpSpLocks noGrp="1" noUngrp="1" noRot="1" noMove="1" noResize="1"/>
            </p:cNvGrpSpPr>
            <p:nvPr userDrawn="1"/>
          </p:nvGrpSpPr>
          <p:grpSpPr>
            <a:xfrm>
              <a:off x="-2317919" y="1484313"/>
              <a:ext cx="1960563" cy="1231106"/>
              <a:chOff x="-2322513" y="195104"/>
              <a:chExt cx="1960563" cy="1231106"/>
            </a:xfrm>
          </p:grpSpPr>
          <p:sp>
            <p:nvSpPr>
              <p:cNvPr id="28" name="Guidance">
                <a:extLst>
                  <a:ext uri="{FF2B5EF4-FFF2-40B4-BE49-F238E27FC236}">
                    <a16:creationId xmlns:a16="http://schemas.microsoft.com/office/drawing/2014/main" id="{D72CB325-0A35-B12B-3D3C-FFB33D7DAE1D}"/>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984885"/>
              </a:xfrm>
              <a:prstGeom prst="rect">
                <a:avLst/>
              </a:prstGeom>
              <a:solidFill>
                <a:srgbClr val="C0D4CB"/>
              </a:solidFill>
            </p:spPr>
            <p:txBody>
              <a:bodyPr wrap="square" lIns="72000" rIns="72000" rtlCol="0">
                <a:noAutofit/>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Each text frame has nine pre-formatted styles defined for you to use.</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To access the styles, use the Increase/Decrease List Level commands found in Home &gt; Paragraph tools:</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800" b="0" i="0" u="none" strike="noStrike" kern="1200" cap="none" spc="0" normalizeH="0" baseline="0" noProof="0" dirty="0">
                  <a:ln>
                    <a:noFill/>
                  </a:ln>
                  <a:solidFill>
                    <a:srgbClr val="012A2D"/>
                  </a:solidFill>
                  <a:effectLst/>
                  <a:uLnTx/>
                  <a:uFillTx/>
                  <a:latin typeface="Calibre"/>
                </a:endParaRPr>
              </a:p>
            </p:txBody>
          </p:sp>
          <p:sp>
            <p:nvSpPr>
              <p:cNvPr id="29" name="Guidance">
                <a:extLst>
                  <a:ext uri="{FF2B5EF4-FFF2-40B4-BE49-F238E27FC236}">
                    <a16:creationId xmlns:a16="http://schemas.microsoft.com/office/drawing/2014/main" id="{9EE7A97F-F80E-22E9-C000-5E2C09E069BF}"/>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Text styles</a:t>
                </a:r>
              </a:p>
            </p:txBody>
          </p:sp>
        </p:grpSp>
        <p:grpSp>
          <p:nvGrpSpPr>
            <p:cNvPr id="25" name="Group 24">
              <a:extLst>
                <a:ext uri="{FF2B5EF4-FFF2-40B4-BE49-F238E27FC236}">
                  <a16:creationId xmlns:a16="http://schemas.microsoft.com/office/drawing/2014/main" id="{3DB21CD2-1061-E124-7A28-BE3DA6AF51EC}"/>
                </a:ext>
              </a:extLst>
            </p:cNvPr>
            <p:cNvGrpSpPr>
              <a:grpSpLocks noGrp="1" noUngrp="1" noRot="1" noMove="1" noResize="1"/>
            </p:cNvGrpSpPr>
            <p:nvPr userDrawn="1"/>
          </p:nvGrpSpPr>
          <p:grpSpPr>
            <a:xfrm>
              <a:off x="-2322513" y="2655826"/>
              <a:ext cx="1969750" cy="560361"/>
              <a:chOff x="3911096" y="2800206"/>
              <a:chExt cx="4420607" cy="1257587"/>
            </a:xfrm>
          </p:grpSpPr>
          <p:pic>
            <p:nvPicPr>
              <p:cNvPr id="26" name="Picture 25">
                <a:extLst>
                  <a:ext uri="{FF2B5EF4-FFF2-40B4-BE49-F238E27FC236}">
                    <a16:creationId xmlns:a16="http://schemas.microsoft.com/office/drawing/2014/main" id="{F7A28948-8AC7-0C2A-7ABD-A40ECCF6131D}"/>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3911096" y="2800206"/>
                <a:ext cx="4420607" cy="1257587"/>
              </a:xfrm>
              <a:prstGeom prst="rect">
                <a:avLst/>
              </a:prstGeom>
            </p:spPr>
          </p:pic>
          <p:sp>
            <p:nvSpPr>
              <p:cNvPr id="27" name="Rectangle 26">
                <a:extLst>
                  <a:ext uri="{FF2B5EF4-FFF2-40B4-BE49-F238E27FC236}">
                    <a16:creationId xmlns:a16="http://schemas.microsoft.com/office/drawing/2014/main" id="{642E6900-A00D-F410-EE50-A4E6D83A5863}"/>
                  </a:ext>
                </a:extLst>
              </p:cNvPr>
              <p:cNvSpPr>
                <a:spLocks noGrp="1" noRot="1" noMove="1" noResize="1" noEditPoints="1" noAdjustHandles="1" noChangeArrowheads="1" noChangeShapeType="1"/>
              </p:cNvSpPr>
              <p:nvPr/>
            </p:nvSpPr>
            <p:spPr>
              <a:xfrm>
                <a:off x="5074444" y="2959894"/>
                <a:ext cx="669131" cy="285750"/>
              </a:xfrm>
              <a:prstGeom prst="rect">
                <a:avLst/>
              </a:prstGeom>
              <a:noFill/>
              <a:ln w="6350" cap="flat" cmpd="sng" algn="ctr">
                <a:solidFill>
                  <a:srgbClr val="FF0000"/>
                </a:solidFill>
                <a:prstDash val="solid"/>
                <a:miter lim="800000"/>
              </a:ln>
              <a:effectLst/>
            </p:spPr>
            <p:txBody>
              <a:bodyPr rtlCol="0" anchor="ctr">
                <a:noAutofit/>
              </a:bodyPr>
              <a:lstStyle/>
              <a:p>
                <a:pPr marL="0" marR="0" lvl="0" indent="0" algn="ctr"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1200" b="0" i="0" u="none" strike="noStrike" kern="1200" cap="none" spc="0" normalizeH="0" baseline="0" noProof="0" dirty="0">
                  <a:ln>
                    <a:noFill/>
                  </a:ln>
                  <a:solidFill>
                    <a:srgbClr val="FFFFFF"/>
                  </a:solidFill>
                  <a:effectLst/>
                  <a:uLnTx/>
                  <a:uFillTx/>
                  <a:latin typeface="Calibre"/>
                  <a:ea typeface="+mn-ea"/>
                  <a:cs typeface="+mn-cs"/>
                </a:endParaRPr>
              </a:p>
            </p:txBody>
          </p:sp>
        </p:grpSp>
      </p:grpSp>
      <p:grpSp>
        <p:nvGrpSpPr>
          <p:cNvPr id="2" name="Image Guidance">
            <a:extLst>
              <a:ext uri="{FF2B5EF4-FFF2-40B4-BE49-F238E27FC236}">
                <a16:creationId xmlns:a16="http://schemas.microsoft.com/office/drawing/2014/main" id="{CDF41B31-9A52-0089-A9B5-043396E1FEC9}"/>
              </a:ext>
              <a:ext uri="{C183D7F6-B498-43B3-948B-1728B52AA6E4}">
                <adec:decorative xmlns:adec="http://schemas.microsoft.com/office/drawing/2017/decorative" val="1"/>
              </a:ext>
            </a:extLst>
          </p:cNvPr>
          <p:cNvGrpSpPr>
            <a:grpSpLocks noGrp="1" noUngrp="1" noRot="1" noMove="1" noResize="1"/>
          </p:cNvGrpSpPr>
          <p:nvPr userDrawn="1"/>
        </p:nvGrpSpPr>
        <p:grpSpPr>
          <a:xfrm>
            <a:off x="-2313326" y="441325"/>
            <a:ext cx="1960563" cy="3139321"/>
            <a:chOff x="-2322513" y="195104"/>
            <a:chExt cx="1960563" cy="3139321"/>
          </a:xfrm>
        </p:grpSpPr>
        <p:sp>
          <p:nvSpPr>
            <p:cNvPr id="3" name="Guidance">
              <a:extLst>
                <a:ext uri="{FF2B5EF4-FFF2-40B4-BE49-F238E27FC236}">
                  <a16:creationId xmlns:a16="http://schemas.microsoft.com/office/drawing/2014/main" id="{CC2D974F-6E15-2FCE-0CDD-8CC12EE25CDF}"/>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2893100"/>
            </a:xfrm>
            <a:prstGeom prst="rect">
              <a:avLst/>
            </a:prstGeom>
            <a:solidFill>
              <a:srgbClr val="C0D4CB"/>
            </a:solidFill>
          </p:spPr>
          <p:txBody>
            <a:bodyPr wrap="square" lIns="72000" rIns="72000" rtlCol="0">
              <a:noAutofit/>
            </a:bodyPr>
            <a:lstStyle/>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If there is already an image present, delete this first.</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Click on the </a:t>
              </a:r>
              <a:r>
                <a:rPr kumimoji="0" lang="en-GB" sz="800" b="1" i="0" u="none" strike="noStrike" kern="1200" cap="none" spc="0" normalizeH="0" baseline="0" noProof="0" dirty="0">
                  <a:ln>
                    <a:noFill/>
                  </a:ln>
                  <a:solidFill>
                    <a:srgbClr val="012A2D"/>
                  </a:solidFill>
                  <a:effectLst/>
                  <a:uLnTx/>
                  <a:uFillTx/>
                  <a:latin typeface="Calibre"/>
                </a:rPr>
                <a:t>icon </a:t>
              </a:r>
              <a:r>
                <a:rPr kumimoji="0" lang="en-GB" sz="800" b="0" i="0" u="none" strike="noStrike" kern="1200" cap="none" spc="0" normalizeH="0" baseline="0" noProof="0" dirty="0">
                  <a:ln>
                    <a:noFill/>
                  </a:ln>
                  <a:solidFill>
                    <a:srgbClr val="012A2D"/>
                  </a:solidFill>
                  <a:effectLst/>
                  <a:uLnTx/>
                  <a:uFillTx/>
                  <a:latin typeface="Calibre"/>
                </a:rPr>
                <a:t>in the middle of the placeholder and choose the image from your computer.</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Click on the </a:t>
              </a:r>
              <a:r>
                <a:rPr kumimoji="0" lang="en-GB" sz="800" b="1" i="0" u="none" strike="noStrike" kern="1200" cap="none" spc="0" normalizeH="0" baseline="0" noProof="0" dirty="0">
                  <a:ln>
                    <a:noFill/>
                  </a:ln>
                  <a:solidFill>
                    <a:srgbClr val="012A2D"/>
                  </a:solidFill>
                  <a:effectLst/>
                  <a:uLnTx/>
                  <a:uFillTx/>
                  <a:latin typeface="Calibre"/>
                </a:rPr>
                <a:t>Format Picture </a:t>
              </a:r>
              <a:r>
                <a:rPr kumimoji="0" lang="en-GB" sz="800" b="0" i="0" u="none" strike="noStrike" kern="1200" cap="none" spc="0" normalizeH="0" baseline="0" noProof="0" dirty="0">
                  <a:ln>
                    <a:noFill/>
                  </a:ln>
                  <a:solidFill>
                    <a:srgbClr val="012A2D"/>
                  </a:solidFill>
                  <a:effectLst/>
                  <a:uLnTx/>
                  <a:uFillTx/>
                  <a:latin typeface="Calibre"/>
                </a:rPr>
                <a:t>tab in the ribbon and use the tools to edit the image.</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Choose </a:t>
              </a:r>
              <a:r>
                <a:rPr kumimoji="0" lang="en-GB" sz="800" b="1" i="0" u="none" strike="noStrike" kern="1200" cap="none" spc="0" normalizeH="0" baseline="0" noProof="0" dirty="0">
                  <a:ln>
                    <a:noFill/>
                  </a:ln>
                  <a:solidFill>
                    <a:srgbClr val="012A2D"/>
                  </a:solidFill>
                  <a:effectLst/>
                  <a:uLnTx/>
                  <a:uFillTx/>
                  <a:latin typeface="Calibre"/>
                </a:rPr>
                <a:t>Crop to </a:t>
              </a:r>
              <a:r>
                <a:rPr kumimoji="0" lang="en-GB" sz="800" b="0" i="0" u="none" strike="noStrike" kern="1200" cap="none" spc="0" normalizeH="0" baseline="0" noProof="0" dirty="0">
                  <a:ln>
                    <a:noFill/>
                  </a:ln>
                  <a:solidFill>
                    <a:srgbClr val="012A2D"/>
                  </a:solidFill>
                  <a:effectLst/>
                  <a:uLnTx/>
                  <a:uFillTx/>
                  <a:latin typeface="Calibre"/>
                </a:rPr>
                <a:t>resize and move the image within the placeholder, using the white circles in the corners of the image. Click on the drop down arrow and choose </a:t>
              </a:r>
              <a:r>
                <a:rPr kumimoji="0" lang="en-GB" sz="800" b="1" i="0" u="none" strike="noStrike" kern="1200" cap="none" spc="0" normalizeH="0" baseline="0" noProof="0" dirty="0">
                  <a:ln>
                    <a:noFill/>
                  </a:ln>
                  <a:solidFill>
                    <a:srgbClr val="012A2D"/>
                  </a:solidFill>
                  <a:effectLst/>
                  <a:uLnTx/>
                  <a:uFillTx/>
                  <a:latin typeface="Calibre"/>
                </a:rPr>
                <a:t>Fit</a:t>
              </a:r>
              <a:br>
                <a:rPr kumimoji="0" lang="en-GB" sz="800" b="0" i="0" u="none" strike="noStrike" kern="1200" cap="none" spc="0" normalizeH="0" baseline="0" noProof="0" dirty="0">
                  <a:ln>
                    <a:noFill/>
                  </a:ln>
                  <a:solidFill>
                    <a:srgbClr val="012A2D"/>
                  </a:solidFill>
                  <a:effectLst/>
                  <a:uLnTx/>
                  <a:uFillTx/>
                  <a:latin typeface="Calibre"/>
                </a:rPr>
              </a:br>
              <a:r>
                <a:rPr kumimoji="0" lang="en-GB" sz="800" b="0" i="0" u="none" strike="noStrike" kern="1200" cap="none" spc="0" normalizeH="0" baseline="0" noProof="0" dirty="0">
                  <a:ln>
                    <a:noFill/>
                  </a:ln>
                  <a:solidFill>
                    <a:srgbClr val="012A2D"/>
                  </a:solidFill>
                  <a:effectLst/>
                  <a:uLnTx/>
                  <a:uFillTx/>
                  <a:latin typeface="Calibre"/>
                </a:rPr>
                <a:t>to fit the image to the placeholder.</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Choose </a:t>
              </a:r>
              <a:r>
                <a:rPr kumimoji="0" lang="en-GB" sz="800" b="1" i="0" u="none" strike="noStrike" kern="1200" cap="none" spc="0" normalizeH="0" baseline="0" noProof="0" dirty="0">
                  <a:ln>
                    <a:noFill/>
                  </a:ln>
                  <a:solidFill>
                    <a:srgbClr val="012A2D"/>
                  </a:solidFill>
                  <a:effectLst/>
                  <a:uLnTx/>
                  <a:uFillTx/>
                  <a:latin typeface="Calibre"/>
                </a:rPr>
                <a:t>Picture Colour </a:t>
              </a:r>
              <a:r>
                <a:rPr kumimoji="0" lang="en-GB" sz="800" b="0" i="0" u="none" strike="noStrike" kern="1200" cap="none" spc="0" normalizeH="0" baseline="0" noProof="0" dirty="0">
                  <a:ln>
                    <a:noFill/>
                  </a:ln>
                  <a:solidFill>
                    <a:srgbClr val="012A2D"/>
                  </a:solidFill>
                  <a:effectLst/>
                  <a:uLnTx/>
                  <a:uFillTx/>
                  <a:latin typeface="Calibre"/>
                </a:rPr>
                <a:t>to adjust the Saturation, Tone, and Colour.</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Choose </a:t>
              </a:r>
              <a:r>
                <a:rPr kumimoji="0" lang="en-GB" sz="800" b="1" i="0" u="none" strike="noStrike" kern="1200" cap="none" spc="0" normalizeH="0" baseline="0" noProof="0" dirty="0">
                  <a:ln>
                    <a:noFill/>
                  </a:ln>
                  <a:solidFill>
                    <a:srgbClr val="012A2D"/>
                  </a:solidFill>
                  <a:effectLst/>
                  <a:uLnTx/>
                  <a:uFillTx/>
                  <a:latin typeface="Calibre"/>
                </a:rPr>
                <a:t>Picture Correction</a:t>
              </a:r>
              <a:br>
                <a:rPr kumimoji="0" lang="en-GB" sz="800" b="0" i="0" u="none" strike="noStrike" kern="1200" cap="none" spc="0" normalizeH="0" baseline="0" noProof="0" dirty="0">
                  <a:ln>
                    <a:noFill/>
                  </a:ln>
                  <a:solidFill>
                    <a:srgbClr val="012A2D"/>
                  </a:solidFill>
                  <a:effectLst/>
                  <a:uLnTx/>
                  <a:uFillTx/>
                  <a:latin typeface="Calibre"/>
                </a:rPr>
              </a:br>
              <a:r>
                <a:rPr kumimoji="0" lang="en-GB" sz="800" b="0" i="0" u="none" strike="noStrike" kern="1200" cap="none" spc="0" normalizeH="0" baseline="0" noProof="0" dirty="0">
                  <a:ln>
                    <a:noFill/>
                  </a:ln>
                  <a:solidFill>
                    <a:srgbClr val="012A2D"/>
                  </a:solidFill>
                  <a:effectLst/>
                  <a:uLnTx/>
                  <a:uFillTx/>
                  <a:latin typeface="Calibre"/>
                </a:rPr>
                <a:t>to adjust the Sharpness, Brightness, and Contrast.</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Once you are happy with your image, right click on it and select </a:t>
              </a:r>
              <a:r>
                <a:rPr kumimoji="0" lang="en-GB" sz="800" b="1" i="0" u="none" strike="noStrike" kern="1200" cap="none" spc="0" normalizeH="0" baseline="0" noProof="0" dirty="0">
                  <a:ln>
                    <a:noFill/>
                  </a:ln>
                  <a:solidFill>
                    <a:srgbClr val="012A2D"/>
                  </a:solidFill>
                  <a:effectLst/>
                  <a:uLnTx/>
                  <a:uFillTx/>
                  <a:latin typeface="Calibre"/>
                </a:rPr>
                <a:t>‘Send to back’</a:t>
              </a:r>
              <a:r>
                <a:rPr kumimoji="0" lang="en-GB" sz="800" b="0" i="0" u="none" strike="noStrike" kern="1200" cap="none" spc="0" normalizeH="0" baseline="0" noProof="0" dirty="0">
                  <a:ln>
                    <a:noFill/>
                  </a:ln>
                  <a:solidFill>
                    <a:srgbClr val="012A2D"/>
                  </a:solidFill>
                  <a:effectLst/>
                  <a:uLnTx/>
                  <a:uFillTx/>
                  <a:latin typeface="Calibre"/>
                </a:rPr>
                <a:t>.</a:t>
              </a:r>
            </a:p>
          </p:txBody>
        </p:sp>
        <p:sp>
          <p:nvSpPr>
            <p:cNvPr id="4" name="Guidance">
              <a:extLst>
                <a:ext uri="{FF2B5EF4-FFF2-40B4-BE49-F238E27FC236}">
                  <a16:creationId xmlns:a16="http://schemas.microsoft.com/office/drawing/2014/main" id="{A537E463-A826-2106-F17B-C11DE5E10CD2}"/>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How to Insert an image</a:t>
              </a:r>
            </a:p>
          </p:txBody>
        </p:sp>
      </p:grpSp>
    </p:spTree>
    <p:extLst>
      <p:ext uri="{BB962C8B-B14F-4D97-AF65-F5344CB8AC3E}">
        <p14:creationId xmlns:p14="http://schemas.microsoft.com/office/powerpoint/2010/main" val="29251297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tatement: image and text 03">
    <p:bg>
      <p:bgPr>
        <a:solidFill>
          <a:srgbClr val="F6F6F6"/>
        </a:solidFill>
        <a:effectLst/>
      </p:bgPr>
    </p:bg>
    <p:spTree>
      <p:nvGrpSpPr>
        <p:cNvPr id="1" name=""/>
        <p:cNvGrpSpPr/>
        <p:nvPr/>
      </p:nvGrpSpPr>
      <p:grpSpPr>
        <a:xfrm>
          <a:off x="0" y="0"/>
          <a:ext cx="0" cy="0"/>
          <a:chOff x="0" y="0"/>
          <a:chExt cx="0" cy="0"/>
        </a:xfrm>
      </p:grpSpPr>
      <p:sp>
        <p:nvSpPr>
          <p:cNvPr id="4" name="LoS - Fixed shape">
            <a:extLst>
              <a:ext uri="{FF2B5EF4-FFF2-40B4-BE49-F238E27FC236}">
                <a16:creationId xmlns:a16="http://schemas.microsoft.com/office/drawing/2014/main" id="{ECBF0A01-5867-F6C7-C1B5-C8726F32CD46}"/>
              </a:ext>
              <a:ext uri="{C183D7F6-B498-43B3-948B-1728B52AA6E4}">
                <adec:decorative xmlns:adec="http://schemas.microsoft.com/office/drawing/2017/decorative" val="1"/>
              </a:ext>
            </a:extLst>
          </p:cNvPr>
          <p:cNvSpPr/>
          <p:nvPr userDrawn="1"/>
        </p:nvSpPr>
        <p:spPr>
          <a:xfrm>
            <a:off x="2039937" y="1561492"/>
            <a:ext cx="3074987" cy="63500"/>
          </a:xfrm>
          <a:prstGeom prst="rect">
            <a:avLst/>
          </a:prstGeom>
          <a:solidFill>
            <a:srgbClr val="17E88F"/>
          </a:solidFill>
        </p:spPr>
        <p:txBody>
          <a:bodyPr wrap="square" lIns="72000" tIns="46800" rIns="72000" bIns="46800" rtlCol="0" anchor="ctr" anchorCtr="1">
            <a:noAutofit/>
          </a:bodyPr>
          <a:lstStyle/>
          <a:p>
            <a:pPr algn="ctr"/>
            <a:endParaRPr lang="en-GB" dirty="0">
              <a:solidFill>
                <a:schemeClr val="bg1"/>
              </a:solidFill>
            </a:endParaRPr>
          </a:p>
        </p:txBody>
      </p:sp>
      <p:sp>
        <p:nvSpPr>
          <p:cNvPr id="3" name="Picture Placeholder">
            <a:extLst>
              <a:ext uri="{FF2B5EF4-FFF2-40B4-BE49-F238E27FC236}">
                <a16:creationId xmlns:a16="http://schemas.microsoft.com/office/drawing/2014/main" id="{FA501F1C-FD49-75F9-3CC3-7F3945D8F889}"/>
              </a:ext>
            </a:extLst>
          </p:cNvPr>
          <p:cNvSpPr>
            <a:spLocks noGrp="1"/>
          </p:cNvSpPr>
          <p:nvPr>
            <p:ph type="pic" sz="quarter" idx="16"/>
          </p:nvPr>
        </p:nvSpPr>
        <p:spPr>
          <a:xfrm>
            <a:off x="1" y="1"/>
            <a:ext cx="4507992" cy="6858000"/>
          </a:xfrm>
          <a:custGeom>
            <a:avLst/>
            <a:gdLst>
              <a:gd name="connsiteX0" fmla="*/ 0 w 4507992"/>
              <a:gd name="connsiteY0" fmla="*/ 0 h 6858000"/>
              <a:gd name="connsiteX1" fmla="*/ 4507992 w 4507992"/>
              <a:gd name="connsiteY1" fmla="*/ 0 h 6858000"/>
              <a:gd name="connsiteX2" fmla="*/ 4507992 w 4507992"/>
              <a:gd name="connsiteY2" fmla="*/ 1561491 h 6858000"/>
              <a:gd name="connsiteX3" fmla="*/ 2039936 w 4507992"/>
              <a:gd name="connsiteY3" fmla="*/ 1561491 h 6858000"/>
              <a:gd name="connsiteX4" fmla="*/ 2039936 w 4507992"/>
              <a:gd name="connsiteY4" fmla="*/ 1624991 h 6858000"/>
              <a:gd name="connsiteX5" fmla="*/ 4507992 w 4507992"/>
              <a:gd name="connsiteY5" fmla="*/ 1624991 h 6858000"/>
              <a:gd name="connsiteX6" fmla="*/ 4507992 w 4507992"/>
              <a:gd name="connsiteY6" fmla="*/ 6858000 h 6858000"/>
              <a:gd name="connsiteX7" fmla="*/ 0 w 450799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07992" h="6858000">
                <a:moveTo>
                  <a:pt x="0" y="0"/>
                </a:moveTo>
                <a:lnTo>
                  <a:pt x="4507992" y="0"/>
                </a:lnTo>
                <a:lnTo>
                  <a:pt x="4507992" y="1561491"/>
                </a:lnTo>
                <a:lnTo>
                  <a:pt x="2039936" y="1561491"/>
                </a:lnTo>
                <a:lnTo>
                  <a:pt x="2039936" y="1624991"/>
                </a:lnTo>
                <a:lnTo>
                  <a:pt x="4507992" y="1624991"/>
                </a:lnTo>
                <a:lnTo>
                  <a:pt x="4507992" y="6858000"/>
                </a:lnTo>
                <a:lnTo>
                  <a:pt x="0" y="6858000"/>
                </a:lnTo>
                <a:close/>
              </a:path>
            </a:pathLst>
          </a:custGeom>
          <a:solidFill>
            <a:schemeClr val="accent3"/>
          </a:solidFill>
        </p:spPr>
        <p:txBody>
          <a:bodyPr wrap="square" anchor="ctr" anchorCtr="0">
            <a:noAutofit/>
          </a:bodyPr>
          <a:lstStyle>
            <a:lvl1pPr algn="ctr">
              <a:defRPr>
                <a:solidFill>
                  <a:schemeClr val="tx1"/>
                </a:solidFill>
              </a:defRPr>
            </a:lvl1pPr>
          </a:lstStyle>
          <a:p>
            <a:r>
              <a:rPr lang="en-GB"/>
              <a:t>Click icon to add picture</a:t>
            </a:r>
            <a:endParaRPr lang="en-GB" dirty="0"/>
          </a:p>
        </p:txBody>
      </p:sp>
      <p:sp>
        <p:nvSpPr>
          <p:cNvPr id="8" name="Main Title Placeholder">
            <a:extLst>
              <a:ext uri="{FF2B5EF4-FFF2-40B4-BE49-F238E27FC236}">
                <a16:creationId xmlns:a16="http://schemas.microsoft.com/office/drawing/2014/main" id="{0AB1EEEC-0D13-0BD5-86C1-FEA968AFEE5B}"/>
              </a:ext>
            </a:extLst>
          </p:cNvPr>
          <p:cNvSpPr>
            <a:spLocks noGrp="1"/>
          </p:cNvSpPr>
          <p:nvPr>
            <p:ph type="body" sz="quarter" idx="11" hasCustomPrompt="1"/>
          </p:nvPr>
        </p:nvSpPr>
        <p:spPr>
          <a:xfrm>
            <a:off x="5633293" y="981077"/>
            <a:ext cx="6047532" cy="3022598"/>
          </a:xfrm>
        </p:spPr>
        <p:txBody>
          <a:bodyPr anchor="t" anchorCtr="0"/>
          <a:lstStyle>
            <a:lvl1pPr marL="0" indent="0" algn="l">
              <a:lnSpc>
                <a:spcPct val="80000"/>
              </a:lnSpc>
              <a:spcBef>
                <a:spcPts val="1200"/>
              </a:spcBef>
              <a:spcAft>
                <a:spcPts val="1200"/>
              </a:spcAft>
              <a:buFont typeface="Arial" panose="020B0604020202020204" pitchFamily="34" charset="0"/>
              <a:buNone/>
              <a:defRPr sz="6600">
                <a:solidFill>
                  <a:schemeClr val="tx1"/>
                </a:solidFill>
                <a:latin typeface="+mj-lt"/>
              </a:defRPr>
            </a:lvl1pPr>
            <a:lvl2pPr marL="0" indent="0" algn="l">
              <a:lnSpc>
                <a:spcPct val="80000"/>
              </a:lnSpc>
              <a:spcBef>
                <a:spcPts val="1200"/>
              </a:spcBef>
              <a:spcAft>
                <a:spcPts val="1200"/>
              </a:spcAft>
              <a:buFont typeface="Arial" panose="020B0604020202020204" pitchFamily="34" charset="0"/>
              <a:buNone/>
              <a:defRPr sz="5400">
                <a:solidFill>
                  <a:schemeClr val="tx1"/>
                </a:solidFill>
                <a:latin typeface="+mj-lt"/>
              </a:defRPr>
            </a:lvl2pPr>
            <a:lvl3pPr marL="0" indent="0" algn="l">
              <a:lnSpc>
                <a:spcPct val="80000"/>
              </a:lnSpc>
              <a:spcBef>
                <a:spcPts val="1200"/>
              </a:spcBef>
              <a:spcAft>
                <a:spcPts val="1200"/>
              </a:spcAft>
              <a:buFont typeface="Arial" panose="020B0604020202020204" pitchFamily="34" charset="0"/>
              <a:buNone/>
              <a:defRPr sz="4800">
                <a:solidFill>
                  <a:schemeClr val="tx1"/>
                </a:solidFill>
                <a:latin typeface="+mj-lt"/>
              </a:defRPr>
            </a:lvl3pPr>
            <a:lvl4pPr marL="0" indent="0" algn="l">
              <a:lnSpc>
                <a:spcPct val="80000"/>
              </a:lnSpc>
              <a:spcBef>
                <a:spcPts val="1200"/>
              </a:spcBef>
              <a:spcAft>
                <a:spcPts val="1200"/>
              </a:spcAft>
              <a:buNone/>
              <a:defRPr sz="4000">
                <a:solidFill>
                  <a:schemeClr val="tx1"/>
                </a:solidFill>
                <a:latin typeface="+mj-lt"/>
              </a:defRPr>
            </a:lvl4pPr>
            <a:lvl5pPr marL="0" indent="0" algn="l">
              <a:lnSpc>
                <a:spcPct val="80000"/>
              </a:lnSpc>
              <a:spcBef>
                <a:spcPts val="1200"/>
              </a:spcBef>
              <a:spcAft>
                <a:spcPts val="1200"/>
              </a:spcAft>
              <a:buNone/>
              <a:defRPr sz="2200">
                <a:solidFill>
                  <a:schemeClr val="tx1"/>
                </a:solidFill>
                <a:latin typeface="+mj-lt"/>
              </a:defRPr>
            </a:lvl5pPr>
            <a:lvl6pPr marL="0" indent="0" algn="l">
              <a:lnSpc>
                <a:spcPct val="80000"/>
              </a:lnSpc>
              <a:spcBef>
                <a:spcPts val="0"/>
              </a:spcBef>
              <a:spcAft>
                <a:spcPts val="600"/>
              </a:spcAft>
              <a:buFont typeface="Arial" panose="020B0604020202020204" pitchFamily="34" charset="0"/>
              <a:buNone/>
              <a:defRPr sz="1600">
                <a:solidFill>
                  <a:schemeClr val="tx1"/>
                </a:solidFill>
                <a:latin typeface="Calibre Semibold" panose="020B0703030202060203" pitchFamily="34" charset="0"/>
              </a:defRPr>
            </a:lvl6pPr>
            <a:lvl7pPr marL="0" indent="0" algn="l">
              <a:lnSpc>
                <a:spcPct val="75000"/>
              </a:lnSpc>
              <a:spcBef>
                <a:spcPts val="0"/>
              </a:spcBef>
              <a:spcAft>
                <a:spcPts val="600"/>
              </a:spcAft>
              <a:buFont typeface="Arial" panose="020B0604020202020204" pitchFamily="34" charset="0"/>
              <a:buNone/>
              <a:defRPr sz="1600">
                <a:solidFill>
                  <a:schemeClr val="tx1"/>
                </a:solidFill>
                <a:latin typeface="Calibre Light" panose="020B0303030202060203" pitchFamily="34" charset="0"/>
              </a:defRPr>
            </a:lvl7pPr>
            <a:lvl8pPr marL="0" indent="0" algn="l">
              <a:lnSpc>
                <a:spcPct val="75000"/>
              </a:lnSpc>
              <a:spcBef>
                <a:spcPts val="0"/>
              </a:spcBef>
              <a:spcAft>
                <a:spcPts val="600"/>
              </a:spcAft>
              <a:buFont typeface="Arial" panose="020B0604020202020204" pitchFamily="34" charset="0"/>
              <a:buNone/>
              <a:defRPr sz="1050">
                <a:solidFill>
                  <a:schemeClr val="tx1"/>
                </a:solidFill>
                <a:latin typeface="Calibre Semibold" panose="020B0703030202060203" pitchFamily="34" charset="0"/>
              </a:defRPr>
            </a:lvl8pPr>
            <a:lvl9pPr marL="0" indent="0" algn="l">
              <a:lnSpc>
                <a:spcPct val="75000"/>
              </a:lnSpc>
              <a:spcBef>
                <a:spcPts val="0"/>
              </a:spcBef>
              <a:spcAft>
                <a:spcPts val="600"/>
              </a:spcAft>
              <a:buNone/>
              <a:defRPr sz="1050">
                <a:solidFill>
                  <a:schemeClr val="tx1"/>
                </a:solidFill>
                <a:latin typeface="+mn-lt"/>
              </a:defRPr>
            </a:lvl9pPr>
          </a:lstStyle>
          <a:p>
            <a:pPr lvl="0"/>
            <a:r>
              <a:rPr lang="en-GB" dirty="0"/>
              <a:t>Subject title  – max three lines – use text levels  for other sizes</a:t>
            </a:r>
          </a:p>
          <a:p>
            <a:pPr lvl="1"/>
            <a:r>
              <a:rPr lang="en-GB" dirty="0"/>
              <a:t>54pt</a:t>
            </a:r>
          </a:p>
          <a:p>
            <a:pPr lvl="2"/>
            <a:r>
              <a:rPr lang="en-GB" dirty="0"/>
              <a:t>48pt</a:t>
            </a:r>
          </a:p>
          <a:p>
            <a:pPr lvl="3"/>
            <a:r>
              <a:rPr lang="en-GB" dirty="0"/>
              <a:t>40pt</a:t>
            </a:r>
          </a:p>
          <a:p>
            <a:pPr lvl="4"/>
            <a:r>
              <a:rPr lang="en-GB" dirty="0"/>
              <a:t>22pt</a:t>
            </a:r>
          </a:p>
          <a:p>
            <a:pPr lvl="5"/>
            <a:r>
              <a:rPr lang="en-GB" dirty="0"/>
              <a:t>Attribution Name</a:t>
            </a:r>
          </a:p>
          <a:p>
            <a:pPr lvl="6"/>
            <a:r>
              <a:rPr lang="en-GB" dirty="0"/>
              <a:t>Attribution Title</a:t>
            </a:r>
          </a:p>
          <a:p>
            <a:pPr lvl="7"/>
            <a:r>
              <a:rPr lang="en-GB" dirty="0"/>
              <a:t>Caption</a:t>
            </a:r>
          </a:p>
          <a:p>
            <a:pPr lvl="8"/>
            <a:r>
              <a:rPr lang="en-GB" dirty="0"/>
              <a:t>Caption copy</a:t>
            </a:r>
          </a:p>
        </p:txBody>
      </p:sp>
      <p:sp>
        <p:nvSpPr>
          <p:cNvPr id="10" name="Quote Placeholder">
            <a:extLst>
              <a:ext uri="{FF2B5EF4-FFF2-40B4-BE49-F238E27FC236}">
                <a16:creationId xmlns:a16="http://schemas.microsoft.com/office/drawing/2014/main" id="{D014117E-EC3F-B9ED-CF80-49E1BC70942F}"/>
              </a:ext>
            </a:extLst>
          </p:cNvPr>
          <p:cNvSpPr>
            <a:spLocks noGrp="1"/>
          </p:cNvSpPr>
          <p:nvPr>
            <p:ph sz="quarter" idx="12" hasCustomPrompt="1"/>
          </p:nvPr>
        </p:nvSpPr>
        <p:spPr>
          <a:xfrm>
            <a:off x="5632191" y="4630738"/>
            <a:ext cx="6047532" cy="1252537"/>
          </a:xfrm>
        </p:spPr>
        <p:txBody>
          <a:bodyPr anchor="b" anchorCtr="0"/>
          <a:lstStyle>
            <a:lvl1pPr>
              <a:defRPr>
                <a:latin typeface="+mj-lt"/>
              </a:defRPr>
            </a:lvl1pPr>
          </a:lstStyle>
          <a:p>
            <a:pPr lvl="0"/>
            <a:r>
              <a:rPr lang="en-GB" dirty="0"/>
              <a:t>Use this for supporting quote and any additional copy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grpSp>
        <p:nvGrpSpPr>
          <p:cNvPr id="23" name="Text Styles Guidance">
            <a:extLst>
              <a:ext uri="{FF2B5EF4-FFF2-40B4-BE49-F238E27FC236}">
                <a16:creationId xmlns:a16="http://schemas.microsoft.com/office/drawing/2014/main" id="{059F0A5E-8B15-A64D-AD14-06FF9933897F}"/>
              </a:ext>
              <a:ext uri="{C183D7F6-B498-43B3-948B-1728B52AA6E4}">
                <adec:decorative xmlns:adec="http://schemas.microsoft.com/office/drawing/2017/decorative" val="1"/>
              </a:ext>
            </a:extLst>
          </p:cNvPr>
          <p:cNvGrpSpPr>
            <a:grpSpLocks noGrp="1" noUngrp="1" noRot="1" noMove="1" noResize="1"/>
          </p:cNvGrpSpPr>
          <p:nvPr userDrawn="1"/>
        </p:nvGrpSpPr>
        <p:grpSpPr>
          <a:xfrm>
            <a:off x="12553950" y="452438"/>
            <a:ext cx="1969750" cy="1731874"/>
            <a:chOff x="-2322513" y="1484313"/>
            <a:chExt cx="1969750" cy="1731874"/>
          </a:xfrm>
        </p:grpSpPr>
        <p:grpSp>
          <p:nvGrpSpPr>
            <p:cNvPr id="24" name="Group 23">
              <a:extLst>
                <a:ext uri="{FF2B5EF4-FFF2-40B4-BE49-F238E27FC236}">
                  <a16:creationId xmlns:a16="http://schemas.microsoft.com/office/drawing/2014/main" id="{580293BD-2F2A-FE9A-EB6B-36D8D6291850}"/>
                </a:ext>
              </a:extLst>
            </p:cNvPr>
            <p:cNvGrpSpPr>
              <a:grpSpLocks noGrp="1" noUngrp="1" noRot="1" noMove="1" noResize="1"/>
            </p:cNvGrpSpPr>
            <p:nvPr userDrawn="1"/>
          </p:nvGrpSpPr>
          <p:grpSpPr>
            <a:xfrm>
              <a:off x="-2317919" y="1484313"/>
              <a:ext cx="1960563" cy="1231106"/>
              <a:chOff x="-2322513" y="195104"/>
              <a:chExt cx="1960563" cy="1231106"/>
            </a:xfrm>
          </p:grpSpPr>
          <p:sp>
            <p:nvSpPr>
              <p:cNvPr id="28" name="Guidance">
                <a:extLst>
                  <a:ext uri="{FF2B5EF4-FFF2-40B4-BE49-F238E27FC236}">
                    <a16:creationId xmlns:a16="http://schemas.microsoft.com/office/drawing/2014/main" id="{D72CB325-0A35-B12B-3D3C-FFB33D7DAE1D}"/>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984885"/>
              </a:xfrm>
              <a:prstGeom prst="rect">
                <a:avLst/>
              </a:prstGeom>
              <a:solidFill>
                <a:srgbClr val="C0D4CB"/>
              </a:solidFill>
            </p:spPr>
            <p:txBody>
              <a:bodyPr wrap="square" lIns="72000" rIns="72000" rtlCol="0">
                <a:noAutofit/>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Each text frame has nine pre-formatted styles defined for you to use.</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To access the styles, use the Increase/Decrease List Level commands found in Home &gt; Paragraph tools:</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800" b="0" i="0" u="none" strike="noStrike" kern="1200" cap="none" spc="0" normalizeH="0" baseline="0" noProof="0" dirty="0">
                  <a:ln>
                    <a:noFill/>
                  </a:ln>
                  <a:solidFill>
                    <a:srgbClr val="012A2D"/>
                  </a:solidFill>
                  <a:effectLst/>
                  <a:uLnTx/>
                  <a:uFillTx/>
                  <a:latin typeface="Calibre"/>
                </a:endParaRPr>
              </a:p>
            </p:txBody>
          </p:sp>
          <p:sp>
            <p:nvSpPr>
              <p:cNvPr id="29" name="Guidance">
                <a:extLst>
                  <a:ext uri="{FF2B5EF4-FFF2-40B4-BE49-F238E27FC236}">
                    <a16:creationId xmlns:a16="http://schemas.microsoft.com/office/drawing/2014/main" id="{9EE7A97F-F80E-22E9-C000-5E2C09E069BF}"/>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Text styles</a:t>
                </a:r>
              </a:p>
            </p:txBody>
          </p:sp>
        </p:grpSp>
        <p:grpSp>
          <p:nvGrpSpPr>
            <p:cNvPr id="25" name="Group 24">
              <a:extLst>
                <a:ext uri="{FF2B5EF4-FFF2-40B4-BE49-F238E27FC236}">
                  <a16:creationId xmlns:a16="http://schemas.microsoft.com/office/drawing/2014/main" id="{3DB21CD2-1061-E124-7A28-BE3DA6AF51EC}"/>
                </a:ext>
              </a:extLst>
            </p:cNvPr>
            <p:cNvGrpSpPr>
              <a:grpSpLocks noGrp="1" noUngrp="1" noRot="1" noMove="1" noResize="1"/>
            </p:cNvGrpSpPr>
            <p:nvPr userDrawn="1"/>
          </p:nvGrpSpPr>
          <p:grpSpPr>
            <a:xfrm>
              <a:off x="-2322513" y="2655826"/>
              <a:ext cx="1969750" cy="560361"/>
              <a:chOff x="3911096" y="2800206"/>
              <a:chExt cx="4420607" cy="1257587"/>
            </a:xfrm>
          </p:grpSpPr>
          <p:pic>
            <p:nvPicPr>
              <p:cNvPr id="26" name="Picture 25">
                <a:extLst>
                  <a:ext uri="{FF2B5EF4-FFF2-40B4-BE49-F238E27FC236}">
                    <a16:creationId xmlns:a16="http://schemas.microsoft.com/office/drawing/2014/main" id="{F7A28948-8AC7-0C2A-7ABD-A40ECCF6131D}"/>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3911096" y="2800206"/>
                <a:ext cx="4420607" cy="1257587"/>
              </a:xfrm>
              <a:prstGeom prst="rect">
                <a:avLst/>
              </a:prstGeom>
            </p:spPr>
          </p:pic>
          <p:sp>
            <p:nvSpPr>
              <p:cNvPr id="27" name="Rectangle 26">
                <a:extLst>
                  <a:ext uri="{FF2B5EF4-FFF2-40B4-BE49-F238E27FC236}">
                    <a16:creationId xmlns:a16="http://schemas.microsoft.com/office/drawing/2014/main" id="{642E6900-A00D-F410-EE50-A4E6D83A5863}"/>
                  </a:ext>
                </a:extLst>
              </p:cNvPr>
              <p:cNvSpPr>
                <a:spLocks noGrp="1" noRot="1" noMove="1" noResize="1" noEditPoints="1" noAdjustHandles="1" noChangeArrowheads="1" noChangeShapeType="1"/>
              </p:cNvSpPr>
              <p:nvPr/>
            </p:nvSpPr>
            <p:spPr>
              <a:xfrm>
                <a:off x="5074444" y="2959894"/>
                <a:ext cx="669131" cy="285750"/>
              </a:xfrm>
              <a:prstGeom prst="rect">
                <a:avLst/>
              </a:prstGeom>
              <a:noFill/>
              <a:ln w="6350" cap="flat" cmpd="sng" algn="ctr">
                <a:solidFill>
                  <a:srgbClr val="FF0000"/>
                </a:solidFill>
                <a:prstDash val="solid"/>
                <a:miter lim="800000"/>
              </a:ln>
              <a:effectLst/>
            </p:spPr>
            <p:txBody>
              <a:bodyPr rtlCol="0" anchor="ctr">
                <a:noAutofit/>
              </a:bodyPr>
              <a:lstStyle/>
              <a:p>
                <a:pPr marL="0" marR="0" lvl="0" indent="0" algn="ctr"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1200" b="0" i="0" u="none" strike="noStrike" kern="1200" cap="none" spc="0" normalizeH="0" baseline="0" noProof="0" dirty="0">
                  <a:ln>
                    <a:noFill/>
                  </a:ln>
                  <a:solidFill>
                    <a:srgbClr val="FFFFFF"/>
                  </a:solidFill>
                  <a:effectLst/>
                  <a:uLnTx/>
                  <a:uFillTx/>
                  <a:latin typeface="Calibre"/>
                  <a:ea typeface="+mn-ea"/>
                  <a:cs typeface="+mn-cs"/>
                </a:endParaRPr>
              </a:p>
            </p:txBody>
          </p:sp>
        </p:grpSp>
      </p:grpSp>
      <p:grpSp>
        <p:nvGrpSpPr>
          <p:cNvPr id="30" name="Image Guidance">
            <a:extLst>
              <a:ext uri="{FF2B5EF4-FFF2-40B4-BE49-F238E27FC236}">
                <a16:creationId xmlns:a16="http://schemas.microsoft.com/office/drawing/2014/main" id="{0A65BB19-BB4B-E291-E974-69E0F79D9414}"/>
              </a:ext>
              <a:ext uri="{C183D7F6-B498-43B3-948B-1728B52AA6E4}">
                <adec:decorative xmlns:adec="http://schemas.microsoft.com/office/drawing/2017/decorative" val="1"/>
              </a:ext>
            </a:extLst>
          </p:cNvPr>
          <p:cNvGrpSpPr>
            <a:grpSpLocks noGrp="1" noUngrp="1" noRot="1" noMove="1" noResize="1"/>
          </p:cNvGrpSpPr>
          <p:nvPr userDrawn="1"/>
        </p:nvGrpSpPr>
        <p:grpSpPr>
          <a:xfrm>
            <a:off x="-2313326" y="441325"/>
            <a:ext cx="1960563" cy="3139321"/>
            <a:chOff x="-2322513" y="195104"/>
            <a:chExt cx="1960563" cy="3139321"/>
          </a:xfrm>
        </p:grpSpPr>
        <p:sp>
          <p:nvSpPr>
            <p:cNvPr id="31" name="Guidance">
              <a:extLst>
                <a:ext uri="{FF2B5EF4-FFF2-40B4-BE49-F238E27FC236}">
                  <a16:creationId xmlns:a16="http://schemas.microsoft.com/office/drawing/2014/main" id="{42A146BF-1D30-77FA-CAC2-56D6B71B59A5}"/>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2893100"/>
            </a:xfrm>
            <a:prstGeom prst="rect">
              <a:avLst/>
            </a:prstGeom>
            <a:solidFill>
              <a:srgbClr val="C0D4CB"/>
            </a:solidFill>
          </p:spPr>
          <p:txBody>
            <a:bodyPr wrap="square" lIns="72000" rIns="72000" rtlCol="0">
              <a:noAutofit/>
            </a:bodyPr>
            <a:lstStyle/>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If there is already an image present, delete this first.</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Click on the </a:t>
              </a:r>
              <a:r>
                <a:rPr kumimoji="0" lang="en-GB" sz="800" b="1" i="0" u="none" strike="noStrike" kern="1200" cap="none" spc="0" normalizeH="0" baseline="0" noProof="0" dirty="0">
                  <a:ln>
                    <a:noFill/>
                  </a:ln>
                  <a:solidFill>
                    <a:srgbClr val="012A2D"/>
                  </a:solidFill>
                  <a:effectLst/>
                  <a:uLnTx/>
                  <a:uFillTx/>
                  <a:latin typeface="Calibre"/>
                </a:rPr>
                <a:t>icon </a:t>
              </a:r>
              <a:r>
                <a:rPr kumimoji="0" lang="en-GB" sz="800" b="0" i="0" u="none" strike="noStrike" kern="1200" cap="none" spc="0" normalizeH="0" baseline="0" noProof="0" dirty="0">
                  <a:ln>
                    <a:noFill/>
                  </a:ln>
                  <a:solidFill>
                    <a:srgbClr val="012A2D"/>
                  </a:solidFill>
                  <a:effectLst/>
                  <a:uLnTx/>
                  <a:uFillTx/>
                  <a:latin typeface="Calibre"/>
                </a:rPr>
                <a:t>in the middle of the placeholder and choose the image from your computer.</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Click on the </a:t>
              </a:r>
              <a:r>
                <a:rPr kumimoji="0" lang="en-GB" sz="800" b="1" i="0" u="none" strike="noStrike" kern="1200" cap="none" spc="0" normalizeH="0" baseline="0" noProof="0" dirty="0">
                  <a:ln>
                    <a:noFill/>
                  </a:ln>
                  <a:solidFill>
                    <a:srgbClr val="012A2D"/>
                  </a:solidFill>
                  <a:effectLst/>
                  <a:uLnTx/>
                  <a:uFillTx/>
                  <a:latin typeface="Calibre"/>
                </a:rPr>
                <a:t>Format Picture </a:t>
              </a:r>
              <a:r>
                <a:rPr kumimoji="0" lang="en-GB" sz="800" b="0" i="0" u="none" strike="noStrike" kern="1200" cap="none" spc="0" normalizeH="0" baseline="0" noProof="0" dirty="0">
                  <a:ln>
                    <a:noFill/>
                  </a:ln>
                  <a:solidFill>
                    <a:srgbClr val="012A2D"/>
                  </a:solidFill>
                  <a:effectLst/>
                  <a:uLnTx/>
                  <a:uFillTx/>
                  <a:latin typeface="Calibre"/>
                </a:rPr>
                <a:t>tab in the ribbon and use the tools to edit the image.</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Choose </a:t>
              </a:r>
              <a:r>
                <a:rPr kumimoji="0" lang="en-GB" sz="800" b="1" i="0" u="none" strike="noStrike" kern="1200" cap="none" spc="0" normalizeH="0" baseline="0" noProof="0" dirty="0">
                  <a:ln>
                    <a:noFill/>
                  </a:ln>
                  <a:solidFill>
                    <a:srgbClr val="012A2D"/>
                  </a:solidFill>
                  <a:effectLst/>
                  <a:uLnTx/>
                  <a:uFillTx/>
                  <a:latin typeface="Calibre"/>
                </a:rPr>
                <a:t>Crop to </a:t>
              </a:r>
              <a:r>
                <a:rPr kumimoji="0" lang="en-GB" sz="800" b="0" i="0" u="none" strike="noStrike" kern="1200" cap="none" spc="0" normalizeH="0" baseline="0" noProof="0" dirty="0">
                  <a:ln>
                    <a:noFill/>
                  </a:ln>
                  <a:solidFill>
                    <a:srgbClr val="012A2D"/>
                  </a:solidFill>
                  <a:effectLst/>
                  <a:uLnTx/>
                  <a:uFillTx/>
                  <a:latin typeface="Calibre"/>
                </a:rPr>
                <a:t>resize and move the image within the placeholder, using the white circles in the corners of the image. Click on the drop down arrow and choose </a:t>
              </a:r>
              <a:r>
                <a:rPr kumimoji="0" lang="en-GB" sz="800" b="1" i="0" u="none" strike="noStrike" kern="1200" cap="none" spc="0" normalizeH="0" baseline="0" noProof="0" dirty="0">
                  <a:ln>
                    <a:noFill/>
                  </a:ln>
                  <a:solidFill>
                    <a:srgbClr val="012A2D"/>
                  </a:solidFill>
                  <a:effectLst/>
                  <a:uLnTx/>
                  <a:uFillTx/>
                  <a:latin typeface="Calibre"/>
                </a:rPr>
                <a:t>Fit</a:t>
              </a:r>
              <a:br>
                <a:rPr kumimoji="0" lang="en-GB" sz="800" b="0" i="0" u="none" strike="noStrike" kern="1200" cap="none" spc="0" normalizeH="0" baseline="0" noProof="0" dirty="0">
                  <a:ln>
                    <a:noFill/>
                  </a:ln>
                  <a:solidFill>
                    <a:srgbClr val="012A2D"/>
                  </a:solidFill>
                  <a:effectLst/>
                  <a:uLnTx/>
                  <a:uFillTx/>
                  <a:latin typeface="Calibre"/>
                </a:rPr>
              </a:br>
              <a:r>
                <a:rPr kumimoji="0" lang="en-GB" sz="800" b="0" i="0" u="none" strike="noStrike" kern="1200" cap="none" spc="0" normalizeH="0" baseline="0" noProof="0" dirty="0">
                  <a:ln>
                    <a:noFill/>
                  </a:ln>
                  <a:solidFill>
                    <a:srgbClr val="012A2D"/>
                  </a:solidFill>
                  <a:effectLst/>
                  <a:uLnTx/>
                  <a:uFillTx/>
                  <a:latin typeface="Calibre"/>
                </a:rPr>
                <a:t>to fit the image to the placeholder.</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Choose </a:t>
              </a:r>
              <a:r>
                <a:rPr kumimoji="0" lang="en-GB" sz="800" b="1" i="0" u="none" strike="noStrike" kern="1200" cap="none" spc="0" normalizeH="0" baseline="0" noProof="0" dirty="0">
                  <a:ln>
                    <a:noFill/>
                  </a:ln>
                  <a:solidFill>
                    <a:srgbClr val="012A2D"/>
                  </a:solidFill>
                  <a:effectLst/>
                  <a:uLnTx/>
                  <a:uFillTx/>
                  <a:latin typeface="Calibre"/>
                </a:rPr>
                <a:t>Picture Colour </a:t>
              </a:r>
              <a:r>
                <a:rPr kumimoji="0" lang="en-GB" sz="800" b="0" i="0" u="none" strike="noStrike" kern="1200" cap="none" spc="0" normalizeH="0" baseline="0" noProof="0" dirty="0">
                  <a:ln>
                    <a:noFill/>
                  </a:ln>
                  <a:solidFill>
                    <a:srgbClr val="012A2D"/>
                  </a:solidFill>
                  <a:effectLst/>
                  <a:uLnTx/>
                  <a:uFillTx/>
                  <a:latin typeface="Calibre"/>
                </a:rPr>
                <a:t>to adjust the Saturation, Tone, and Colour.</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Choose </a:t>
              </a:r>
              <a:r>
                <a:rPr kumimoji="0" lang="en-GB" sz="800" b="1" i="0" u="none" strike="noStrike" kern="1200" cap="none" spc="0" normalizeH="0" baseline="0" noProof="0" dirty="0">
                  <a:ln>
                    <a:noFill/>
                  </a:ln>
                  <a:solidFill>
                    <a:srgbClr val="012A2D"/>
                  </a:solidFill>
                  <a:effectLst/>
                  <a:uLnTx/>
                  <a:uFillTx/>
                  <a:latin typeface="Calibre"/>
                </a:rPr>
                <a:t>Picture Correction</a:t>
              </a:r>
              <a:br>
                <a:rPr kumimoji="0" lang="en-GB" sz="800" b="0" i="0" u="none" strike="noStrike" kern="1200" cap="none" spc="0" normalizeH="0" baseline="0" noProof="0" dirty="0">
                  <a:ln>
                    <a:noFill/>
                  </a:ln>
                  <a:solidFill>
                    <a:srgbClr val="012A2D"/>
                  </a:solidFill>
                  <a:effectLst/>
                  <a:uLnTx/>
                  <a:uFillTx/>
                  <a:latin typeface="Calibre"/>
                </a:rPr>
              </a:br>
              <a:r>
                <a:rPr kumimoji="0" lang="en-GB" sz="800" b="0" i="0" u="none" strike="noStrike" kern="1200" cap="none" spc="0" normalizeH="0" baseline="0" noProof="0" dirty="0">
                  <a:ln>
                    <a:noFill/>
                  </a:ln>
                  <a:solidFill>
                    <a:srgbClr val="012A2D"/>
                  </a:solidFill>
                  <a:effectLst/>
                  <a:uLnTx/>
                  <a:uFillTx/>
                  <a:latin typeface="Calibre"/>
                </a:rPr>
                <a:t>to adjust the Sharpness, Brightness, and Contrast.</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Once you are happy with your image, right click on it and select </a:t>
              </a:r>
              <a:r>
                <a:rPr kumimoji="0" lang="en-GB" sz="800" b="1" i="0" u="none" strike="noStrike" kern="1200" cap="none" spc="0" normalizeH="0" baseline="0" noProof="0" dirty="0">
                  <a:ln>
                    <a:noFill/>
                  </a:ln>
                  <a:solidFill>
                    <a:srgbClr val="012A2D"/>
                  </a:solidFill>
                  <a:effectLst/>
                  <a:uLnTx/>
                  <a:uFillTx/>
                  <a:latin typeface="Calibre"/>
                </a:rPr>
                <a:t>‘Send to back’</a:t>
              </a:r>
              <a:r>
                <a:rPr kumimoji="0" lang="en-GB" sz="800" b="0" i="0" u="none" strike="noStrike" kern="1200" cap="none" spc="0" normalizeH="0" baseline="0" noProof="0" dirty="0">
                  <a:ln>
                    <a:noFill/>
                  </a:ln>
                  <a:solidFill>
                    <a:srgbClr val="012A2D"/>
                  </a:solidFill>
                  <a:effectLst/>
                  <a:uLnTx/>
                  <a:uFillTx/>
                  <a:latin typeface="Calibre"/>
                </a:rPr>
                <a:t>.</a:t>
              </a:r>
            </a:p>
          </p:txBody>
        </p:sp>
        <p:sp>
          <p:nvSpPr>
            <p:cNvPr id="32" name="Guidance">
              <a:extLst>
                <a:ext uri="{FF2B5EF4-FFF2-40B4-BE49-F238E27FC236}">
                  <a16:creationId xmlns:a16="http://schemas.microsoft.com/office/drawing/2014/main" id="{AF071CBA-FDF3-8E68-BDD6-6865FD017817}"/>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How to Insert an image</a:t>
              </a:r>
            </a:p>
          </p:txBody>
        </p:sp>
      </p:grpSp>
    </p:spTree>
    <p:extLst>
      <p:ext uri="{BB962C8B-B14F-4D97-AF65-F5344CB8AC3E}">
        <p14:creationId xmlns:p14="http://schemas.microsoft.com/office/powerpoint/2010/main" val="159797164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tatement: image and text 04">
    <p:bg>
      <p:bgPr>
        <a:solidFill>
          <a:srgbClr val="F6F6F6"/>
        </a:solidFill>
        <a:effectLst/>
      </p:bgPr>
    </p:bg>
    <p:spTree>
      <p:nvGrpSpPr>
        <p:cNvPr id="1" name=""/>
        <p:cNvGrpSpPr/>
        <p:nvPr/>
      </p:nvGrpSpPr>
      <p:grpSpPr>
        <a:xfrm>
          <a:off x="0" y="0"/>
          <a:ext cx="0" cy="0"/>
          <a:chOff x="0" y="0"/>
          <a:chExt cx="0" cy="0"/>
        </a:xfrm>
      </p:grpSpPr>
      <p:sp>
        <p:nvSpPr>
          <p:cNvPr id="6" name="LoS - Fixed shape">
            <a:extLst>
              <a:ext uri="{FF2B5EF4-FFF2-40B4-BE49-F238E27FC236}">
                <a16:creationId xmlns:a16="http://schemas.microsoft.com/office/drawing/2014/main" id="{59B2F79F-D7AA-27D3-340A-D5D4ACD2C27E}"/>
              </a:ext>
              <a:ext uri="{C183D7F6-B498-43B3-948B-1728B52AA6E4}">
                <adec:decorative xmlns:adec="http://schemas.microsoft.com/office/drawing/2017/decorative" val="1"/>
              </a:ext>
            </a:extLst>
          </p:cNvPr>
          <p:cNvSpPr/>
          <p:nvPr userDrawn="1"/>
        </p:nvSpPr>
        <p:spPr>
          <a:xfrm>
            <a:off x="5537201" y="3397250"/>
            <a:ext cx="1116012" cy="63500"/>
          </a:xfrm>
          <a:prstGeom prst="rect">
            <a:avLst/>
          </a:prstGeom>
          <a:solidFill>
            <a:srgbClr val="17E88F"/>
          </a:solidFill>
        </p:spPr>
        <p:txBody>
          <a:bodyPr wrap="square" lIns="72000" tIns="46800" rIns="72000" bIns="46800" rtlCol="0" anchor="ctr" anchorCtr="1">
            <a:noAutofit/>
          </a:bodyPr>
          <a:lstStyle/>
          <a:p>
            <a:pPr algn="ctr"/>
            <a:endParaRPr lang="en-GB" dirty="0">
              <a:solidFill>
                <a:schemeClr val="bg1"/>
              </a:solidFill>
            </a:endParaRPr>
          </a:p>
        </p:txBody>
      </p:sp>
      <p:sp>
        <p:nvSpPr>
          <p:cNvPr id="5" name="Picture Placeholder">
            <a:extLst>
              <a:ext uri="{FF2B5EF4-FFF2-40B4-BE49-F238E27FC236}">
                <a16:creationId xmlns:a16="http://schemas.microsoft.com/office/drawing/2014/main" id="{F109E9C1-1E02-E6DB-82AD-7D6EF6D771BA}"/>
              </a:ext>
            </a:extLst>
          </p:cNvPr>
          <p:cNvSpPr>
            <a:spLocks noGrp="1"/>
          </p:cNvSpPr>
          <p:nvPr>
            <p:ph type="pic" sz="quarter" idx="16"/>
          </p:nvPr>
        </p:nvSpPr>
        <p:spPr>
          <a:xfrm>
            <a:off x="6092952" y="1"/>
            <a:ext cx="6099048" cy="6858000"/>
          </a:xfrm>
          <a:custGeom>
            <a:avLst/>
            <a:gdLst>
              <a:gd name="connsiteX0" fmla="*/ 0 w 6099048"/>
              <a:gd name="connsiteY0" fmla="*/ 0 h 6858000"/>
              <a:gd name="connsiteX1" fmla="*/ 6099048 w 6099048"/>
              <a:gd name="connsiteY1" fmla="*/ 0 h 6858000"/>
              <a:gd name="connsiteX2" fmla="*/ 6099048 w 6099048"/>
              <a:gd name="connsiteY2" fmla="*/ 6858000 h 6858000"/>
              <a:gd name="connsiteX3" fmla="*/ 0 w 6099048"/>
              <a:gd name="connsiteY3" fmla="*/ 6858000 h 6858000"/>
              <a:gd name="connsiteX4" fmla="*/ 0 w 6099048"/>
              <a:gd name="connsiteY4" fmla="*/ 3460749 h 6858000"/>
              <a:gd name="connsiteX5" fmla="*/ 560261 w 6099048"/>
              <a:gd name="connsiteY5" fmla="*/ 3460749 h 6858000"/>
              <a:gd name="connsiteX6" fmla="*/ 560261 w 6099048"/>
              <a:gd name="connsiteY6" fmla="*/ 3397249 h 6858000"/>
              <a:gd name="connsiteX7" fmla="*/ 0 w 6099048"/>
              <a:gd name="connsiteY7" fmla="*/ 339724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9048" h="6858000">
                <a:moveTo>
                  <a:pt x="0" y="0"/>
                </a:moveTo>
                <a:lnTo>
                  <a:pt x="6099048" y="0"/>
                </a:lnTo>
                <a:lnTo>
                  <a:pt x="6099048" y="6858000"/>
                </a:lnTo>
                <a:lnTo>
                  <a:pt x="0" y="6858000"/>
                </a:lnTo>
                <a:lnTo>
                  <a:pt x="0" y="3460749"/>
                </a:lnTo>
                <a:lnTo>
                  <a:pt x="560261" y="3460749"/>
                </a:lnTo>
                <a:lnTo>
                  <a:pt x="560261" y="3397249"/>
                </a:lnTo>
                <a:lnTo>
                  <a:pt x="0" y="3397249"/>
                </a:lnTo>
                <a:close/>
              </a:path>
            </a:pathLst>
          </a:custGeom>
          <a:solidFill>
            <a:schemeClr val="accent3"/>
          </a:solidFill>
        </p:spPr>
        <p:txBody>
          <a:bodyPr wrap="square" anchor="ctr" anchorCtr="0">
            <a:noAutofit/>
          </a:bodyPr>
          <a:lstStyle>
            <a:lvl1pPr algn="ctr">
              <a:defRPr>
                <a:solidFill>
                  <a:schemeClr val="tx1"/>
                </a:solidFill>
              </a:defRPr>
            </a:lvl1pPr>
          </a:lstStyle>
          <a:p>
            <a:r>
              <a:rPr lang="en-GB"/>
              <a:t>Click icon to add picture</a:t>
            </a:r>
            <a:endParaRPr lang="en-GB" dirty="0"/>
          </a:p>
        </p:txBody>
      </p:sp>
      <p:sp>
        <p:nvSpPr>
          <p:cNvPr id="8" name="Main Title Placeholder">
            <a:extLst>
              <a:ext uri="{FF2B5EF4-FFF2-40B4-BE49-F238E27FC236}">
                <a16:creationId xmlns:a16="http://schemas.microsoft.com/office/drawing/2014/main" id="{0AB1EEEC-0D13-0BD5-86C1-FEA968AFEE5B}"/>
              </a:ext>
            </a:extLst>
          </p:cNvPr>
          <p:cNvSpPr>
            <a:spLocks noGrp="1"/>
          </p:cNvSpPr>
          <p:nvPr>
            <p:ph type="body" sz="quarter" idx="11" hasCustomPrompt="1"/>
          </p:nvPr>
        </p:nvSpPr>
        <p:spPr>
          <a:xfrm>
            <a:off x="508843" y="1600197"/>
            <a:ext cx="4510832" cy="3656015"/>
          </a:xfrm>
        </p:spPr>
        <p:txBody>
          <a:bodyPr anchor="ctr" anchorCtr="0"/>
          <a:lstStyle>
            <a:lvl1pPr marL="0" indent="0" algn="r">
              <a:lnSpc>
                <a:spcPct val="80000"/>
              </a:lnSpc>
              <a:spcBef>
                <a:spcPts val="1200"/>
              </a:spcBef>
              <a:spcAft>
                <a:spcPts val="1200"/>
              </a:spcAft>
              <a:buFont typeface="Arial" panose="020B0604020202020204" pitchFamily="34" charset="0"/>
              <a:buNone/>
              <a:defRPr sz="6000">
                <a:solidFill>
                  <a:schemeClr val="tx1"/>
                </a:solidFill>
                <a:latin typeface="+mj-lt"/>
              </a:defRPr>
            </a:lvl1pPr>
            <a:lvl2pPr marL="0" indent="0" algn="r">
              <a:lnSpc>
                <a:spcPct val="80000"/>
              </a:lnSpc>
              <a:spcBef>
                <a:spcPts val="1200"/>
              </a:spcBef>
              <a:spcAft>
                <a:spcPts val="1200"/>
              </a:spcAft>
              <a:buFont typeface="Arial" panose="020B0604020202020204" pitchFamily="34" charset="0"/>
              <a:buNone/>
              <a:defRPr sz="5400">
                <a:solidFill>
                  <a:schemeClr val="tx1"/>
                </a:solidFill>
                <a:latin typeface="+mj-lt"/>
              </a:defRPr>
            </a:lvl2pPr>
            <a:lvl3pPr marL="0" indent="0" algn="r">
              <a:lnSpc>
                <a:spcPct val="80000"/>
              </a:lnSpc>
              <a:spcBef>
                <a:spcPts val="1200"/>
              </a:spcBef>
              <a:spcAft>
                <a:spcPts val="1200"/>
              </a:spcAft>
              <a:buFont typeface="Arial" panose="020B0604020202020204" pitchFamily="34" charset="0"/>
              <a:buNone/>
              <a:defRPr sz="4800">
                <a:solidFill>
                  <a:schemeClr val="tx1"/>
                </a:solidFill>
                <a:latin typeface="+mj-lt"/>
              </a:defRPr>
            </a:lvl3pPr>
            <a:lvl4pPr marL="0" indent="0" algn="r">
              <a:lnSpc>
                <a:spcPct val="80000"/>
              </a:lnSpc>
              <a:spcBef>
                <a:spcPts val="1200"/>
              </a:spcBef>
              <a:spcAft>
                <a:spcPts val="1200"/>
              </a:spcAft>
              <a:buNone/>
              <a:defRPr sz="4000">
                <a:solidFill>
                  <a:schemeClr val="tx1"/>
                </a:solidFill>
                <a:latin typeface="+mj-lt"/>
              </a:defRPr>
            </a:lvl4pPr>
            <a:lvl5pPr marL="0" indent="0" algn="r">
              <a:lnSpc>
                <a:spcPct val="80000"/>
              </a:lnSpc>
              <a:spcBef>
                <a:spcPts val="1200"/>
              </a:spcBef>
              <a:spcAft>
                <a:spcPts val="1200"/>
              </a:spcAft>
              <a:buNone/>
              <a:defRPr sz="2200">
                <a:solidFill>
                  <a:schemeClr val="tx1"/>
                </a:solidFill>
                <a:latin typeface="+mj-lt"/>
              </a:defRPr>
            </a:lvl5pPr>
            <a:lvl6pPr marL="0" indent="0" algn="r">
              <a:lnSpc>
                <a:spcPct val="80000"/>
              </a:lnSpc>
              <a:spcBef>
                <a:spcPts val="0"/>
              </a:spcBef>
              <a:spcAft>
                <a:spcPts val="600"/>
              </a:spcAft>
              <a:buFont typeface="Arial" panose="020B0604020202020204" pitchFamily="34" charset="0"/>
              <a:buNone/>
              <a:defRPr sz="1600">
                <a:solidFill>
                  <a:schemeClr val="tx1"/>
                </a:solidFill>
                <a:latin typeface="Calibre Semibold" panose="020B0703030202060203" pitchFamily="34" charset="0"/>
              </a:defRPr>
            </a:lvl6pPr>
            <a:lvl7pPr marL="0" indent="0" algn="r">
              <a:lnSpc>
                <a:spcPct val="75000"/>
              </a:lnSpc>
              <a:spcBef>
                <a:spcPts val="0"/>
              </a:spcBef>
              <a:spcAft>
                <a:spcPts val="600"/>
              </a:spcAft>
              <a:buFont typeface="Arial" panose="020B0604020202020204" pitchFamily="34" charset="0"/>
              <a:buNone/>
              <a:defRPr sz="1600">
                <a:solidFill>
                  <a:schemeClr val="tx1"/>
                </a:solidFill>
                <a:latin typeface="Calibre Light" panose="020B0303030202060203" pitchFamily="34" charset="0"/>
              </a:defRPr>
            </a:lvl7pPr>
            <a:lvl8pPr marL="0" indent="0" algn="r">
              <a:lnSpc>
                <a:spcPct val="75000"/>
              </a:lnSpc>
              <a:spcBef>
                <a:spcPts val="0"/>
              </a:spcBef>
              <a:spcAft>
                <a:spcPts val="600"/>
              </a:spcAft>
              <a:buFont typeface="Arial" panose="020B0604020202020204" pitchFamily="34" charset="0"/>
              <a:buNone/>
              <a:defRPr sz="1050">
                <a:solidFill>
                  <a:schemeClr val="tx1"/>
                </a:solidFill>
                <a:latin typeface="Calibre Semibold" panose="020B0703030202060203" pitchFamily="34" charset="0"/>
              </a:defRPr>
            </a:lvl8pPr>
            <a:lvl9pPr marL="0" indent="0" algn="r">
              <a:lnSpc>
                <a:spcPct val="75000"/>
              </a:lnSpc>
              <a:spcBef>
                <a:spcPts val="0"/>
              </a:spcBef>
              <a:spcAft>
                <a:spcPts val="600"/>
              </a:spcAft>
              <a:buNone/>
              <a:defRPr sz="1050">
                <a:solidFill>
                  <a:schemeClr val="tx1"/>
                </a:solidFill>
                <a:latin typeface="+mn-lt"/>
              </a:defRPr>
            </a:lvl9pPr>
          </a:lstStyle>
          <a:p>
            <a:pPr lvl="0"/>
            <a:r>
              <a:rPr lang="en-GB" dirty="0"/>
              <a:t>Subject title  – max five lines – use text levels  for other sizes</a:t>
            </a:r>
          </a:p>
          <a:p>
            <a:pPr lvl="1"/>
            <a:r>
              <a:rPr lang="en-GB" dirty="0"/>
              <a:t>54pt</a:t>
            </a:r>
          </a:p>
          <a:p>
            <a:pPr lvl="2"/>
            <a:r>
              <a:rPr lang="en-GB" dirty="0"/>
              <a:t>48pt</a:t>
            </a:r>
          </a:p>
          <a:p>
            <a:pPr lvl="3"/>
            <a:r>
              <a:rPr lang="en-GB" dirty="0"/>
              <a:t>40pt</a:t>
            </a:r>
          </a:p>
          <a:p>
            <a:pPr lvl="4"/>
            <a:r>
              <a:rPr lang="en-GB" dirty="0"/>
              <a:t>22pt</a:t>
            </a:r>
          </a:p>
          <a:p>
            <a:pPr lvl="5"/>
            <a:r>
              <a:rPr lang="en-GB" dirty="0"/>
              <a:t>Attribution Name</a:t>
            </a:r>
          </a:p>
          <a:p>
            <a:pPr lvl="6"/>
            <a:r>
              <a:rPr lang="en-GB" dirty="0"/>
              <a:t>Attribution Title</a:t>
            </a:r>
          </a:p>
          <a:p>
            <a:pPr lvl="7"/>
            <a:r>
              <a:rPr lang="en-GB" dirty="0"/>
              <a:t>Caption</a:t>
            </a:r>
          </a:p>
          <a:p>
            <a:pPr lvl="8"/>
            <a:r>
              <a:rPr lang="en-GB" dirty="0"/>
              <a:t>Caption copy</a:t>
            </a:r>
          </a:p>
        </p:txBody>
      </p:sp>
      <p:sp>
        <p:nvSpPr>
          <p:cNvPr id="10" name="Text Attribution Placeholder">
            <a:extLst>
              <a:ext uri="{FF2B5EF4-FFF2-40B4-BE49-F238E27FC236}">
                <a16:creationId xmlns:a16="http://schemas.microsoft.com/office/drawing/2014/main" id="{D014117E-EC3F-B9ED-CF80-49E1BC70942F}"/>
              </a:ext>
            </a:extLst>
          </p:cNvPr>
          <p:cNvSpPr>
            <a:spLocks noGrp="1"/>
          </p:cNvSpPr>
          <p:nvPr>
            <p:ph sz="quarter" idx="12" hasCustomPrompt="1"/>
          </p:nvPr>
        </p:nvSpPr>
        <p:spPr>
          <a:xfrm>
            <a:off x="508843" y="973139"/>
            <a:ext cx="4510832" cy="525462"/>
          </a:xfrm>
        </p:spPr>
        <p:txBody>
          <a:bodyPr anchor="t" anchorCtr="0"/>
          <a:lstStyle>
            <a:lvl1pPr algn="r">
              <a:spcAft>
                <a:spcPts val="0"/>
              </a:spcAft>
              <a:defRPr sz="1600">
                <a:latin typeface="Calibre Semibold" panose="020B0703030202060203" pitchFamily="34" charset="0"/>
              </a:defRPr>
            </a:lvl1pPr>
            <a:lvl2pPr algn="r">
              <a:spcBef>
                <a:spcPts val="0"/>
              </a:spcBef>
              <a:spcAft>
                <a:spcPts val="600"/>
              </a:spcAft>
              <a:defRPr>
                <a:latin typeface="Calibre Light" panose="020B0303030202060203" pitchFamily="34" charset="0"/>
              </a:defRPr>
            </a:lvl2pPr>
            <a:lvl3pPr algn="r">
              <a:defRPr/>
            </a:lvl3pPr>
            <a:lvl4pPr algn="r">
              <a:defRPr/>
            </a:lvl4pPr>
            <a:lvl5pPr algn="r">
              <a:defRPr/>
            </a:lvl5pPr>
            <a:lvl6pPr algn="r">
              <a:defRPr/>
            </a:lvl6pPr>
            <a:lvl7pPr algn="r">
              <a:defRPr/>
            </a:lvl7pPr>
            <a:lvl8pPr algn="r">
              <a:defRPr/>
            </a:lvl8pPr>
            <a:lvl9pPr algn="r">
              <a:defRPr/>
            </a:lvl9pPr>
          </a:lstStyle>
          <a:p>
            <a:pPr lvl="0"/>
            <a:r>
              <a:rPr lang="en-GB" dirty="0"/>
              <a:t>Attribution Name – Level 1 Use level 2 for Additional information</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grpSp>
        <p:nvGrpSpPr>
          <p:cNvPr id="7" name="Text Styles Guidance">
            <a:extLst>
              <a:ext uri="{FF2B5EF4-FFF2-40B4-BE49-F238E27FC236}">
                <a16:creationId xmlns:a16="http://schemas.microsoft.com/office/drawing/2014/main" id="{D0306FC6-2606-D147-DF19-2B74BBF90ADF}"/>
              </a:ext>
              <a:ext uri="{C183D7F6-B498-43B3-948B-1728B52AA6E4}">
                <adec:decorative xmlns:adec="http://schemas.microsoft.com/office/drawing/2017/decorative" val="1"/>
              </a:ext>
            </a:extLst>
          </p:cNvPr>
          <p:cNvGrpSpPr>
            <a:grpSpLocks noGrp="1" noUngrp="1" noRot="1" noMove="1" noResize="1"/>
          </p:cNvGrpSpPr>
          <p:nvPr userDrawn="1"/>
        </p:nvGrpSpPr>
        <p:grpSpPr>
          <a:xfrm>
            <a:off x="-2322513" y="452438"/>
            <a:ext cx="1969750" cy="1731874"/>
            <a:chOff x="-2322513" y="1484313"/>
            <a:chExt cx="1969750" cy="1731874"/>
          </a:xfrm>
        </p:grpSpPr>
        <p:grpSp>
          <p:nvGrpSpPr>
            <p:cNvPr id="9" name="Group 8">
              <a:extLst>
                <a:ext uri="{FF2B5EF4-FFF2-40B4-BE49-F238E27FC236}">
                  <a16:creationId xmlns:a16="http://schemas.microsoft.com/office/drawing/2014/main" id="{C4B1E426-FBD8-E4B1-7FED-5BA697CB1888}"/>
                </a:ext>
              </a:extLst>
            </p:cNvPr>
            <p:cNvGrpSpPr>
              <a:grpSpLocks noGrp="1" noUngrp="1" noRot="1" noMove="1" noResize="1"/>
            </p:cNvGrpSpPr>
            <p:nvPr userDrawn="1"/>
          </p:nvGrpSpPr>
          <p:grpSpPr>
            <a:xfrm>
              <a:off x="-2317919" y="1484313"/>
              <a:ext cx="1960563" cy="1231106"/>
              <a:chOff x="-2322513" y="195104"/>
              <a:chExt cx="1960563" cy="1231106"/>
            </a:xfrm>
          </p:grpSpPr>
          <p:sp>
            <p:nvSpPr>
              <p:cNvPr id="14" name="Guidance">
                <a:extLst>
                  <a:ext uri="{FF2B5EF4-FFF2-40B4-BE49-F238E27FC236}">
                    <a16:creationId xmlns:a16="http://schemas.microsoft.com/office/drawing/2014/main" id="{07CB779D-B4D7-BE5A-820A-81E8CC2F73B0}"/>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984885"/>
              </a:xfrm>
              <a:prstGeom prst="rect">
                <a:avLst/>
              </a:prstGeom>
              <a:solidFill>
                <a:srgbClr val="C0D4CB"/>
              </a:solidFill>
            </p:spPr>
            <p:txBody>
              <a:bodyPr wrap="square" lIns="72000" rIns="72000" rtlCol="0">
                <a:noAutofit/>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Each text frame has nine pre-formatted styles defined for you to use.</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To access the styles, use the Increase/Decrease List Level commands found in Home &gt; Paragraph tools:</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800" b="0" i="0" u="none" strike="noStrike" kern="1200" cap="none" spc="0" normalizeH="0" baseline="0" noProof="0" dirty="0">
                  <a:ln>
                    <a:noFill/>
                  </a:ln>
                  <a:solidFill>
                    <a:srgbClr val="012A2D"/>
                  </a:solidFill>
                  <a:effectLst/>
                  <a:uLnTx/>
                  <a:uFillTx/>
                  <a:latin typeface="Calibre"/>
                </a:endParaRPr>
              </a:p>
            </p:txBody>
          </p:sp>
          <p:sp>
            <p:nvSpPr>
              <p:cNvPr id="15" name="Guidance">
                <a:extLst>
                  <a:ext uri="{FF2B5EF4-FFF2-40B4-BE49-F238E27FC236}">
                    <a16:creationId xmlns:a16="http://schemas.microsoft.com/office/drawing/2014/main" id="{BF20A093-7079-3795-5D88-B16B79F66DA5}"/>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Text styles</a:t>
                </a:r>
              </a:p>
            </p:txBody>
          </p:sp>
        </p:grpSp>
        <p:grpSp>
          <p:nvGrpSpPr>
            <p:cNvPr id="11" name="Group 10">
              <a:extLst>
                <a:ext uri="{FF2B5EF4-FFF2-40B4-BE49-F238E27FC236}">
                  <a16:creationId xmlns:a16="http://schemas.microsoft.com/office/drawing/2014/main" id="{7441A3A1-1EF2-515D-4DB3-F9510B5EABE0}"/>
                </a:ext>
              </a:extLst>
            </p:cNvPr>
            <p:cNvGrpSpPr>
              <a:grpSpLocks noGrp="1" noUngrp="1" noRot="1" noMove="1" noResize="1"/>
            </p:cNvGrpSpPr>
            <p:nvPr userDrawn="1"/>
          </p:nvGrpSpPr>
          <p:grpSpPr>
            <a:xfrm>
              <a:off x="-2322513" y="2655826"/>
              <a:ext cx="1969750" cy="560361"/>
              <a:chOff x="3911096" y="2800206"/>
              <a:chExt cx="4420607" cy="1257587"/>
            </a:xfrm>
          </p:grpSpPr>
          <p:pic>
            <p:nvPicPr>
              <p:cNvPr id="12" name="Picture 11">
                <a:extLst>
                  <a:ext uri="{FF2B5EF4-FFF2-40B4-BE49-F238E27FC236}">
                    <a16:creationId xmlns:a16="http://schemas.microsoft.com/office/drawing/2014/main" id="{E8B6A6BA-AB7C-9BDD-B8C6-9F10E1BEA64A}"/>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3911096" y="2800206"/>
                <a:ext cx="4420607" cy="1257587"/>
              </a:xfrm>
              <a:prstGeom prst="rect">
                <a:avLst/>
              </a:prstGeom>
            </p:spPr>
          </p:pic>
          <p:sp>
            <p:nvSpPr>
              <p:cNvPr id="13" name="Rectangle 12">
                <a:extLst>
                  <a:ext uri="{FF2B5EF4-FFF2-40B4-BE49-F238E27FC236}">
                    <a16:creationId xmlns:a16="http://schemas.microsoft.com/office/drawing/2014/main" id="{5881A025-674F-EAE2-12BE-9DBD6B5128A6}"/>
                  </a:ext>
                </a:extLst>
              </p:cNvPr>
              <p:cNvSpPr>
                <a:spLocks noGrp="1" noRot="1" noMove="1" noResize="1" noEditPoints="1" noAdjustHandles="1" noChangeArrowheads="1" noChangeShapeType="1"/>
              </p:cNvSpPr>
              <p:nvPr/>
            </p:nvSpPr>
            <p:spPr>
              <a:xfrm>
                <a:off x="5074444" y="2959894"/>
                <a:ext cx="669131" cy="285750"/>
              </a:xfrm>
              <a:prstGeom prst="rect">
                <a:avLst/>
              </a:prstGeom>
              <a:noFill/>
              <a:ln w="6350" cap="flat" cmpd="sng" algn="ctr">
                <a:solidFill>
                  <a:srgbClr val="FF0000"/>
                </a:solidFill>
                <a:prstDash val="solid"/>
                <a:miter lim="800000"/>
              </a:ln>
              <a:effectLst/>
            </p:spPr>
            <p:txBody>
              <a:bodyPr rtlCol="0" anchor="ctr">
                <a:noAutofit/>
              </a:bodyPr>
              <a:lstStyle/>
              <a:p>
                <a:pPr marL="0" marR="0" lvl="0" indent="0" algn="ctr"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1200" b="0" i="0" u="none" strike="noStrike" kern="1200" cap="none" spc="0" normalizeH="0" baseline="0" noProof="0" dirty="0">
                  <a:ln>
                    <a:noFill/>
                  </a:ln>
                  <a:solidFill>
                    <a:srgbClr val="FFFFFF"/>
                  </a:solidFill>
                  <a:effectLst/>
                  <a:uLnTx/>
                  <a:uFillTx/>
                  <a:latin typeface="Calibre"/>
                  <a:ea typeface="+mn-ea"/>
                  <a:cs typeface="+mn-cs"/>
                </a:endParaRPr>
              </a:p>
            </p:txBody>
          </p:sp>
        </p:grpSp>
      </p:grpSp>
      <p:grpSp>
        <p:nvGrpSpPr>
          <p:cNvPr id="2" name="Image Guidance">
            <a:extLst>
              <a:ext uri="{FF2B5EF4-FFF2-40B4-BE49-F238E27FC236}">
                <a16:creationId xmlns:a16="http://schemas.microsoft.com/office/drawing/2014/main" id="{52A2EAF0-F68C-36A3-994B-0CB34C8AA040}"/>
              </a:ext>
              <a:ext uri="{C183D7F6-B498-43B3-948B-1728B52AA6E4}">
                <adec:decorative xmlns:adec="http://schemas.microsoft.com/office/drawing/2017/decorative" val="1"/>
              </a:ext>
            </a:extLst>
          </p:cNvPr>
          <p:cNvGrpSpPr>
            <a:grpSpLocks noGrp="1" noUngrp="1" noRot="1" noMove="1" noResize="1"/>
          </p:cNvGrpSpPr>
          <p:nvPr userDrawn="1"/>
        </p:nvGrpSpPr>
        <p:grpSpPr>
          <a:xfrm>
            <a:off x="12553950" y="441325"/>
            <a:ext cx="1960563" cy="3139321"/>
            <a:chOff x="-2322513" y="195104"/>
            <a:chExt cx="1960563" cy="3139321"/>
          </a:xfrm>
        </p:grpSpPr>
        <p:sp>
          <p:nvSpPr>
            <p:cNvPr id="3" name="Guidance">
              <a:extLst>
                <a:ext uri="{FF2B5EF4-FFF2-40B4-BE49-F238E27FC236}">
                  <a16:creationId xmlns:a16="http://schemas.microsoft.com/office/drawing/2014/main" id="{10927525-6CB2-226A-52E9-496576BFD8A1}"/>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2893100"/>
            </a:xfrm>
            <a:prstGeom prst="rect">
              <a:avLst/>
            </a:prstGeom>
            <a:solidFill>
              <a:srgbClr val="C0D4CB"/>
            </a:solidFill>
          </p:spPr>
          <p:txBody>
            <a:bodyPr wrap="square" lIns="72000" rIns="72000" rtlCol="0">
              <a:noAutofit/>
            </a:bodyPr>
            <a:lstStyle/>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If there is already an image present, delete this first.</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Click on the </a:t>
              </a:r>
              <a:r>
                <a:rPr kumimoji="0" lang="en-GB" sz="800" b="1" i="0" u="none" strike="noStrike" kern="1200" cap="none" spc="0" normalizeH="0" baseline="0" noProof="0" dirty="0">
                  <a:ln>
                    <a:noFill/>
                  </a:ln>
                  <a:solidFill>
                    <a:srgbClr val="012A2D"/>
                  </a:solidFill>
                  <a:effectLst/>
                  <a:uLnTx/>
                  <a:uFillTx/>
                  <a:latin typeface="Calibre"/>
                </a:rPr>
                <a:t>icon </a:t>
              </a:r>
              <a:r>
                <a:rPr kumimoji="0" lang="en-GB" sz="800" b="0" i="0" u="none" strike="noStrike" kern="1200" cap="none" spc="0" normalizeH="0" baseline="0" noProof="0" dirty="0">
                  <a:ln>
                    <a:noFill/>
                  </a:ln>
                  <a:solidFill>
                    <a:srgbClr val="012A2D"/>
                  </a:solidFill>
                  <a:effectLst/>
                  <a:uLnTx/>
                  <a:uFillTx/>
                  <a:latin typeface="Calibre"/>
                </a:rPr>
                <a:t>in the middle of the placeholder and choose the image from your computer.</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Click on the </a:t>
              </a:r>
              <a:r>
                <a:rPr kumimoji="0" lang="en-GB" sz="800" b="1" i="0" u="none" strike="noStrike" kern="1200" cap="none" spc="0" normalizeH="0" baseline="0" noProof="0" dirty="0">
                  <a:ln>
                    <a:noFill/>
                  </a:ln>
                  <a:solidFill>
                    <a:srgbClr val="012A2D"/>
                  </a:solidFill>
                  <a:effectLst/>
                  <a:uLnTx/>
                  <a:uFillTx/>
                  <a:latin typeface="Calibre"/>
                </a:rPr>
                <a:t>Format Picture </a:t>
              </a:r>
              <a:r>
                <a:rPr kumimoji="0" lang="en-GB" sz="800" b="0" i="0" u="none" strike="noStrike" kern="1200" cap="none" spc="0" normalizeH="0" baseline="0" noProof="0" dirty="0">
                  <a:ln>
                    <a:noFill/>
                  </a:ln>
                  <a:solidFill>
                    <a:srgbClr val="012A2D"/>
                  </a:solidFill>
                  <a:effectLst/>
                  <a:uLnTx/>
                  <a:uFillTx/>
                  <a:latin typeface="Calibre"/>
                </a:rPr>
                <a:t>tab in the ribbon and use the tools to edit the image.</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Choose </a:t>
              </a:r>
              <a:r>
                <a:rPr kumimoji="0" lang="en-GB" sz="800" b="1" i="0" u="none" strike="noStrike" kern="1200" cap="none" spc="0" normalizeH="0" baseline="0" noProof="0" dirty="0">
                  <a:ln>
                    <a:noFill/>
                  </a:ln>
                  <a:solidFill>
                    <a:srgbClr val="012A2D"/>
                  </a:solidFill>
                  <a:effectLst/>
                  <a:uLnTx/>
                  <a:uFillTx/>
                  <a:latin typeface="Calibre"/>
                </a:rPr>
                <a:t>Crop to </a:t>
              </a:r>
              <a:r>
                <a:rPr kumimoji="0" lang="en-GB" sz="800" b="0" i="0" u="none" strike="noStrike" kern="1200" cap="none" spc="0" normalizeH="0" baseline="0" noProof="0" dirty="0">
                  <a:ln>
                    <a:noFill/>
                  </a:ln>
                  <a:solidFill>
                    <a:srgbClr val="012A2D"/>
                  </a:solidFill>
                  <a:effectLst/>
                  <a:uLnTx/>
                  <a:uFillTx/>
                  <a:latin typeface="Calibre"/>
                </a:rPr>
                <a:t>resize and move the image within the placeholder, using the white circles in the corners of the image. Click on the drop down arrow and choose </a:t>
              </a:r>
              <a:r>
                <a:rPr kumimoji="0" lang="en-GB" sz="800" b="1" i="0" u="none" strike="noStrike" kern="1200" cap="none" spc="0" normalizeH="0" baseline="0" noProof="0" dirty="0">
                  <a:ln>
                    <a:noFill/>
                  </a:ln>
                  <a:solidFill>
                    <a:srgbClr val="012A2D"/>
                  </a:solidFill>
                  <a:effectLst/>
                  <a:uLnTx/>
                  <a:uFillTx/>
                  <a:latin typeface="Calibre"/>
                </a:rPr>
                <a:t>Fit</a:t>
              </a:r>
              <a:br>
                <a:rPr kumimoji="0" lang="en-GB" sz="800" b="0" i="0" u="none" strike="noStrike" kern="1200" cap="none" spc="0" normalizeH="0" baseline="0" noProof="0" dirty="0">
                  <a:ln>
                    <a:noFill/>
                  </a:ln>
                  <a:solidFill>
                    <a:srgbClr val="012A2D"/>
                  </a:solidFill>
                  <a:effectLst/>
                  <a:uLnTx/>
                  <a:uFillTx/>
                  <a:latin typeface="Calibre"/>
                </a:rPr>
              </a:br>
              <a:r>
                <a:rPr kumimoji="0" lang="en-GB" sz="800" b="0" i="0" u="none" strike="noStrike" kern="1200" cap="none" spc="0" normalizeH="0" baseline="0" noProof="0" dirty="0">
                  <a:ln>
                    <a:noFill/>
                  </a:ln>
                  <a:solidFill>
                    <a:srgbClr val="012A2D"/>
                  </a:solidFill>
                  <a:effectLst/>
                  <a:uLnTx/>
                  <a:uFillTx/>
                  <a:latin typeface="Calibre"/>
                </a:rPr>
                <a:t>to fit the image to the placeholder.</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Choose </a:t>
              </a:r>
              <a:r>
                <a:rPr kumimoji="0" lang="en-GB" sz="800" b="1" i="0" u="none" strike="noStrike" kern="1200" cap="none" spc="0" normalizeH="0" baseline="0" noProof="0" dirty="0">
                  <a:ln>
                    <a:noFill/>
                  </a:ln>
                  <a:solidFill>
                    <a:srgbClr val="012A2D"/>
                  </a:solidFill>
                  <a:effectLst/>
                  <a:uLnTx/>
                  <a:uFillTx/>
                  <a:latin typeface="Calibre"/>
                </a:rPr>
                <a:t>Picture Colour </a:t>
              </a:r>
              <a:r>
                <a:rPr kumimoji="0" lang="en-GB" sz="800" b="0" i="0" u="none" strike="noStrike" kern="1200" cap="none" spc="0" normalizeH="0" baseline="0" noProof="0" dirty="0">
                  <a:ln>
                    <a:noFill/>
                  </a:ln>
                  <a:solidFill>
                    <a:srgbClr val="012A2D"/>
                  </a:solidFill>
                  <a:effectLst/>
                  <a:uLnTx/>
                  <a:uFillTx/>
                  <a:latin typeface="Calibre"/>
                </a:rPr>
                <a:t>to adjust the Saturation, Tone, and Colour.</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Choose </a:t>
              </a:r>
              <a:r>
                <a:rPr kumimoji="0" lang="en-GB" sz="800" b="1" i="0" u="none" strike="noStrike" kern="1200" cap="none" spc="0" normalizeH="0" baseline="0" noProof="0" dirty="0">
                  <a:ln>
                    <a:noFill/>
                  </a:ln>
                  <a:solidFill>
                    <a:srgbClr val="012A2D"/>
                  </a:solidFill>
                  <a:effectLst/>
                  <a:uLnTx/>
                  <a:uFillTx/>
                  <a:latin typeface="Calibre"/>
                </a:rPr>
                <a:t>Picture Correction</a:t>
              </a:r>
              <a:br>
                <a:rPr kumimoji="0" lang="en-GB" sz="800" b="0" i="0" u="none" strike="noStrike" kern="1200" cap="none" spc="0" normalizeH="0" baseline="0" noProof="0" dirty="0">
                  <a:ln>
                    <a:noFill/>
                  </a:ln>
                  <a:solidFill>
                    <a:srgbClr val="012A2D"/>
                  </a:solidFill>
                  <a:effectLst/>
                  <a:uLnTx/>
                  <a:uFillTx/>
                  <a:latin typeface="Calibre"/>
                </a:rPr>
              </a:br>
              <a:r>
                <a:rPr kumimoji="0" lang="en-GB" sz="800" b="0" i="0" u="none" strike="noStrike" kern="1200" cap="none" spc="0" normalizeH="0" baseline="0" noProof="0" dirty="0">
                  <a:ln>
                    <a:noFill/>
                  </a:ln>
                  <a:solidFill>
                    <a:srgbClr val="012A2D"/>
                  </a:solidFill>
                  <a:effectLst/>
                  <a:uLnTx/>
                  <a:uFillTx/>
                  <a:latin typeface="Calibre"/>
                </a:rPr>
                <a:t>to adjust the Sharpness, Brightness, and Contrast.</a:t>
              </a:r>
            </a:p>
            <a:p>
              <a:pPr marL="108000" marR="0" lvl="1" indent="-1080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rgbClr val="012A2D"/>
                  </a:solidFill>
                  <a:effectLst/>
                  <a:uLnTx/>
                  <a:uFillTx/>
                  <a:latin typeface="Calibre"/>
                </a:rPr>
                <a:t>Once you are happy with your image, right click on it and select </a:t>
              </a:r>
              <a:r>
                <a:rPr kumimoji="0" lang="en-GB" sz="800" b="1" i="0" u="none" strike="noStrike" kern="1200" cap="none" spc="0" normalizeH="0" baseline="0" noProof="0" dirty="0">
                  <a:ln>
                    <a:noFill/>
                  </a:ln>
                  <a:solidFill>
                    <a:srgbClr val="012A2D"/>
                  </a:solidFill>
                  <a:effectLst/>
                  <a:uLnTx/>
                  <a:uFillTx/>
                  <a:latin typeface="Calibre"/>
                </a:rPr>
                <a:t>‘Send to back’</a:t>
              </a:r>
              <a:r>
                <a:rPr kumimoji="0" lang="en-GB" sz="800" b="0" i="0" u="none" strike="noStrike" kern="1200" cap="none" spc="0" normalizeH="0" baseline="0" noProof="0" dirty="0">
                  <a:ln>
                    <a:noFill/>
                  </a:ln>
                  <a:solidFill>
                    <a:srgbClr val="012A2D"/>
                  </a:solidFill>
                  <a:effectLst/>
                  <a:uLnTx/>
                  <a:uFillTx/>
                  <a:latin typeface="Calibre"/>
                </a:rPr>
                <a:t>.</a:t>
              </a:r>
            </a:p>
          </p:txBody>
        </p:sp>
        <p:sp>
          <p:nvSpPr>
            <p:cNvPr id="4" name="Guidance">
              <a:extLst>
                <a:ext uri="{FF2B5EF4-FFF2-40B4-BE49-F238E27FC236}">
                  <a16:creationId xmlns:a16="http://schemas.microsoft.com/office/drawing/2014/main" id="{290601BE-96DD-0161-E661-723860347589}"/>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How to Insert an image</a:t>
              </a:r>
            </a:p>
          </p:txBody>
        </p:sp>
      </p:grpSp>
    </p:spTree>
    <p:extLst>
      <p:ext uri="{BB962C8B-B14F-4D97-AF65-F5344CB8AC3E}">
        <p14:creationId xmlns:p14="http://schemas.microsoft.com/office/powerpoint/2010/main" val="34344970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tatement: Text placeholder 01">
    <p:bg>
      <p:bgPr>
        <a:solidFill>
          <a:srgbClr val="003F2D"/>
        </a:solidFill>
        <a:effectLst/>
      </p:bgPr>
    </p:bg>
    <p:spTree>
      <p:nvGrpSpPr>
        <p:cNvPr id="1" name=""/>
        <p:cNvGrpSpPr/>
        <p:nvPr/>
      </p:nvGrpSpPr>
      <p:grpSpPr>
        <a:xfrm>
          <a:off x="0" y="0"/>
          <a:ext cx="0" cy="0"/>
          <a:chOff x="0" y="0"/>
          <a:chExt cx="0" cy="0"/>
        </a:xfrm>
      </p:grpSpPr>
      <p:sp>
        <p:nvSpPr>
          <p:cNvPr id="8" name="Main Title Placeholder">
            <a:extLst>
              <a:ext uri="{FF2B5EF4-FFF2-40B4-BE49-F238E27FC236}">
                <a16:creationId xmlns:a16="http://schemas.microsoft.com/office/drawing/2014/main" id="{0AB1EEEC-0D13-0BD5-86C1-FEA968AFEE5B}"/>
              </a:ext>
            </a:extLst>
          </p:cNvPr>
          <p:cNvSpPr>
            <a:spLocks noGrp="1"/>
          </p:cNvSpPr>
          <p:nvPr>
            <p:ph type="body" sz="quarter" idx="11" hasCustomPrompt="1"/>
          </p:nvPr>
        </p:nvSpPr>
        <p:spPr>
          <a:xfrm>
            <a:off x="1535114" y="1600200"/>
            <a:ext cx="9121772" cy="3030538"/>
          </a:xfrm>
          <a:noFill/>
        </p:spPr>
        <p:txBody>
          <a:bodyPr anchor="ctr" anchorCtr="0"/>
          <a:lstStyle>
            <a:lvl1pPr marL="0" indent="0" algn="ctr">
              <a:lnSpc>
                <a:spcPct val="80000"/>
              </a:lnSpc>
              <a:spcBef>
                <a:spcPts val="1200"/>
              </a:spcBef>
              <a:spcAft>
                <a:spcPts val="1200"/>
              </a:spcAft>
              <a:buFont typeface="Arial" panose="020B0604020202020204" pitchFamily="34" charset="0"/>
              <a:buNone/>
              <a:defRPr sz="6600">
                <a:solidFill>
                  <a:schemeClr val="tx1"/>
                </a:solidFill>
                <a:latin typeface="+mj-lt"/>
              </a:defRPr>
            </a:lvl1pPr>
            <a:lvl2pPr marL="0" indent="0" algn="ctr">
              <a:lnSpc>
                <a:spcPct val="80000"/>
              </a:lnSpc>
              <a:spcBef>
                <a:spcPts val="1200"/>
              </a:spcBef>
              <a:spcAft>
                <a:spcPts val="1200"/>
              </a:spcAft>
              <a:buFont typeface="Arial" panose="020B0604020202020204" pitchFamily="34" charset="0"/>
              <a:buNone/>
              <a:defRPr sz="5400">
                <a:solidFill>
                  <a:schemeClr val="tx1"/>
                </a:solidFill>
                <a:latin typeface="+mj-lt"/>
              </a:defRPr>
            </a:lvl2pPr>
            <a:lvl3pPr marL="0" indent="0" algn="ctr">
              <a:lnSpc>
                <a:spcPct val="80000"/>
              </a:lnSpc>
              <a:spcBef>
                <a:spcPts val="1200"/>
              </a:spcBef>
              <a:spcAft>
                <a:spcPts val="1200"/>
              </a:spcAft>
              <a:buFont typeface="Arial" panose="020B0604020202020204" pitchFamily="34" charset="0"/>
              <a:buNone/>
              <a:defRPr sz="4800">
                <a:solidFill>
                  <a:schemeClr val="tx1"/>
                </a:solidFill>
                <a:latin typeface="+mj-lt"/>
              </a:defRPr>
            </a:lvl3pPr>
            <a:lvl4pPr marL="0" indent="0" algn="ctr">
              <a:lnSpc>
                <a:spcPct val="80000"/>
              </a:lnSpc>
              <a:spcBef>
                <a:spcPts val="1200"/>
              </a:spcBef>
              <a:spcAft>
                <a:spcPts val="1200"/>
              </a:spcAft>
              <a:buNone/>
              <a:defRPr sz="4000">
                <a:solidFill>
                  <a:schemeClr val="tx1"/>
                </a:solidFill>
                <a:latin typeface="+mj-lt"/>
              </a:defRPr>
            </a:lvl4pPr>
            <a:lvl5pPr marL="0" indent="0" algn="ctr">
              <a:lnSpc>
                <a:spcPct val="80000"/>
              </a:lnSpc>
              <a:spcBef>
                <a:spcPts val="1200"/>
              </a:spcBef>
              <a:spcAft>
                <a:spcPts val="1200"/>
              </a:spcAft>
              <a:buNone/>
              <a:defRPr sz="2200">
                <a:solidFill>
                  <a:schemeClr val="tx1"/>
                </a:solidFill>
                <a:latin typeface="+mj-lt"/>
              </a:defRPr>
            </a:lvl5pPr>
            <a:lvl6pPr marL="0" indent="0" algn="ctr">
              <a:lnSpc>
                <a:spcPct val="80000"/>
              </a:lnSpc>
              <a:spcBef>
                <a:spcPts val="0"/>
              </a:spcBef>
              <a:spcAft>
                <a:spcPts val="600"/>
              </a:spcAft>
              <a:buFont typeface="Arial" panose="020B0604020202020204" pitchFamily="34" charset="0"/>
              <a:buNone/>
              <a:defRPr sz="1600">
                <a:solidFill>
                  <a:schemeClr val="tx1"/>
                </a:solidFill>
                <a:latin typeface="Calibre Semibold" panose="020B0703030202060203" pitchFamily="34" charset="0"/>
              </a:defRPr>
            </a:lvl6pPr>
            <a:lvl7pPr marL="0" indent="0" algn="ctr">
              <a:lnSpc>
                <a:spcPct val="75000"/>
              </a:lnSpc>
              <a:spcBef>
                <a:spcPts val="0"/>
              </a:spcBef>
              <a:spcAft>
                <a:spcPts val="600"/>
              </a:spcAft>
              <a:buFont typeface="Arial" panose="020B0604020202020204" pitchFamily="34" charset="0"/>
              <a:buNone/>
              <a:defRPr sz="1600">
                <a:solidFill>
                  <a:schemeClr val="tx1"/>
                </a:solidFill>
                <a:latin typeface="Calibre Light" panose="020B0303030202060203" pitchFamily="34" charset="0"/>
              </a:defRPr>
            </a:lvl7pPr>
            <a:lvl8pPr marL="0" indent="0" algn="ctr">
              <a:lnSpc>
                <a:spcPct val="75000"/>
              </a:lnSpc>
              <a:spcBef>
                <a:spcPts val="0"/>
              </a:spcBef>
              <a:spcAft>
                <a:spcPts val="600"/>
              </a:spcAft>
              <a:buFont typeface="Arial" panose="020B0604020202020204" pitchFamily="34" charset="0"/>
              <a:buNone/>
              <a:defRPr sz="1050">
                <a:solidFill>
                  <a:schemeClr val="tx1"/>
                </a:solidFill>
                <a:latin typeface="Calibre Semibold" panose="020B0703030202060203" pitchFamily="34" charset="0"/>
              </a:defRPr>
            </a:lvl8pPr>
            <a:lvl9pPr marL="0" indent="0" algn="ctr">
              <a:lnSpc>
                <a:spcPct val="75000"/>
              </a:lnSpc>
              <a:spcBef>
                <a:spcPts val="0"/>
              </a:spcBef>
              <a:spcAft>
                <a:spcPts val="600"/>
              </a:spcAft>
              <a:buNone/>
              <a:defRPr sz="1050">
                <a:solidFill>
                  <a:schemeClr val="tx1"/>
                </a:solidFill>
                <a:latin typeface="+mn-lt"/>
              </a:defRPr>
            </a:lvl9pPr>
          </a:lstStyle>
          <a:p>
            <a:pPr lvl="0"/>
            <a:r>
              <a:rPr lang="en-GB" dirty="0"/>
              <a:t>Statement title  – max three lines – use text levels  for other sizes</a:t>
            </a:r>
          </a:p>
          <a:p>
            <a:pPr lvl="1"/>
            <a:r>
              <a:rPr lang="en-GB" dirty="0"/>
              <a:t>54pt</a:t>
            </a:r>
          </a:p>
          <a:p>
            <a:pPr lvl="2"/>
            <a:r>
              <a:rPr lang="en-GB" dirty="0"/>
              <a:t>48pt</a:t>
            </a:r>
          </a:p>
          <a:p>
            <a:pPr lvl="3"/>
            <a:r>
              <a:rPr lang="en-GB" dirty="0"/>
              <a:t>40pt</a:t>
            </a:r>
          </a:p>
          <a:p>
            <a:pPr lvl="4"/>
            <a:r>
              <a:rPr lang="en-GB" dirty="0"/>
              <a:t>22pt</a:t>
            </a:r>
          </a:p>
          <a:p>
            <a:pPr lvl="5"/>
            <a:r>
              <a:rPr lang="en-GB" dirty="0"/>
              <a:t>Attribution Name</a:t>
            </a:r>
          </a:p>
          <a:p>
            <a:pPr lvl="6"/>
            <a:r>
              <a:rPr lang="en-GB" dirty="0"/>
              <a:t>Attribution Title</a:t>
            </a:r>
          </a:p>
          <a:p>
            <a:pPr lvl="7"/>
            <a:r>
              <a:rPr lang="en-GB" dirty="0"/>
              <a:t>Caption</a:t>
            </a:r>
          </a:p>
          <a:p>
            <a:pPr lvl="8"/>
            <a:r>
              <a:rPr lang="en-GB" dirty="0"/>
              <a:t>Caption copy</a:t>
            </a:r>
          </a:p>
        </p:txBody>
      </p:sp>
      <p:sp>
        <p:nvSpPr>
          <p:cNvPr id="10" name="Text Attribution Placeholder">
            <a:extLst>
              <a:ext uri="{FF2B5EF4-FFF2-40B4-BE49-F238E27FC236}">
                <a16:creationId xmlns:a16="http://schemas.microsoft.com/office/drawing/2014/main" id="{D014117E-EC3F-B9ED-CF80-49E1BC70942F}"/>
              </a:ext>
            </a:extLst>
          </p:cNvPr>
          <p:cNvSpPr>
            <a:spLocks noGrp="1"/>
          </p:cNvSpPr>
          <p:nvPr>
            <p:ph sz="quarter" idx="12" hasCustomPrompt="1"/>
          </p:nvPr>
        </p:nvSpPr>
        <p:spPr>
          <a:xfrm>
            <a:off x="4093464" y="5359082"/>
            <a:ext cx="4005072" cy="1051560"/>
          </a:xfrm>
          <a:noFill/>
        </p:spPr>
        <p:txBody>
          <a:bodyPr anchor="t" anchorCtr="0"/>
          <a:lstStyle>
            <a:lvl1pPr algn="ctr">
              <a:spcAft>
                <a:spcPts val="0"/>
              </a:spcAft>
              <a:defRPr sz="1600">
                <a:latin typeface="Calibre Semibold" panose="020B0703030202060203" pitchFamily="34" charset="0"/>
              </a:defRPr>
            </a:lvl1pPr>
            <a:lvl2pPr algn="ctr">
              <a:spcBef>
                <a:spcPts val="0"/>
              </a:spcBef>
              <a:spcAft>
                <a:spcPts val="600"/>
              </a:spcAft>
              <a:defRPr>
                <a:latin typeface="Calibre Light" panose="020B0303030202060203" pitchFamily="34" charset="0"/>
              </a:defRPr>
            </a:lvl2pPr>
            <a:lvl3pPr algn="ctr">
              <a:defRPr/>
            </a:lvl3pPr>
            <a:lvl4pPr algn="ctr">
              <a:defRPr/>
            </a:lvl4pPr>
            <a:lvl5pPr algn="ctr">
              <a:defRPr/>
            </a:lvl5pPr>
            <a:lvl6pPr algn="ctr">
              <a:defRPr/>
            </a:lvl6pPr>
            <a:lvl7pPr algn="ctr">
              <a:defRPr/>
            </a:lvl7pPr>
            <a:lvl8pPr algn="ctr">
              <a:defRPr/>
            </a:lvl8pPr>
            <a:lvl9pPr algn="ctr">
              <a:defRPr/>
            </a:lvl9pPr>
          </a:lstStyle>
          <a:p>
            <a:pPr lvl="0"/>
            <a:r>
              <a:rPr lang="en-GB" dirty="0"/>
              <a:t>Attribution Name – Level 1 Use level 2 for Additional information</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grpSp>
        <p:nvGrpSpPr>
          <p:cNvPr id="7" name="Text Styles Guidance">
            <a:extLst>
              <a:ext uri="{FF2B5EF4-FFF2-40B4-BE49-F238E27FC236}">
                <a16:creationId xmlns:a16="http://schemas.microsoft.com/office/drawing/2014/main" id="{D0306FC6-2606-D147-DF19-2B74BBF90ADF}"/>
              </a:ext>
              <a:ext uri="{C183D7F6-B498-43B3-948B-1728B52AA6E4}">
                <adec:decorative xmlns:adec="http://schemas.microsoft.com/office/drawing/2017/decorative" val="1"/>
              </a:ext>
            </a:extLst>
          </p:cNvPr>
          <p:cNvGrpSpPr>
            <a:grpSpLocks noGrp="1" noUngrp="1" noRot="1" noMove="1" noResize="1"/>
          </p:cNvGrpSpPr>
          <p:nvPr userDrawn="1"/>
        </p:nvGrpSpPr>
        <p:grpSpPr>
          <a:xfrm>
            <a:off x="-2322513" y="452438"/>
            <a:ext cx="1969750" cy="1731874"/>
            <a:chOff x="-2322513" y="1484313"/>
            <a:chExt cx="1969750" cy="1731874"/>
          </a:xfrm>
        </p:grpSpPr>
        <p:grpSp>
          <p:nvGrpSpPr>
            <p:cNvPr id="9" name="Group 8">
              <a:extLst>
                <a:ext uri="{FF2B5EF4-FFF2-40B4-BE49-F238E27FC236}">
                  <a16:creationId xmlns:a16="http://schemas.microsoft.com/office/drawing/2014/main" id="{C4B1E426-FBD8-E4B1-7FED-5BA697CB1888}"/>
                </a:ext>
              </a:extLst>
            </p:cNvPr>
            <p:cNvGrpSpPr>
              <a:grpSpLocks noGrp="1" noUngrp="1" noRot="1" noMove="1" noResize="1"/>
            </p:cNvGrpSpPr>
            <p:nvPr userDrawn="1"/>
          </p:nvGrpSpPr>
          <p:grpSpPr>
            <a:xfrm>
              <a:off x="-2317919" y="1484313"/>
              <a:ext cx="1960563" cy="1231106"/>
              <a:chOff x="-2322513" y="195104"/>
              <a:chExt cx="1960563" cy="1231106"/>
            </a:xfrm>
          </p:grpSpPr>
          <p:sp>
            <p:nvSpPr>
              <p:cNvPr id="14" name="Guidance">
                <a:extLst>
                  <a:ext uri="{FF2B5EF4-FFF2-40B4-BE49-F238E27FC236}">
                    <a16:creationId xmlns:a16="http://schemas.microsoft.com/office/drawing/2014/main" id="{07CB779D-B4D7-BE5A-820A-81E8CC2F73B0}"/>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984885"/>
              </a:xfrm>
              <a:prstGeom prst="rect">
                <a:avLst/>
              </a:prstGeom>
              <a:solidFill>
                <a:srgbClr val="C0D4CB"/>
              </a:solidFill>
            </p:spPr>
            <p:txBody>
              <a:bodyPr wrap="square" lIns="72000" rIns="72000" rtlCol="0">
                <a:noAutofit/>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Each text frame has nine pre-formatted styles defined for you to use.</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To access the styles, use the Increase/Decrease List Level commands found in Home &gt; Paragraph tools:</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800" b="0" i="0" u="none" strike="noStrike" kern="1200" cap="none" spc="0" normalizeH="0" baseline="0" noProof="0" dirty="0">
                  <a:ln>
                    <a:noFill/>
                  </a:ln>
                  <a:solidFill>
                    <a:srgbClr val="012A2D"/>
                  </a:solidFill>
                  <a:effectLst/>
                  <a:uLnTx/>
                  <a:uFillTx/>
                  <a:latin typeface="Calibre"/>
                </a:endParaRPr>
              </a:p>
            </p:txBody>
          </p:sp>
          <p:sp>
            <p:nvSpPr>
              <p:cNvPr id="15" name="Guidance">
                <a:extLst>
                  <a:ext uri="{FF2B5EF4-FFF2-40B4-BE49-F238E27FC236}">
                    <a16:creationId xmlns:a16="http://schemas.microsoft.com/office/drawing/2014/main" id="{BF20A093-7079-3795-5D88-B16B79F66DA5}"/>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Text styles</a:t>
                </a:r>
              </a:p>
            </p:txBody>
          </p:sp>
        </p:grpSp>
        <p:grpSp>
          <p:nvGrpSpPr>
            <p:cNvPr id="11" name="Group 10">
              <a:extLst>
                <a:ext uri="{FF2B5EF4-FFF2-40B4-BE49-F238E27FC236}">
                  <a16:creationId xmlns:a16="http://schemas.microsoft.com/office/drawing/2014/main" id="{7441A3A1-1EF2-515D-4DB3-F9510B5EABE0}"/>
                </a:ext>
              </a:extLst>
            </p:cNvPr>
            <p:cNvGrpSpPr>
              <a:grpSpLocks noGrp="1" noUngrp="1" noRot="1" noMove="1" noResize="1"/>
            </p:cNvGrpSpPr>
            <p:nvPr userDrawn="1"/>
          </p:nvGrpSpPr>
          <p:grpSpPr>
            <a:xfrm>
              <a:off x="-2322513" y="2655826"/>
              <a:ext cx="1969750" cy="560361"/>
              <a:chOff x="3911096" y="2800206"/>
              <a:chExt cx="4420607" cy="1257587"/>
            </a:xfrm>
          </p:grpSpPr>
          <p:pic>
            <p:nvPicPr>
              <p:cNvPr id="12" name="Picture 11">
                <a:extLst>
                  <a:ext uri="{FF2B5EF4-FFF2-40B4-BE49-F238E27FC236}">
                    <a16:creationId xmlns:a16="http://schemas.microsoft.com/office/drawing/2014/main" id="{E8B6A6BA-AB7C-9BDD-B8C6-9F10E1BEA64A}"/>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3911096" y="2800206"/>
                <a:ext cx="4420607" cy="1257587"/>
              </a:xfrm>
              <a:prstGeom prst="rect">
                <a:avLst/>
              </a:prstGeom>
            </p:spPr>
          </p:pic>
          <p:sp>
            <p:nvSpPr>
              <p:cNvPr id="13" name="Rectangle 12">
                <a:extLst>
                  <a:ext uri="{FF2B5EF4-FFF2-40B4-BE49-F238E27FC236}">
                    <a16:creationId xmlns:a16="http://schemas.microsoft.com/office/drawing/2014/main" id="{5881A025-674F-EAE2-12BE-9DBD6B5128A6}"/>
                  </a:ext>
                </a:extLst>
              </p:cNvPr>
              <p:cNvSpPr>
                <a:spLocks noGrp="1" noRot="1" noMove="1" noResize="1" noEditPoints="1" noAdjustHandles="1" noChangeArrowheads="1" noChangeShapeType="1"/>
              </p:cNvSpPr>
              <p:nvPr/>
            </p:nvSpPr>
            <p:spPr>
              <a:xfrm>
                <a:off x="5074444" y="2959894"/>
                <a:ext cx="669131" cy="285750"/>
              </a:xfrm>
              <a:prstGeom prst="rect">
                <a:avLst/>
              </a:prstGeom>
              <a:noFill/>
              <a:ln w="6350" cap="flat" cmpd="sng" algn="ctr">
                <a:solidFill>
                  <a:srgbClr val="FF0000"/>
                </a:solidFill>
                <a:prstDash val="solid"/>
                <a:miter lim="800000"/>
              </a:ln>
              <a:effectLst/>
            </p:spPr>
            <p:txBody>
              <a:bodyPr rtlCol="0" anchor="ctr">
                <a:noAutofit/>
              </a:bodyPr>
              <a:lstStyle/>
              <a:p>
                <a:pPr marL="0" marR="0" lvl="0" indent="0" algn="ctr"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1200" b="0" i="0" u="none" strike="noStrike" kern="1200" cap="none" spc="0" normalizeH="0" baseline="0" noProof="0" dirty="0">
                  <a:ln>
                    <a:noFill/>
                  </a:ln>
                  <a:solidFill>
                    <a:srgbClr val="FFFFFF"/>
                  </a:solidFill>
                  <a:effectLst/>
                  <a:uLnTx/>
                  <a:uFillTx/>
                  <a:latin typeface="Calibre"/>
                  <a:ea typeface="+mn-ea"/>
                  <a:cs typeface="+mn-cs"/>
                </a:endParaRPr>
              </a:p>
            </p:txBody>
          </p:sp>
        </p:grpSp>
      </p:grpSp>
    </p:spTree>
    <p:extLst>
      <p:ext uri="{BB962C8B-B14F-4D97-AF65-F5344CB8AC3E}">
        <p14:creationId xmlns:p14="http://schemas.microsoft.com/office/powerpoint/2010/main" val="2743728323"/>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tatement: Text placeholder 02">
    <p:bg>
      <p:bgPr>
        <a:solidFill>
          <a:srgbClr val="F6F6F6"/>
        </a:solidFill>
        <a:effectLst/>
      </p:bgPr>
    </p:bg>
    <p:spTree>
      <p:nvGrpSpPr>
        <p:cNvPr id="1" name=""/>
        <p:cNvGrpSpPr/>
        <p:nvPr/>
      </p:nvGrpSpPr>
      <p:grpSpPr>
        <a:xfrm>
          <a:off x="0" y="0"/>
          <a:ext cx="0" cy="0"/>
          <a:chOff x="0" y="0"/>
          <a:chExt cx="0" cy="0"/>
        </a:xfrm>
      </p:grpSpPr>
      <p:sp>
        <p:nvSpPr>
          <p:cNvPr id="8" name="Main Title Placeholder">
            <a:extLst>
              <a:ext uri="{FF2B5EF4-FFF2-40B4-BE49-F238E27FC236}">
                <a16:creationId xmlns:a16="http://schemas.microsoft.com/office/drawing/2014/main" id="{0AB1EEEC-0D13-0BD5-86C1-FEA968AFEE5B}"/>
              </a:ext>
            </a:extLst>
          </p:cNvPr>
          <p:cNvSpPr>
            <a:spLocks noGrp="1"/>
          </p:cNvSpPr>
          <p:nvPr>
            <p:ph type="body" sz="quarter" idx="11" hasCustomPrompt="1"/>
          </p:nvPr>
        </p:nvSpPr>
        <p:spPr>
          <a:xfrm>
            <a:off x="1535114" y="973138"/>
            <a:ext cx="9121772" cy="2405062"/>
          </a:xfrm>
          <a:noFill/>
        </p:spPr>
        <p:txBody>
          <a:bodyPr anchor="b" anchorCtr="0"/>
          <a:lstStyle>
            <a:lvl1pPr marL="0" indent="0" algn="ctr">
              <a:lnSpc>
                <a:spcPct val="80000"/>
              </a:lnSpc>
              <a:spcBef>
                <a:spcPts val="1200"/>
              </a:spcBef>
              <a:spcAft>
                <a:spcPts val="1200"/>
              </a:spcAft>
              <a:buFont typeface="Arial" panose="020B0604020202020204" pitchFamily="34" charset="0"/>
              <a:buNone/>
              <a:defRPr sz="6600">
                <a:solidFill>
                  <a:schemeClr val="tx1"/>
                </a:solidFill>
                <a:latin typeface="+mj-lt"/>
              </a:defRPr>
            </a:lvl1pPr>
            <a:lvl2pPr marL="0" indent="0" algn="ctr">
              <a:lnSpc>
                <a:spcPct val="80000"/>
              </a:lnSpc>
              <a:spcBef>
                <a:spcPts val="1200"/>
              </a:spcBef>
              <a:spcAft>
                <a:spcPts val="1200"/>
              </a:spcAft>
              <a:buFont typeface="Arial" panose="020B0604020202020204" pitchFamily="34" charset="0"/>
              <a:buNone/>
              <a:defRPr sz="5400">
                <a:solidFill>
                  <a:schemeClr val="tx1"/>
                </a:solidFill>
                <a:latin typeface="+mj-lt"/>
              </a:defRPr>
            </a:lvl2pPr>
            <a:lvl3pPr marL="0" indent="0" algn="ctr">
              <a:lnSpc>
                <a:spcPct val="80000"/>
              </a:lnSpc>
              <a:spcBef>
                <a:spcPts val="1200"/>
              </a:spcBef>
              <a:spcAft>
                <a:spcPts val="1200"/>
              </a:spcAft>
              <a:buFont typeface="Arial" panose="020B0604020202020204" pitchFamily="34" charset="0"/>
              <a:buNone/>
              <a:defRPr sz="4800">
                <a:solidFill>
                  <a:schemeClr val="tx1"/>
                </a:solidFill>
                <a:latin typeface="+mj-lt"/>
              </a:defRPr>
            </a:lvl3pPr>
            <a:lvl4pPr marL="0" indent="0" algn="ctr">
              <a:lnSpc>
                <a:spcPct val="80000"/>
              </a:lnSpc>
              <a:spcBef>
                <a:spcPts val="1200"/>
              </a:spcBef>
              <a:spcAft>
                <a:spcPts val="1200"/>
              </a:spcAft>
              <a:buNone/>
              <a:defRPr sz="4000">
                <a:solidFill>
                  <a:schemeClr val="tx1"/>
                </a:solidFill>
                <a:latin typeface="+mj-lt"/>
              </a:defRPr>
            </a:lvl4pPr>
            <a:lvl5pPr marL="0" indent="0" algn="ctr">
              <a:lnSpc>
                <a:spcPct val="80000"/>
              </a:lnSpc>
              <a:spcBef>
                <a:spcPts val="1200"/>
              </a:spcBef>
              <a:spcAft>
                <a:spcPts val="1200"/>
              </a:spcAft>
              <a:buNone/>
              <a:defRPr sz="2200">
                <a:solidFill>
                  <a:schemeClr val="tx1"/>
                </a:solidFill>
                <a:latin typeface="+mj-lt"/>
              </a:defRPr>
            </a:lvl5pPr>
            <a:lvl6pPr marL="0" indent="0" algn="ctr">
              <a:lnSpc>
                <a:spcPct val="80000"/>
              </a:lnSpc>
              <a:spcBef>
                <a:spcPts val="0"/>
              </a:spcBef>
              <a:spcAft>
                <a:spcPts val="600"/>
              </a:spcAft>
              <a:buFont typeface="Arial" panose="020B0604020202020204" pitchFamily="34" charset="0"/>
              <a:buNone/>
              <a:defRPr sz="1600">
                <a:solidFill>
                  <a:schemeClr val="tx1"/>
                </a:solidFill>
                <a:latin typeface="Calibre Semibold" panose="020B0703030202060203" pitchFamily="34" charset="0"/>
              </a:defRPr>
            </a:lvl6pPr>
            <a:lvl7pPr marL="0" indent="0" algn="ctr">
              <a:lnSpc>
                <a:spcPct val="75000"/>
              </a:lnSpc>
              <a:spcBef>
                <a:spcPts val="0"/>
              </a:spcBef>
              <a:spcAft>
                <a:spcPts val="600"/>
              </a:spcAft>
              <a:buFont typeface="Arial" panose="020B0604020202020204" pitchFamily="34" charset="0"/>
              <a:buNone/>
              <a:defRPr sz="1600">
                <a:solidFill>
                  <a:schemeClr val="tx1"/>
                </a:solidFill>
                <a:latin typeface="Calibre Light" panose="020B0303030202060203" pitchFamily="34" charset="0"/>
              </a:defRPr>
            </a:lvl7pPr>
            <a:lvl8pPr marL="0" indent="0" algn="ctr">
              <a:lnSpc>
                <a:spcPct val="75000"/>
              </a:lnSpc>
              <a:spcBef>
                <a:spcPts val="0"/>
              </a:spcBef>
              <a:spcAft>
                <a:spcPts val="600"/>
              </a:spcAft>
              <a:buFont typeface="Arial" panose="020B0604020202020204" pitchFamily="34" charset="0"/>
              <a:buNone/>
              <a:defRPr sz="1050">
                <a:solidFill>
                  <a:schemeClr val="tx1"/>
                </a:solidFill>
                <a:latin typeface="Calibre Semibold" panose="020B0703030202060203" pitchFamily="34" charset="0"/>
              </a:defRPr>
            </a:lvl8pPr>
            <a:lvl9pPr marL="0" indent="0" algn="ctr">
              <a:lnSpc>
                <a:spcPct val="75000"/>
              </a:lnSpc>
              <a:spcBef>
                <a:spcPts val="0"/>
              </a:spcBef>
              <a:spcAft>
                <a:spcPts val="600"/>
              </a:spcAft>
              <a:buNone/>
              <a:defRPr sz="1050">
                <a:solidFill>
                  <a:schemeClr val="tx1"/>
                </a:solidFill>
                <a:latin typeface="+mn-lt"/>
              </a:defRPr>
            </a:lvl9pPr>
          </a:lstStyle>
          <a:p>
            <a:pPr lvl="0"/>
            <a:r>
              <a:rPr lang="en-GB" dirty="0"/>
              <a:t>“Statement title  – max three lines – use text levels  for other sizes”</a:t>
            </a:r>
          </a:p>
          <a:p>
            <a:pPr lvl="1"/>
            <a:r>
              <a:rPr lang="en-GB" dirty="0"/>
              <a:t>54pt</a:t>
            </a:r>
          </a:p>
          <a:p>
            <a:pPr lvl="2"/>
            <a:r>
              <a:rPr lang="en-GB" dirty="0"/>
              <a:t>48pt</a:t>
            </a:r>
          </a:p>
          <a:p>
            <a:pPr lvl="3"/>
            <a:r>
              <a:rPr lang="en-GB" dirty="0"/>
              <a:t>40pt</a:t>
            </a:r>
          </a:p>
          <a:p>
            <a:pPr lvl="4"/>
            <a:r>
              <a:rPr lang="en-GB" dirty="0"/>
              <a:t>22pt</a:t>
            </a:r>
          </a:p>
          <a:p>
            <a:pPr lvl="5"/>
            <a:r>
              <a:rPr lang="en-GB" dirty="0"/>
              <a:t>Attribution Name</a:t>
            </a:r>
          </a:p>
          <a:p>
            <a:pPr lvl="6"/>
            <a:r>
              <a:rPr lang="en-GB" dirty="0"/>
              <a:t>Attribution Title</a:t>
            </a:r>
          </a:p>
          <a:p>
            <a:pPr lvl="7"/>
            <a:r>
              <a:rPr lang="en-GB" dirty="0"/>
              <a:t>Caption</a:t>
            </a:r>
          </a:p>
          <a:p>
            <a:pPr lvl="8"/>
            <a:r>
              <a:rPr lang="en-GB" dirty="0"/>
              <a:t>Caption copy</a:t>
            </a:r>
          </a:p>
        </p:txBody>
      </p:sp>
      <p:sp>
        <p:nvSpPr>
          <p:cNvPr id="10" name="Text Attribution Placeholder">
            <a:extLst>
              <a:ext uri="{FF2B5EF4-FFF2-40B4-BE49-F238E27FC236}">
                <a16:creationId xmlns:a16="http://schemas.microsoft.com/office/drawing/2014/main" id="{D014117E-EC3F-B9ED-CF80-49E1BC70942F}"/>
              </a:ext>
            </a:extLst>
          </p:cNvPr>
          <p:cNvSpPr>
            <a:spLocks noGrp="1"/>
          </p:cNvSpPr>
          <p:nvPr>
            <p:ph sz="quarter" idx="12" hasCustomPrompt="1"/>
          </p:nvPr>
        </p:nvSpPr>
        <p:spPr>
          <a:xfrm>
            <a:off x="4093464" y="5359082"/>
            <a:ext cx="4005072" cy="1051560"/>
          </a:xfrm>
          <a:noFill/>
        </p:spPr>
        <p:txBody>
          <a:bodyPr anchor="t" anchorCtr="0"/>
          <a:lstStyle>
            <a:lvl1pPr algn="ctr">
              <a:spcAft>
                <a:spcPts val="0"/>
              </a:spcAft>
              <a:defRPr sz="1600">
                <a:latin typeface="Calibre Semibold" panose="020B0703030202060203" pitchFamily="34" charset="0"/>
              </a:defRPr>
            </a:lvl1pPr>
            <a:lvl2pPr algn="ctr">
              <a:spcBef>
                <a:spcPts val="0"/>
              </a:spcBef>
              <a:spcAft>
                <a:spcPts val="600"/>
              </a:spcAft>
              <a:defRPr>
                <a:latin typeface="Calibre Light" panose="020B0303030202060203" pitchFamily="34" charset="0"/>
              </a:defRPr>
            </a:lvl2pPr>
            <a:lvl3pPr algn="ctr">
              <a:defRPr/>
            </a:lvl3pPr>
            <a:lvl4pPr algn="ctr">
              <a:defRPr/>
            </a:lvl4pPr>
            <a:lvl5pPr algn="ctr">
              <a:defRPr/>
            </a:lvl5pPr>
            <a:lvl6pPr algn="ctr">
              <a:defRPr/>
            </a:lvl6pPr>
            <a:lvl7pPr algn="ctr">
              <a:defRPr/>
            </a:lvl7pPr>
            <a:lvl8pPr algn="ctr">
              <a:defRPr/>
            </a:lvl8pPr>
            <a:lvl9pPr algn="ctr">
              <a:defRPr/>
            </a:lvl9pPr>
          </a:lstStyle>
          <a:p>
            <a:pPr lvl="0"/>
            <a:r>
              <a:rPr lang="en-GB" dirty="0"/>
              <a:t>Attribution Name – Level 1 Use level 2 for Additional information</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cxnSp>
        <p:nvCxnSpPr>
          <p:cNvPr id="2" name="LoS - Fixed">
            <a:extLst>
              <a:ext uri="{FF2B5EF4-FFF2-40B4-BE49-F238E27FC236}">
                <a16:creationId xmlns:a16="http://schemas.microsoft.com/office/drawing/2014/main" id="{B6B75542-34ED-D33B-131E-D42A511A06A0}"/>
              </a:ext>
              <a:ext uri="{C183D7F6-B498-43B3-948B-1728B52AA6E4}">
                <adec:decorative xmlns:adec="http://schemas.microsoft.com/office/drawing/2017/decorative" val="1"/>
              </a:ext>
            </a:extLst>
          </p:cNvPr>
          <p:cNvCxnSpPr>
            <a:cxnSpLocks/>
          </p:cNvCxnSpPr>
          <p:nvPr userDrawn="1"/>
        </p:nvCxnSpPr>
        <p:spPr>
          <a:xfrm>
            <a:off x="6096000" y="3743324"/>
            <a:ext cx="0" cy="1231752"/>
          </a:xfrm>
          <a:prstGeom prst="line">
            <a:avLst/>
          </a:prstGeom>
          <a:ln w="63500">
            <a:solidFill>
              <a:srgbClr val="17E88F"/>
            </a:solidFill>
          </a:ln>
        </p:spPr>
        <p:style>
          <a:lnRef idx="1">
            <a:schemeClr val="accent1"/>
          </a:lnRef>
          <a:fillRef idx="0">
            <a:schemeClr val="accent1"/>
          </a:fillRef>
          <a:effectRef idx="0">
            <a:schemeClr val="accent1"/>
          </a:effectRef>
          <a:fontRef idx="minor">
            <a:schemeClr val="tx1"/>
          </a:fontRef>
        </p:style>
      </p:cxnSp>
      <p:grpSp>
        <p:nvGrpSpPr>
          <p:cNvPr id="7" name="Text Styles Guidance">
            <a:extLst>
              <a:ext uri="{FF2B5EF4-FFF2-40B4-BE49-F238E27FC236}">
                <a16:creationId xmlns:a16="http://schemas.microsoft.com/office/drawing/2014/main" id="{D0306FC6-2606-D147-DF19-2B74BBF90ADF}"/>
              </a:ext>
              <a:ext uri="{C183D7F6-B498-43B3-948B-1728B52AA6E4}">
                <adec:decorative xmlns:adec="http://schemas.microsoft.com/office/drawing/2017/decorative" val="1"/>
              </a:ext>
            </a:extLst>
          </p:cNvPr>
          <p:cNvGrpSpPr>
            <a:grpSpLocks noGrp="1" noUngrp="1" noRot="1" noMove="1" noResize="1"/>
          </p:cNvGrpSpPr>
          <p:nvPr userDrawn="1"/>
        </p:nvGrpSpPr>
        <p:grpSpPr>
          <a:xfrm>
            <a:off x="-2322513" y="452438"/>
            <a:ext cx="1969750" cy="1731874"/>
            <a:chOff x="-2322513" y="1484313"/>
            <a:chExt cx="1969750" cy="1731874"/>
          </a:xfrm>
        </p:grpSpPr>
        <p:grpSp>
          <p:nvGrpSpPr>
            <p:cNvPr id="9" name="Group 8">
              <a:extLst>
                <a:ext uri="{FF2B5EF4-FFF2-40B4-BE49-F238E27FC236}">
                  <a16:creationId xmlns:a16="http://schemas.microsoft.com/office/drawing/2014/main" id="{C4B1E426-FBD8-E4B1-7FED-5BA697CB1888}"/>
                </a:ext>
              </a:extLst>
            </p:cNvPr>
            <p:cNvGrpSpPr>
              <a:grpSpLocks noGrp="1" noUngrp="1" noRot="1" noMove="1" noResize="1"/>
            </p:cNvGrpSpPr>
            <p:nvPr userDrawn="1"/>
          </p:nvGrpSpPr>
          <p:grpSpPr>
            <a:xfrm>
              <a:off x="-2317919" y="1484313"/>
              <a:ext cx="1960563" cy="1231106"/>
              <a:chOff x="-2322513" y="195104"/>
              <a:chExt cx="1960563" cy="1231106"/>
            </a:xfrm>
          </p:grpSpPr>
          <p:sp>
            <p:nvSpPr>
              <p:cNvPr id="14" name="Guidance">
                <a:extLst>
                  <a:ext uri="{FF2B5EF4-FFF2-40B4-BE49-F238E27FC236}">
                    <a16:creationId xmlns:a16="http://schemas.microsoft.com/office/drawing/2014/main" id="{07CB779D-B4D7-BE5A-820A-81E8CC2F73B0}"/>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984885"/>
              </a:xfrm>
              <a:prstGeom prst="rect">
                <a:avLst/>
              </a:prstGeom>
              <a:solidFill>
                <a:srgbClr val="C0D4CB"/>
              </a:solidFill>
            </p:spPr>
            <p:txBody>
              <a:bodyPr wrap="square" lIns="72000" rIns="72000" rtlCol="0">
                <a:noAutofit/>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Each text frame has nine pre-formatted styles defined for you to use.</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To access the styles, use the Increase/Decrease List Level commands found in Home &gt; Paragraph tools:</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800" b="0" i="0" u="none" strike="noStrike" kern="1200" cap="none" spc="0" normalizeH="0" baseline="0" noProof="0" dirty="0">
                  <a:ln>
                    <a:noFill/>
                  </a:ln>
                  <a:solidFill>
                    <a:srgbClr val="012A2D"/>
                  </a:solidFill>
                  <a:effectLst/>
                  <a:uLnTx/>
                  <a:uFillTx/>
                  <a:latin typeface="Calibre"/>
                </a:endParaRPr>
              </a:p>
            </p:txBody>
          </p:sp>
          <p:sp>
            <p:nvSpPr>
              <p:cNvPr id="15" name="Guidance">
                <a:extLst>
                  <a:ext uri="{FF2B5EF4-FFF2-40B4-BE49-F238E27FC236}">
                    <a16:creationId xmlns:a16="http://schemas.microsoft.com/office/drawing/2014/main" id="{BF20A093-7079-3795-5D88-B16B79F66DA5}"/>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Text styles</a:t>
                </a:r>
              </a:p>
            </p:txBody>
          </p:sp>
        </p:grpSp>
        <p:grpSp>
          <p:nvGrpSpPr>
            <p:cNvPr id="11" name="Group 10">
              <a:extLst>
                <a:ext uri="{FF2B5EF4-FFF2-40B4-BE49-F238E27FC236}">
                  <a16:creationId xmlns:a16="http://schemas.microsoft.com/office/drawing/2014/main" id="{7441A3A1-1EF2-515D-4DB3-F9510B5EABE0}"/>
                </a:ext>
              </a:extLst>
            </p:cNvPr>
            <p:cNvGrpSpPr>
              <a:grpSpLocks noGrp="1" noUngrp="1" noRot="1" noMove="1" noResize="1"/>
            </p:cNvGrpSpPr>
            <p:nvPr userDrawn="1"/>
          </p:nvGrpSpPr>
          <p:grpSpPr>
            <a:xfrm>
              <a:off x="-2322513" y="2655826"/>
              <a:ext cx="1969750" cy="560361"/>
              <a:chOff x="3911096" y="2800206"/>
              <a:chExt cx="4420607" cy="1257587"/>
            </a:xfrm>
          </p:grpSpPr>
          <p:pic>
            <p:nvPicPr>
              <p:cNvPr id="12" name="Picture 11">
                <a:extLst>
                  <a:ext uri="{FF2B5EF4-FFF2-40B4-BE49-F238E27FC236}">
                    <a16:creationId xmlns:a16="http://schemas.microsoft.com/office/drawing/2014/main" id="{E8B6A6BA-AB7C-9BDD-B8C6-9F10E1BEA64A}"/>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3911096" y="2800206"/>
                <a:ext cx="4420607" cy="1257587"/>
              </a:xfrm>
              <a:prstGeom prst="rect">
                <a:avLst/>
              </a:prstGeom>
            </p:spPr>
          </p:pic>
          <p:sp>
            <p:nvSpPr>
              <p:cNvPr id="13" name="Rectangle 12">
                <a:extLst>
                  <a:ext uri="{FF2B5EF4-FFF2-40B4-BE49-F238E27FC236}">
                    <a16:creationId xmlns:a16="http://schemas.microsoft.com/office/drawing/2014/main" id="{5881A025-674F-EAE2-12BE-9DBD6B5128A6}"/>
                  </a:ext>
                </a:extLst>
              </p:cNvPr>
              <p:cNvSpPr>
                <a:spLocks noGrp="1" noRot="1" noMove="1" noResize="1" noEditPoints="1" noAdjustHandles="1" noChangeArrowheads="1" noChangeShapeType="1"/>
              </p:cNvSpPr>
              <p:nvPr/>
            </p:nvSpPr>
            <p:spPr>
              <a:xfrm>
                <a:off x="5074444" y="2959894"/>
                <a:ext cx="669131" cy="285750"/>
              </a:xfrm>
              <a:prstGeom prst="rect">
                <a:avLst/>
              </a:prstGeom>
              <a:noFill/>
              <a:ln w="6350" cap="flat" cmpd="sng" algn="ctr">
                <a:solidFill>
                  <a:srgbClr val="FF0000"/>
                </a:solidFill>
                <a:prstDash val="solid"/>
                <a:miter lim="800000"/>
              </a:ln>
              <a:effectLst/>
            </p:spPr>
            <p:txBody>
              <a:bodyPr rtlCol="0" anchor="ctr">
                <a:noAutofit/>
              </a:bodyPr>
              <a:lstStyle/>
              <a:p>
                <a:pPr marL="0" marR="0" lvl="0" indent="0" algn="ctr"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1200" b="0" i="0" u="none" strike="noStrike" kern="1200" cap="none" spc="0" normalizeH="0" baseline="0" noProof="0" dirty="0">
                  <a:ln>
                    <a:noFill/>
                  </a:ln>
                  <a:solidFill>
                    <a:srgbClr val="FFFFFF"/>
                  </a:solidFill>
                  <a:effectLst/>
                  <a:uLnTx/>
                  <a:uFillTx/>
                  <a:latin typeface="Calibre"/>
                  <a:ea typeface="+mn-ea"/>
                  <a:cs typeface="+mn-cs"/>
                </a:endParaRPr>
              </a:p>
            </p:txBody>
          </p:sp>
        </p:grpSp>
      </p:grpSp>
    </p:spTree>
    <p:extLst>
      <p:ext uri="{BB962C8B-B14F-4D97-AF65-F5344CB8AC3E}">
        <p14:creationId xmlns:p14="http://schemas.microsoft.com/office/powerpoint/2010/main" val="21429790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tatement: Text placeholder 03">
    <p:spTree>
      <p:nvGrpSpPr>
        <p:cNvPr id="1" name=""/>
        <p:cNvGrpSpPr/>
        <p:nvPr/>
      </p:nvGrpSpPr>
      <p:grpSpPr>
        <a:xfrm>
          <a:off x="0" y="0"/>
          <a:ext cx="0" cy="0"/>
          <a:chOff x="0" y="0"/>
          <a:chExt cx="0" cy="0"/>
        </a:xfrm>
      </p:grpSpPr>
      <p:sp>
        <p:nvSpPr>
          <p:cNvPr id="8" name="Main Title Placeholder">
            <a:extLst>
              <a:ext uri="{FF2B5EF4-FFF2-40B4-BE49-F238E27FC236}">
                <a16:creationId xmlns:a16="http://schemas.microsoft.com/office/drawing/2014/main" id="{0AB1EEEC-0D13-0BD5-86C1-FEA968AFEE5B}"/>
              </a:ext>
            </a:extLst>
          </p:cNvPr>
          <p:cNvSpPr>
            <a:spLocks noGrp="1"/>
          </p:cNvSpPr>
          <p:nvPr>
            <p:ph type="body" sz="quarter" idx="11" hasCustomPrompt="1"/>
          </p:nvPr>
        </p:nvSpPr>
        <p:spPr>
          <a:xfrm>
            <a:off x="508000" y="973138"/>
            <a:ext cx="5024438" cy="4283075"/>
          </a:xfrm>
          <a:noFill/>
        </p:spPr>
        <p:txBody>
          <a:bodyPr anchor="t" anchorCtr="0"/>
          <a:lstStyle>
            <a:lvl1pPr marL="0" indent="0" algn="r">
              <a:lnSpc>
                <a:spcPct val="80000"/>
              </a:lnSpc>
              <a:spcBef>
                <a:spcPts val="1200"/>
              </a:spcBef>
              <a:spcAft>
                <a:spcPts val="1200"/>
              </a:spcAft>
              <a:buFont typeface="Arial" panose="020B0604020202020204" pitchFamily="34" charset="0"/>
              <a:buNone/>
              <a:defRPr sz="6600">
                <a:solidFill>
                  <a:schemeClr val="tx1"/>
                </a:solidFill>
                <a:latin typeface="+mj-lt"/>
              </a:defRPr>
            </a:lvl1pPr>
            <a:lvl2pPr marL="0" indent="0" algn="r">
              <a:lnSpc>
                <a:spcPct val="80000"/>
              </a:lnSpc>
              <a:spcBef>
                <a:spcPts val="1200"/>
              </a:spcBef>
              <a:spcAft>
                <a:spcPts val="1200"/>
              </a:spcAft>
              <a:buFont typeface="Arial" panose="020B0604020202020204" pitchFamily="34" charset="0"/>
              <a:buNone/>
              <a:defRPr sz="5400">
                <a:solidFill>
                  <a:schemeClr val="tx1"/>
                </a:solidFill>
                <a:latin typeface="+mj-lt"/>
              </a:defRPr>
            </a:lvl2pPr>
            <a:lvl3pPr marL="0" indent="0" algn="r">
              <a:lnSpc>
                <a:spcPct val="80000"/>
              </a:lnSpc>
              <a:spcBef>
                <a:spcPts val="1200"/>
              </a:spcBef>
              <a:spcAft>
                <a:spcPts val="1200"/>
              </a:spcAft>
              <a:buFont typeface="Arial" panose="020B0604020202020204" pitchFamily="34" charset="0"/>
              <a:buNone/>
              <a:defRPr sz="4800">
                <a:solidFill>
                  <a:schemeClr val="tx1"/>
                </a:solidFill>
                <a:latin typeface="+mj-lt"/>
              </a:defRPr>
            </a:lvl3pPr>
            <a:lvl4pPr marL="0" indent="0" algn="r">
              <a:lnSpc>
                <a:spcPct val="80000"/>
              </a:lnSpc>
              <a:spcBef>
                <a:spcPts val="1200"/>
              </a:spcBef>
              <a:spcAft>
                <a:spcPts val="1200"/>
              </a:spcAft>
              <a:buNone/>
              <a:defRPr sz="4000">
                <a:solidFill>
                  <a:schemeClr val="tx1"/>
                </a:solidFill>
                <a:latin typeface="+mj-lt"/>
              </a:defRPr>
            </a:lvl4pPr>
            <a:lvl5pPr marL="0" indent="0" algn="r">
              <a:lnSpc>
                <a:spcPct val="80000"/>
              </a:lnSpc>
              <a:spcBef>
                <a:spcPts val="1200"/>
              </a:spcBef>
              <a:spcAft>
                <a:spcPts val="1200"/>
              </a:spcAft>
              <a:buNone/>
              <a:defRPr sz="2200">
                <a:solidFill>
                  <a:schemeClr val="tx1"/>
                </a:solidFill>
                <a:latin typeface="+mj-lt"/>
              </a:defRPr>
            </a:lvl5pPr>
            <a:lvl6pPr marL="0" indent="0" algn="r">
              <a:lnSpc>
                <a:spcPct val="80000"/>
              </a:lnSpc>
              <a:spcBef>
                <a:spcPts val="0"/>
              </a:spcBef>
              <a:spcAft>
                <a:spcPts val="600"/>
              </a:spcAft>
              <a:buFont typeface="Arial" panose="020B0604020202020204" pitchFamily="34" charset="0"/>
              <a:buNone/>
              <a:defRPr sz="1600">
                <a:solidFill>
                  <a:schemeClr val="tx1"/>
                </a:solidFill>
                <a:latin typeface="Calibre Semibold" panose="020B0703030202060203" pitchFamily="34" charset="0"/>
              </a:defRPr>
            </a:lvl6pPr>
            <a:lvl7pPr marL="0" indent="0" algn="r">
              <a:lnSpc>
                <a:spcPct val="75000"/>
              </a:lnSpc>
              <a:spcBef>
                <a:spcPts val="0"/>
              </a:spcBef>
              <a:spcAft>
                <a:spcPts val="600"/>
              </a:spcAft>
              <a:buFont typeface="Arial" panose="020B0604020202020204" pitchFamily="34" charset="0"/>
              <a:buNone/>
              <a:defRPr sz="1600">
                <a:solidFill>
                  <a:schemeClr val="tx1"/>
                </a:solidFill>
                <a:latin typeface="Calibre Light" panose="020B0303030202060203" pitchFamily="34" charset="0"/>
              </a:defRPr>
            </a:lvl7pPr>
            <a:lvl8pPr marL="0" indent="0" algn="r">
              <a:lnSpc>
                <a:spcPct val="75000"/>
              </a:lnSpc>
              <a:spcBef>
                <a:spcPts val="0"/>
              </a:spcBef>
              <a:spcAft>
                <a:spcPts val="600"/>
              </a:spcAft>
              <a:buFont typeface="Arial" panose="020B0604020202020204" pitchFamily="34" charset="0"/>
              <a:buNone/>
              <a:defRPr sz="1050">
                <a:solidFill>
                  <a:schemeClr val="tx1"/>
                </a:solidFill>
                <a:latin typeface="Calibre Semibold" panose="020B0703030202060203" pitchFamily="34" charset="0"/>
              </a:defRPr>
            </a:lvl8pPr>
            <a:lvl9pPr marL="0" indent="0" algn="r">
              <a:lnSpc>
                <a:spcPct val="75000"/>
              </a:lnSpc>
              <a:spcBef>
                <a:spcPts val="0"/>
              </a:spcBef>
              <a:spcAft>
                <a:spcPts val="600"/>
              </a:spcAft>
              <a:buNone/>
              <a:defRPr sz="1050">
                <a:solidFill>
                  <a:schemeClr val="tx1"/>
                </a:solidFill>
                <a:latin typeface="+mn-lt"/>
              </a:defRPr>
            </a:lvl9pPr>
          </a:lstStyle>
          <a:p>
            <a:pPr lvl="0"/>
            <a:r>
              <a:rPr lang="en-GB" dirty="0"/>
              <a:t>Statement title  – max three lines – use text levels  for other sizes</a:t>
            </a:r>
          </a:p>
          <a:p>
            <a:pPr lvl="1"/>
            <a:r>
              <a:rPr lang="en-GB" dirty="0"/>
              <a:t>54pt</a:t>
            </a:r>
          </a:p>
          <a:p>
            <a:pPr lvl="2"/>
            <a:r>
              <a:rPr lang="en-GB" dirty="0"/>
              <a:t>48pt</a:t>
            </a:r>
          </a:p>
          <a:p>
            <a:pPr lvl="3"/>
            <a:r>
              <a:rPr lang="en-GB" dirty="0"/>
              <a:t>40pt</a:t>
            </a:r>
          </a:p>
          <a:p>
            <a:pPr lvl="4"/>
            <a:r>
              <a:rPr lang="en-GB" dirty="0"/>
              <a:t>22pt</a:t>
            </a:r>
          </a:p>
          <a:p>
            <a:pPr lvl="5"/>
            <a:r>
              <a:rPr lang="en-GB" dirty="0"/>
              <a:t>Attribution Name</a:t>
            </a:r>
          </a:p>
          <a:p>
            <a:pPr lvl="6"/>
            <a:r>
              <a:rPr lang="en-GB" dirty="0"/>
              <a:t>Attribution Title</a:t>
            </a:r>
          </a:p>
          <a:p>
            <a:pPr lvl="7"/>
            <a:r>
              <a:rPr lang="en-GB" dirty="0"/>
              <a:t>Caption</a:t>
            </a:r>
          </a:p>
          <a:p>
            <a:pPr lvl="8"/>
            <a:r>
              <a:rPr lang="en-GB" dirty="0"/>
              <a:t>Caption copy</a:t>
            </a:r>
          </a:p>
        </p:txBody>
      </p:sp>
      <p:sp>
        <p:nvSpPr>
          <p:cNvPr id="10" name="Text Attribution Placeholder">
            <a:extLst>
              <a:ext uri="{FF2B5EF4-FFF2-40B4-BE49-F238E27FC236}">
                <a16:creationId xmlns:a16="http://schemas.microsoft.com/office/drawing/2014/main" id="{D014117E-EC3F-B9ED-CF80-49E1BC70942F}"/>
              </a:ext>
            </a:extLst>
          </p:cNvPr>
          <p:cNvSpPr>
            <a:spLocks noGrp="1"/>
          </p:cNvSpPr>
          <p:nvPr>
            <p:ph sz="quarter" idx="12" hasCustomPrompt="1"/>
          </p:nvPr>
        </p:nvSpPr>
        <p:spPr>
          <a:xfrm>
            <a:off x="6656389" y="2852738"/>
            <a:ext cx="4511667" cy="3030537"/>
          </a:xfrm>
          <a:noFill/>
        </p:spPr>
        <p:txBody>
          <a:bodyPr anchor="b" anchorCtr="0"/>
          <a:lstStyle>
            <a:lvl1pPr>
              <a:defRPr>
                <a:latin typeface="+mj-lt"/>
              </a:defRPr>
            </a:lvl1pPr>
          </a:lstStyle>
          <a:p>
            <a:pPr lvl="0"/>
            <a:r>
              <a:rPr lang="en-GB" dirty="0"/>
              <a:t>Use this for supporting quote and any additional copy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cxnSp>
        <p:nvCxnSpPr>
          <p:cNvPr id="2" name="LoS - Fixed">
            <a:extLst>
              <a:ext uri="{FF2B5EF4-FFF2-40B4-BE49-F238E27FC236}">
                <a16:creationId xmlns:a16="http://schemas.microsoft.com/office/drawing/2014/main" id="{F62C1FC1-4282-9E6A-98D6-240E289B7660}"/>
              </a:ext>
              <a:ext uri="{C183D7F6-B498-43B3-948B-1728B52AA6E4}">
                <adec:decorative xmlns:adec="http://schemas.microsoft.com/office/drawing/2017/decorative" val="1"/>
              </a:ext>
            </a:extLst>
          </p:cNvPr>
          <p:cNvCxnSpPr>
            <a:cxnSpLocks/>
          </p:cNvCxnSpPr>
          <p:nvPr userDrawn="1"/>
        </p:nvCxnSpPr>
        <p:spPr>
          <a:xfrm>
            <a:off x="6096000" y="973138"/>
            <a:ext cx="0" cy="4910137"/>
          </a:xfrm>
          <a:prstGeom prst="line">
            <a:avLst/>
          </a:prstGeom>
          <a:ln w="63500">
            <a:solidFill>
              <a:srgbClr val="17E88F"/>
            </a:solidFill>
          </a:ln>
        </p:spPr>
        <p:style>
          <a:lnRef idx="1">
            <a:schemeClr val="accent1"/>
          </a:lnRef>
          <a:fillRef idx="0">
            <a:schemeClr val="accent1"/>
          </a:fillRef>
          <a:effectRef idx="0">
            <a:schemeClr val="accent1"/>
          </a:effectRef>
          <a:fontRef idx="minor">
            <a:schemeClr val="tx1"/>
          </a:fontRef>
        </p:style>
      </p:cxnSp>
      <p:grpSp>
        <p:nvGrpSpPr>
          <p:cNvPr id="7" name="Text Styles Guidance">
            <a:extLst>
              <a:ext uri="{FF2B5EF4-FFF2-40B4-BE49-F238E27FC236}">
                <a16:creationId xmlns:a16="http://schemas.microsoft.com/office/drawing/2014/main" id="{D0306FC6-2606-D147-DF19-2B74BBF90ADF}"/>
              </a:ext>
              <a:ext uri="{C183D7F6-B498-43B3-948B-1728B52AA6E4}">
                <adec:decorative xmlns:adec="http://schemas.microsoft.com/office/drawing/2017/decorative" val="1"/>
              </a:ext>
            </a:extLst>
          </p:cNvPr>
          <p:cNvGrpSpPr>
            <a:grpSpLocks noGrp="1" noUngrp="1" noRot="1" noMove="1" noResize="1"/>
          </p:cNvGrpSpPr>
          <p:nvPr userDrawn="1"/>
        </p:nvGrpSpPr>
        <p:grpSpPr>
          <a:xfrm>
            <a:off x="-2322513" y="452438"/>
            <a:ext cx="1969750" cy="1731874"/>
            <a:chOff x="-2322513" y="1484313"/>
            <a:chExt cx="1969750" cy="1731874"/>
          </a:xfrm>
        </p:grpSpPr>
        <p:grpSp>
          <p:nvGrpSpPr>
            <p:cNvPr id="9" name="Group 8">
              <a:extLst>
                <a:ext uri="{FF2B5EF4-FFF2-40B4-BE49-F238E27FC236}">
                  <a16:creationId xmlns:a16="http://schemas.microsoft.com/office/drawing/2014/main" id="{C4B1E426-FBD8-E4B1-7FED-5BA697CB1888}"/>
                </a:ext>
              </a:extLst>
            </p:cNvPr>
            <p:cNvGrpSpPr>
              <a:grpSpLocks noGrp="1" noUngrp="1" noRot="1" noMove="1" noResize="1"/>
            </p:cNvGrpSpPr>
            <p:nvPr userDrawn="1"/>
          </p:nvGrpSpPr>
          <p:grpSpPr>
            <a:xfrm>
              <a:off x="-2317919" y="1484313"/>
              <a:ext cx="1960563" cy="1231106"/>
              <a:chOff x="-2322513" y="195104"/>
              <a:chExt cx="1960563" cy="1231106"/>
            </a:xfrm>
          </p:grpSpPr>
          <p:sp>
            <p:nvSpPr>
              <p:cNvPr id="14" name="Guidance">
                <a:extLst>
                  <a:ext uri="{FF2B5EF4-FFF2-40B4-BE49-F238E27FC236}">
                    <a16:creationId xmlns:a16="http://schemas.microsoft.com/office/drawing/2014/main" id="{07CB779D-B4D7-BE5A-820A-81E8CC2F73B0}"/>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984885"/>
              </a:xfrm>
              <a:prstGeom prst="rect">
                <a:avLst/>
              </a:prstGeom>
              <a:solidFill>
                <a:srgbClr val="C0D4CB"/>
              </a:solidFill>
            </p:spPr>
            <p:txBody>
              <a:bodyPr wrap="square" lIns="72000" rIns="72000" rtlCol="0">
                <a:noAutofit/>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Each text frame has nine pre-formatted styles defined for you to use.</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To access the styles, use the Increase/Decrease List Level commands found in Home &gt; Paragraph tools:</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800" b="0" i="0" u="none" strike="noStrike" kern="1200" cap="none" spc="0" normalizeH="0" baseline="0" noProof="0" dirty="0">
                  <a:ln>
                    <a:noFill/>
                  </a:ln>
                  <a:solidFill>
                    <a:srgbClr val="012A2D"/>
                  </a:solidFill>
                  <a:effectLst/>
                  <a:uLnTx/>
                  <a:uFillTx/>
                  <a:latin typeface="Calibre"/>
                </a:endParaRPr>
              </a:p>
            </p:txBody>
          </p:sp>
          <p:sp>
            <p:nvSpPr>
              <p:cNvPr id="15" name="Guidance">
                <a:extLst>
                  <a:ext uri="{FF2B5EF4-FFF2-40B4-BE49-F238E27FC236}">
                    <a16:creationId xmlns:a16="http://schemas.microsoft.com/office/drawing/2014/main" id="{BF20A093-7079-3795-5D88-B16B79F66DA5}"/>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Text styles</a:t>
                </a:r>
              </a:p>
            </p:txBody>
          </p:sp>
        </p:grpSp>
        <p:grpSp>
          <p:nvGrpSpPr>
            <p:cNvPr id="11" name="Group 10">
              <a:extLst>
                <a:ext uri="{FF2B5EF4-FFF2-40B4-BE49-F238E27FC236}">
                  <a16:creationId xmlns:a16="http://schemas.microsoft.com/office/drawing/2014/main" id="{7441A3A1-1EF2-515D-4DB3-F9510B5EABE0}"/>
                </a:ext>
              </a:extLst>
            </p:cNvPr>
            <p:cNvGrpSpPr>
              <a:grpSpLocks noGrp="1" noUngrp="1" noRot="1" noMove="1" noResize="1"/>
            </p:cNvGrpSpPr>
            <p:nvPr userDrawn="1"/>
          </p:nvGrpSpPr>
          <p:grpSpPr>
            <a:xfrm>
              <a:off x="-2322513" y="2655826"/>
              <a:ext cx="1969750" cy="560361"/>
              <a:chOff x="3911096" y="2800206"/>
              <a:chExt cx="4420607" cy="1257587"/>
            </a:xfrm>
          </p:grpSpPr>
          <p:pic>
            <p:nvPicPr>
              <p:cNvPr id="12" name="Picture 11">
                <a:extLst>
                  <a:ext uri="{FF2B5EF4-FFF2-40B4-BE49-F238E27FC236}">
                    <a16:creationId xmlns:a16="http://schemas.microsoft.com/office/drawing/2014/main" id="{E8B6A6BA-AB7C-9BDD-B8C6-9F10E1BEA64A}"/>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3911096" y="2800206"/>
                <a:ext cx="4420607" cy="1257587"/>
              </a:xfrm>
              <a:prstGeom prst="rect">
                <a:avLst/>
              </a:prstGeom>
            </p:spPr>
          </p:pic>
          <p:sp>
            <p:nvSpPr>
              <p:cNvPr id="13" name="Rectangle 12">
                <a:extLst>
                  <a:ext uri="{FF2B5EF4-FFF2-40B4-BE49-F238E27FC236}">
                    <a16:creationId xmlns:a16="http://schemas.microsoft.com/office/drawing/2014/main" id="{5881A025-674F-EAE2-12BE-9DBD6B5128A6}"/>
                  </a:ext>
                </a:extLst>
              </p:cNvPr>
              <p:cNvSpPr>
                <a:spLocks noGrp="1" noRot="1" noMove="1" noResize="1" noEditPoints="1" noAdjustHandles="1" noChangeArrowheads="1" noChangeShapeType="1"/>
              </p:cNvSpPr>
              <p:nvPr/>
            </p:nvSpPr>
            <p:spPr>
              <a:xfrm>
                <a:off x="5074444" y="2959894"/>
                <a:ext cx="669131" cy="285750"/>
              </a:xfrm>
              <a:prstGeom prst="rect">
                <a:avLst/>
              </a:prstGeom>
              <a:noFill/>
              <a:ln w="6350" cap="flat" cmpd="sng" algn="ctr">
                <a:solidFill>
                  <a:srgbClr val="FF0000"/>
                </a:solidFill>
                <a:prstDash val="solid"/>
                <a:miter lim="800000"/>
              </a:ln>
              <a:effectLst/>
            </p:spPr>
            <p:txBody>
              <a:bodyPr rtlCol="0" anchor="ctr">
                <a:noAutofit/>
              </a:bodyPr>
              <a:lstStyle/>
              <a:p>
                <a:pPr marL="0" marR="0" lvl="0" indent="0" algn="ctr"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1200" b="0" i="0" u="none" strike="noStrike" kern="1200" cap="none" spc="0" normalizeH="0" baseline="0" noProof="0" dirty="0">
                  <a:ln>
                    <a:noFill/>
                  </a:ln>
                  <a:solidFill>
                    <a:srgbClr val="FFFFFF"/>
                  </a:solidFill>
                  <a:effectLst/>
                  <a:uLnTx/>
                  <a:uFillTx/>
                  <a:latin typeface="Calibre"/>
                  <a:ea typeface="+mn-ea"/>
                  <a:cs typeface="+mn-cs"/>
                </a:endParaRPr>
              </a:p>
            </p:txBody>
          </p:sp>
        </p:grpSp>
      </p:grpSp>
    </p:spTree>
    <p:extLst>
      <p:ext uri="{BB962C8B-B14F-4D97-AF65-F5344CB8AC3E}">
        <p14:creationId xmlns:p14="http://schemas.microsoft.com/office/powerpoint/2010/main" val="2167296232"/>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Key Numbers">
    <p:bg>
      <p:bgPr>
        <a:solidFill>
          <a:srgbClr val="003F2D"/>
        </a:solidFill>
        <a:effectLst/>
      </p:bgPr>
    </p:bg>
    <p:spTree>
      <p:nvGrpSpPr>
        <p:cNvPr id="1" name=""/>
        <p:cNvGrpSpPr/>
        <p:nvPr/>
      </p:nvGrpSpPr>
      <p:grpSpPr>
        <a:xfrm>
          <a:off x="0" y="0"/>
          <a:ext cx="0" cy="0"/>
          <a:chOff x="0" y="0"/>
          <a:chExt cx="0" cy="0"/>
        </a:xfrm>
      </p:grpSpPr>
      <p:sp>
        <p:nvSpPr>
          <p:cNvPr id="8" name="Main Title Placeholder">
            <a:extLst>
              <a:ext uri="{FF2B5EF4-FFF2-40B4-BE49-F238E27FC236}">
                <a16:creationId xmlns:a16="http://schemas.microsoft.com/office/drawing/2014/main" id="{0AB1EEEC-0D13-0BD5-86C1-FEA968AFEE5B}"/>
              </a:ext>
            </a:extLst>
          </p:cNvPr>
          <p:cNvSpPr>
            <a:spLocks noGrp="1"/>
          </p:cNvSpPr>
          <p:nvPr>
            <p:ph type="body" sz="quarter" idx="11" hasCustomPrompt="1"/>
          </p:nvPr>
        </p:nvSpPr>
        <p:spPr>
          <a:xfrm>
            <a:off x="508000" y="973138"/>
            <a:ext cx="5024438" cy="4283075"/>
          </a:xfrm>
          <a:noFill/>
        </p:spPr>
        <p:txBody>
          <a:bodyPr anchor="t" anchorCtr="0"/>
          <a:lstStyle>
            <a:lvl1pPr marL="0" indent="0" algn="r">
              <a:lnSpc>
                <a:spcPct val="80000"/>
              </a:lnSpc>
              <a:spcBef>
                <a:spcPts val="1200"/>
              </a:spcBef>
              <a:spcAft>
                <a:spcPts val="1200"/>
              </a:spcAft>
              <a:buFont typeface="Arial" panose="020B0604020202020204" pitchFamily="34" charset="0"/>
              <a:buNone/>
              <a:defRPr sz="4400">
                <a:solidFill>
                  <a:schemeClr val="tx1"/>
                </a:solidFill>
                <a:latin typeface="+mj-lt"/>
              </a:defRPr>
            </a:lvl1pPr>
            <a:lvl2pPr marL="0" indent="0" algn="r">
              <a:lnSpc>
                <a:spcPct val="80000"/>
              </a:lnSpc>
              <a:spcBef>
                <a:spcPts val="1200"/>
              </a:spcBef>
              <a:spcAft>
                <a:spcPts val="1200"/>
              </a:spcAft>
              <a:buFont typeface="Arial" panose="020B0604020202020204" pitchFamily="34" charset="0"/>
              <a:buNone/>
              <a:defRPr sz="4800">
                <a:solidFill>
                  <a:schemeClr val="tx1"/>
                </a:solidFill>
                <a:latin typeface="+mj-lt"/>
              </a:defRPr>
            </a:lvl2pPr>
            <a:lvl3pPr marL="0" indent="0" algn="r">
              <a:lnSpc>
                <a:spcPct val="80000"/>
              </a:lnSpc>
              <a:spcBef>
                <a:spcPts val="1200"/>
              </a:spcBef>
              <a:spcAft>
                <a:spcPts val="1200"/>
              </a:spcAft>
              <a:buFont typeface="Arial" panose="020B0604020202020204" pitchFamily="34" charset="0"/>
              <a:buNone/>
              <a:defRPr sz="5400">
                <a:solidFill>
                  <a:schemeClr val="tx1"/>
                </a:solidFill>
                <a:latin typeface="+mj-lt"/>
              </a:defRPr>
            </a:lvl3pPr>
            <a:lvl4pPr marL="0" indent="0" algn="r">
              <a:lnSpc>
                <a:spcPct val="80000"/>
              </a:lnSpc>
              <a:spcBef>
                <a:spcPts val="1200"/>
              </a:spcBef>
              <a:spcAft>
                <a:spcPts val="1200"/>
              </a:spcAft>
              <a:buNone/>
              <a:defRPr sz="6000">
                <a:solidFill>
                  <a:schemeClr val="tx1"/>
                </a:solidFill>
                <a:latin typeface="+mj-lt"/>
              </a:defRPr>
            </a:lvl4pPr>
            <a:lvl5pPr marL="0" indent="0" algn="r">
              <a:lnSpc>
                <a:spcPct val="80000"/>
              </a:lnSpc>
              <a:spcBef>
                <a:spcPts val="1200"/>
              </a:spcBef>
              <a:spcAft>
                <a:spcPts val="1200"/>
              </a:spcAft>
              <a:buNone/>
              <a:defRPr sz="2200">
                <a:solidFill>
                  <a:schemeClr val="tx1"/>
                </a:solidFill>
                <a:latin typeface="+mj-lt"/>
              </a:defRPr>
            </a:lvl5pPr>
            <a:lvl6pPr marL="0" indent="0" algn="r">
              <a:lnSpc>
                <a:spcPct val="80000"/>
              </a:lnSpc>
              <a:spcBef>
                <a:spcPts val="0"/>
              </a:spcBef>
              <a:spcAft>
                <a:spcPts val="600"/>
              </a:spcAft>
              <a:buFont typeface="Arial" panose="020B0604020202020204" pitchFamily="34" charset="0"/>
              <a:buNone/>
              <a:defRPr sz="1600">
                <a:solidFill>
                  <a:schemeClr val="tx1"/>
                </a:solidFill>
                <a:latin typeface="Calibre Semibold" panose="020B0703030202060203" pitchFamily="34" charset="0"/>
              </a:defRPr>
            </a:lvl6pPr>
            <a:lvl7pPr marL="0" indent="0" algn="r">
              <a:lnSpc>
                <a:spcPct val="75000"/>
              </a:lnSpc>
              <a:spcBef>
                <a:spcPts val="0"/>
              </a:spcBef>
              <a:spcAft>
                <a:spcPts val="600"/>
              </a:spcAft>
              <a:buFont typeface="Arial" panose="020B0604020202020204" pitchFamily="34" charset="0"/>
              <a:buNone/>
              <a:defRPr sz="1600">
                <a:solidFill>
                  <a:schemeClr val="tx1"/>
                </a:solidFill>
                <a:latin typeface="Calibre Light" panose="020B0303030202060203" pitchFamily="34" charset="0"/>
              </a:defRPr>
            </a:lvl7pPr>
            <a:lvl8pPr marL="0" indent="0" algn="r">
              <a:lnSpc>
                <a:spcPct val="75000"/>
              </a:lnSpc>
              <a:spcBef>
                <a:spcPts val="0"/>
              </a:spcBef>
              <a:spcAft>
                <a:spcPts val="600"/>
              </a:spcAft>
              <a:buFont typeface="Arial" panose="020B0604020202020204" pitchFamily="34" charset="0"/>
              <a:buNone/>
              <a:defRPr sz="1050">
                <a:solidFill>
                  <a:schemeClr val="tx1"/>
                </a:solidFill>
                <a:latin typeface="Calibre Semibold" panose="020B0703030202060203" pitchFamily="34" charset="0"/>
              </a:defRPr>
            </a:lvl8pPr>
            <a:lvl9pPr marL="0" indent="0" algn="r">
              <a:lnSpc>
                <a:spcPct val="75000"/>
              </a:lnSpc>
              <a:spcBef>
                <a:spcPts val="0"/>
              </a:spcBef>
              <a:spcAft>
                <a:spcPts val="600"/>
              </a:spcAft>
              <a:buNone/>
              <a:defRPr sz="1050">
                <a:solidFill>
                  <a:schemeClr val="tx1"/>
                </a:solidFill>
                <a:latin typeface="+mn-lt"/>
              </a:defRPr>
            </a:lvl9pPr>
          </a:lstStyle>
          <a:p>
            <a:pPr lvl="0"/>
            <a:r>
              <a:rPr lang="en-GB" dirty="0"/>
              <a:t>Subject title  – max three lines – use text levels  for other sizes</a:t>
            </a:r>
          </a:p>
          <a:p>
            <a:pPr lvl="1"/>
            <a:r>
              <a:rPr lang="en-GB" dirty="0"/>
              <a:t>48pt</a:t>
            </a:r>
          </a:p>
          <a:p>
            <a:pPr lvl="2"/>
            <a:r>
              <a:rPr lang="en-GB" dirty="0"/>
              <a:t>54pt</a:t>
            </a:r>
          </a:p>
          <a:p>
            <a:pPr lvl="3"/>
            <a:r>
              <a:rPr lang="en-GB" dirty="0"/>
              <a:t>60pt</a:t>
            </a:r>
          </a:p>
          <a:p>
            <a:pPr lvl="4"/>
            <a:r>
              <a:rPr lang="en-GB" dirty="0"/>
              <a:t>22pt</a:t>
            </a:r>
          </a:p>
          <a:p>
            <a:pPr lvl="5"/>
            <a:r>
              <a:rPr lang="en-GB" dirty="0"/>
              <a:t>Attribution Name</a:t>
            </a:r>
          </a:p>
          <a:p>
            <a:pPr lvl="6"/>
            <a:r>
              <a:rPr lang="en-GB" dirty="0"/>
              <a:t>Attribution Title</a:t>
            </a:r>
          </a:p>
          <a:p>
            <a:pPr lvl="7"/>
            <a:r>
              <a:rPr lang="en-GB" dirty="0"/>
              <a:t>Caption</a:t>
            </a:r>
          </a:p>
          <a:p>
            <a:pPr lvl="8"/>
            <a:r>
              <a:rPr lang="en-GB" dirty="0"/>
              <a:t>Caption copy</a:t>
            </a:r>
          </a:p>
        </p:txBody>
      </p:sp>
      <p:sp>
        <p:nvSpPr>
          <p:cNvPr id="23" name="Key Number Placeholder 1">
            <a:extLst>
              <a:ext uri="{FF2B5EF4-FFF2-40B4-BE49-F238E27FC236}">
                <a16:creationId xmlns:a16="http://schemas.microsoft.com/office/drawing/2014/main" id="{DF74BFD9-32D9-A531-A9A7-20A17BA032F0}"/>
              </a:ext>
            </a:extLst>
          </p:cNvPr>
          <p:cNvSpPr>
            <a:spLocks noGrp="1"/>
          </p:cNvSpPr>
          <p:nvPr>
            <p:ph type="body" sz="quarter" idx="12" hasCustomPrompt="1"/>
          </p:nvPr>
        </p:nvSpPr>
        <p:spPr>
          <a:xfrm>
            <a:off x="6653212" y="974216"/>
            <a:ext cx="928687" cy="749808"/>
          </a:xfrm>
        </p:spPr>
        <p:txBody>
          <a:bodyPr anchor="ctr" anchorCtr="0"/>
          <a:lstStyle>
            <a:lvl1pPr marL="0" indent="0" algn="l">
              <a:lnSpc>
                <a:spcPct val="80000"/>
              </a:lnSpc>
              <a:spcBef>
                <a:spcPts val="0"/>
              </a:spcBef>
              <a:spcAft>
                <a:spcPts val="0"/>
              </a:spcAft>
              <a:buFont typeface="Arial" panose="020B0604020202020204" pitchFamily="34" charset="0"/>
              <a:buNone/>
              <a:defRPr sz="7200">
                <a:solidFill>
                  <a:schemeClr val="tx1">
                    <a:alpha val="80000"/>
                  </a:schemeClr>
                </a:solidFill>
                <a:latin typeface="Calibre Light" panose="020B0303030202060203" pitchFamily="34" charset="0"/>
              </a:defRPr>
            </a:lvl1pPr>
            <a:lvl2pPr marL="0" indent="0" algn="r">
              <a:lnSpc>
                <a:spcPct val="80000"/>
              </a:lnSpc>
              <a:spcBef>
                <a:spcPts val="0"/>
              </a:spcBef>
              <a:spcAft>
                <a:spcPts val="0"/>
              </a:spcAft>
              <a:buFont typeface="Arial" panose="020B0604020202020204" pitchFamily="34" charset="0"/>
              <a:buNone/>
              <a:defRPr sz="7200">
                <a:solidFill>
                  <a:schemeClr val="tx1">
                    <a:alpha val="80000"/>
                  </a:schemeClr>
                </a:solidFill>
                <a:latin typeface="Calibre Light" panose="020B0303030202060203" pitchFamily="34" charset="0"/>
              </a:defRPr>
            </a:lvl2pPr>
            <a:lvl3pPr marL="0" indent="0" algn="r">
              <a:lnSpc>
                <a:spcPct val="80000"/>
              </a:lnSpc>
              <a:spcBef>
                <a:spcPts val="0"/>
              </a:spcBef>
              <a:spcAft>
                <a:spcPts val="0"/>
              </a:spcAft>
              <a:buFont typeface="Arial" panose="020B0604020202020204" pitchFamily="34" charset="0"/>
              <a:buNone/>
              <a:defRPr sz="7200">
                <a:solidFill>
                  <a:schemeClr val="tx1">
                    <a:alpha val="80000"/>
                  </a:schemeClr>
                </a:solidFill>
                <a:latin typeface="Calibre Light" panose="020B0303030202060203" pitchFamily="34" charset="0"/>
              </a:defRPr>
            </a:lvl3pPr>
            <a:lvl4pPr marL="0" indent="0" algn="r">
              <a:lnSpc>
                <a:spcPct val="80000"/>
              </a:lnSpc>
              <a:spcBef>
                <a:spcPts val="0"/>
              </a:spcBef>
              <a:spcAft>
                <a:spcPts val="0"/>
              </a:spcAft>
              <a:buNone/>
              <a:defRPr sz="7200">
                <a:solidFill>
                  <a:schemeClr val="tx1">
                    <a:alpha val="80000"/>
                  </a:schemeClr>
                </a:solidFill>
                <a:latin typeface="Calibre Light" panose="020B0303030202060203" pitchFamily="34" charset="0"/>
              </a:defRPr>
            </a:lvl4pPr>
            <a:lvl5pPr marL="0" indent="0" algn="r">
              <a:lnSpc>
                <a:spcPct val="80000"/>
              </a:lnSpc>
              <a:spcBef>
                <a:spcPts val="0"/>
              </a:spcBef>
              <a:spcAft>
                <a:spcPts val="0"/>
              </a:spcAft>
              <a:buNone/>
              <a:defRPr sz="7200">
                <a:solidFill>
                  <a:schemeClr val="tx1">
                    <a:alpha val="80000"/>
                  </a:schemeClr>
                </a:solidFill>
                <a:latin typeface="Calibre Light" panose="020B0303030202060203" pitchFamily="34" charset="0"/>
              </a:defRPr>
            </a:lvl5pPr>
            <a:lvl6pPr marL="0" indent="0" algn="r">
              <a:lnSpc>
                <a:spcPct val="80000"/>
              </a:lnSpc>
              <a:spcBef>
                <a:spcPts val="0"/>
              </a:spcBef>
              <a:spcAft>
                <a:spcPts val="0"/>
              </a:spcAft>
              <a:buFont typeface="Arial" panose="020B0604020202020204" pitchFamily="34" charset="0"/>
              <a:buNone/>
              <a:defRPr sz="7200">
                <a:solidFill>
                  <a:schemeClr val="tx1">
                    <a:alpha val="80000"/>
                  </a:schemeClr>
                </a:solidFill>
                <a:latin typeface="Calibre Light" panose="020B0303030202060203" pitchFamily="34" charset="0"/>
              </a:defRPr>
            </a:lvl6pPr>
            <a:lvl7pPr marL="0" indent="0" algn="r">
              <a:lnSpc>
                <a:spcPct val="80000"/>
              </a:lnSpc>
              <a:spcBef>
                <a:spcPts val="0"/>
              </a:spcBef>
              <a:spcAft>
                <a:spcPts val="0"/>
              </a:spcAft>
              <a:buFont typeface="Arial" panose="020B0604020202020204" pitchFamily="34" charset="0"/>
              <a:buNone/>
              <a:defRPr sz="7200">
                <a:solidFill>
                  <a:schemeClr val="tx1">
                    <a:alpha val="80000"/>
                  </a:schemeClr>
                </a:solidFill>
                <a:latin typeface="Calibre Light" panose="020B0303030202060203" pitchFamily="34" charset="0"/>
              </a:defRPr>
            </a:lvl7pPr>
            <a:lvl8pPr marL="0" indent="0" algn="r">
              <a:lnSpc>
                <a:spcPct val="80000"/>
              </a:lnSpc>
              <a:spcBef>
                <a:spcPts val="0"/>
              </a:spcBef>
              <a:spcAft>
                <a:spcPts val="0"/>
              </a:spcAft>
              <a:buFont typeface="Arial" panose="020B0604020202020204" pitchFamily="34" charset="0"/>
              <a:buNone/>
              <a:defRPr sz="7200">
                <a:solidFill>
                  <a:schemeClr val="tx1">
                    <a:alpha val="80000"/>
                  </a:schemeClr>
                </a:solidFill>
                <a:latin typeface="Calibre Light" panose="020B0303030202060203" pitchFamily="34" charset="0"/>
              </a:defRPr>
            </a:lvl8pPr>
            <a:lvl9pPr marL="0" indent="0" algn="r">
              <a:lnSpc>
                <a:spcPct val="80000"/>
              </a:lnSpc>
              <a:spcBef>
                <a:spcPts val="0"/>
              </a:spcBef>
              <a:spcAft>
                <a:spcPts val="0"/>
              </a:spcAft>
              <a:buNone/>
              <a:defRPr sz="7200">
                <a:solidFill>
                  <a:schemeClr val="tx1">
                    <a:alpha val="80000"/>
                  </a:schemeClr>
                </a:solidFill>
                <a:latin typeface="Calibre Light" panose="020B0303030202060203" pitchFamily="34" charset="0"/>
              </a:defRPr>
            </a:lvl9pPr>
          </a:lstStyle>
          <a:p>
            <a:pPr lvl="0"/>
            <a:r>
              <a:rPr lang="en-GB" dirty="0"/>
              <a:t>1</a:t>
            </a:r>
          </a:p>
        </p:txBody>
      </p:sp>
      <p:sp>
        <p:nvSpPr>
          <p:cNvPr id="25" name="Content Placeholder 1">
            <a:extLst>
              <a:ext uri="{FF2B5EF4-FFF2-40B4-BE49-F238E27FC236}">
                <a16:creationId xmlns:a16="http://schemas.microsoft.com/office/drawing/2014/main" id="{4B7A806D-DDC4-0146-8968-5B7965641694}"/>
              </a:ext>
            </a:extLst>
          </p:cNvPr>
          <p:cNvSpPr>
            <a:spLocks noGrp="1"/>
          </p:cNvSpPr>
          <p:nvPr>
            <p:ph sz="quarter" idx="13" hasCustomPrompt="1"/>
          </p:nvPr>
        </p:nvSpPr>
        <p:spPr>
          <a:xfrm>
            <a:off x="7681913" y="974216"/>
            <a:ext cx="4002087" cy="749808"/>
          </a:xfrm>
        </p:spPr>
        <p:txBody>
          <a:bodyPr/>
          <a:lstStyle>
            <a:lvl1pPr>
              <a:spcBef>
                <a:spcPts val="600"/>
              </a:spcBef>
              <a:spcAft>
                <a:spcPts val="0"/>
              </a:spcAft>
              <a:defRPr/>
            </a:lvl1pPr>
          </a:lstStyle>
          <a:p>
            <a:pPr lvl="0"/>
            <a:r>
              <a:rPr lang="en-GB" dirty="0"/>
              <a:t>Supporting copy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7" name="Key Number Placeholder 2">
            <a:extLst>
              <a:ext uri="{FF2B5EF4-FFF2-40B4-BE49-F238E27FC236}">
                <a16:creationId xmlns:a16="http://schemas.microsoft.com/office/drawing/2014/main" id="{9FF3BBC3-8620-DEC1-116A-B1BC9CC1F8CD}"/>
              </a:ext>
            </a:extLst>
          </p:cNvPr>
          <p:cNvSpPr>
            <a:spLocks noGrp="1"/>
          </p:cNvSpPr>
          <p:nvPr>
            <p:ph type="body" sz="quarter" idx="14" hasCustomPrompt="1"/>
          </p:nvPr>
        </p:nvSpPr>
        <p:spPr>
          <a:xfrm>
            <a:off x="6653212" y="2014029"/>
            <a:ext cx="928687" cy="749808"/>
          </a:xfrm>
        </p:spPr>
        <p:txBody>
          <a:bodyPr anchor="ctr" anchorCtr="0"/>
          <a:lstStyle>
            <a:lvl1pPr marL="0" indent="0" algn="l">
              <a:lnSpc>
                <a:spcPct val="80000"/>
              </a:lnSpc>
              <a:spcBef>
                <a:spcPts val="0"/>
              </a:spcBef>
              <a:spcAft>
                <a:spcPts val="0"/>
              </a:spcAft>
              <a:buFont typeface="Arial" panose="020B0604020202020204" pitchFamily="34" charset="0"/>
              <a:buNone/>
              <a:defRPr sz="7200">
                <a:solidFill>
                  <a:schemeClr val="tx1">
                    <a:alpha val="80000"/>
                  </a:schemeClr>
                </a:solidFill>
                <a:latin typeface="Calibre Light" panose="020B0303030202060203" pitchFamily="34" charset="0"/>
              </a:defRPr>
            </a:lvl1pPr>
            <a:lvl2pPr marL="0" indent="0" algn="r">
              <a:lnSpc>
                <a:spcPct val="80000"/>
              </a:lnSpc>
              <a:spcBef>
                <a:spcPts val="0"/>
              </a:spcBef>
              <a:spcAft>
                <a:spcPts val="0"/>
              </a:spcAft>
              <a:buFont typeface="Arial" panose="020B0604020202020204" pitchFamily="34" charset="0"/>
              <a:buNone/>
              <a:defRPr sz="7200">
                <a:solidFill>
                  <a:schemeClr val="tx1">
                    <a:alpha val="80000"/>
                  </a:schemeClr>
                </a:solidFill>
                <a:latin typeface="Calibre Light" panose="020B0303030202060203" pitchFamily="34" charset="0"/>
              </a:defRPr>
            </a:lvl2pPr>
            <a:lvl3pPr marL="0" indent="0" algn="r">
              <a:lnSpc>
                <a:spcPct val="80000"/>
              </a:lnSpc>
              <a:spcBef>
                <a:spcPts val="0"/>
              </a:spcBef>
              <a:spcAft>
                <a:spcPts val="0"/>
              </a:spcAft>
              <a:buFont typeface="Arial" panose="020B0604020202020204" pitchFamily="34" charset="0"/>
              <a:buNone/>
              <a:defRPr sz="7200">
                <a:solidFill>
                  <a:schemeClr val="tx1">
                    <a:alpha val="80000"/>
                  </a:schemeClr>
                </a:solidFill>
                <a:latin typeface="Calibre Light" panose="020B0303030202060203" pitchFamily="34" charset="0"/>
              </a:defRPr>
            </a:lvl3pPr>
            <a:lvl4pPr marL="0" indent="0" algn="r">
              <a:lnSpc>
                <a:spcPct val="80000"/>
              </a:lnSpc>
              <a:spcBef>
                <a:spcPts val="0"/>
              </a:spcBef>
              <a:spcAft>
                <a:spcPts val="0"/>
              </a:spcAft>
              <a:buNone/>
              <a:defRPr sz="7200">
                <a:solidFill>
                  <a:schemeClr val="tx1">
                    <a:alpha val="80000"/>
                  </a:schemeClr>
                </a:solidFill>
                <a:latin typeface="Calibre Light" panose="020B0303030202060203" pitchFamily="34" charset="0"/>
              </a:defRPr>
            </a:lvl4pPr>
            <a:lvl5pPr marL="0" indent="0" algn="r">
              <a:lnSpc>
                <a:spcPct val="80000"/>
              </a:lnSpc>
              <a:spcBef>
                <a:spcPts val="0"/>
              </a:spcBef>
              <a:spcAft>
                <a:spcPts val="0"/>
              </a:spcAft>
              <a:buNone/>
              <a:defRPr sz="7200">
                <a:solidFill>
                  <a:schemeClr val="tx1">
                    <a:alpha val="80000"/>
                  </a:schemeClr>
                </a:solidFill>
                <a:latin typeface="Calibre Light" panose="020B0303030202060203" pitchFamily="34" charset="0"/>
              </a:defRPr>
            </a:lvl5pPr>
            <a:lvl6pPr marL="0" indent="0" algn="r">
              <a:lnSpc>
                <a:spcPct val="80000"/>
              </a:lnSpc>
              <a:spcBef>
                <a:spcPts val="0"/>
              </a:spcBef>
              <a:spcAft>
                <a:spcPts val="0"/>
              </a:spcAft>
              <a:buFont typeface="Arial" panose="020B0604020202020204" pitchFamily="34" charset="0"/>
              <a:buNone/>
              <a:defRPr sz="7200">
                <a:solidFill>
                  <a:schemeClr val="tx1">
                    <a:alpha val="80000"/>
                  </a:schemeClr>
                </a:solidFill>
                <a:latin typeface="Calibre Light" panose="020B0303030202060203" pitchFamily="34" charset="0"/>
              </a:defRPr>
            </a:lvl6pPr>
            <a:lvl7pPr marL="0" indent="0" algn="r">
              <a:lnSpc>
                <a:spcPct val="80000"/>
              </a:lnSpc>
              <a:spcBef>
                <a:spcPts val="0"/>
              </a:spcBef>
              <a:spcAft>
                <a:spcPts val="0"/>
              </a:spcAft>
              <a:buFont typeface="Arial" panose="020B0604020202020204" pitchFamily="34" charset="0"/>
              <a:buNone/>
              <a:defRPr sz="7200">
                <a:solidFill>
                  <a:schemeClr val="tx1">
                    <a:alpha val="80000"/>
                  </a:schemeClr>
                </a:solidFill>
                <a:latin typeface="Calibre Light" panose="020B0303030202060203" pitchFamily="34" charset="0"/>
              </a:defRPr>
            </a:lvl7pPr>
            <a:lvl8pPr marL="0" indent="0" algn="r">
              <a:lnSpc>
                <a:spcPct val="80000"/>
              </a:lnSpc>
              <a:spcBef>
                <a:spcPts val="0"/>
              </a:spcBef>
              <a:spcAft>
                <a:spcPts val="0"/>
              </a:spcAft>
              <a:buFont typeface="Arial" panose="020B0604020202020204" pitchFamily="34" charset="0"/>
              <a:buNone/>
              <a:defRPr sz="7200">
                <a:solidFill>
                  <a:schemeClr val="tx1">
                    <a:alpha val="80000"/>
                  </a:schemeClr>
                </a:solidFill>
                <a:latin typeface="Calibre Light" panose="020B0303030202060203" pitchFamily="34" charset="0"/>
              </a:defRPr>
            </a:lvl8pPr>
            <a:lvl9pPr marL="0" indent="0" algn="r">
              <a:lnSpc>
                <a:spcPct val="80000"/>
              </a:lnSpc>
              <a:spcBef>
                <a:spcPts val="0"/>
              </a:spcBef>
              <a:spcAft>
                <a:spcPts val="0"/>
              </a:spcAft>
              <a:buNone/>
              <a:defRPr sz="7200">
                <a:solidFill>
                  <a:schemeClr val="tx1">
                    <a:alpha val="80000"/>
                  </a:schemeClr>
                </a:solidFill>
                <a:latin typeface="Calibre Light" panose="020B0303030202060203" pitchFamily="34" charset="0"/>
              </a:defRPr>
            </a:lvl9pPr>
          </a:lstStyle>
          <a:p>
            <a:pPr lvl="0"/>
            <a:r>
              <a:rPr lang="en-GB" dirty="0"/>
              <a:t>2</a:t>
            </a:r>
          </a:p>
        </p:txBody>
      </p:sp>
      <p:sp>
        <p:nvSpPr>
          <p:cNvPr id="29" name="Content Placeholder 2">
            <a:extLst>
              <a:ext uri="{FF2B5EF4-FFF2-40B4-BE49-F238E27FC236}">
                <a16:creationId xmlns:a16="http://schemas.microsoft.com/office/drawing/2014/main" id="{4EAA0045-FC4F-12C3-61FD-F96804E9E66C}"/>
              </a:ext>
            </a:extLst>
          </p:cNvPr>
          <p:cNvSpPr>
            <a:spLocks noGrp="1"/>
          </p:cNvSpPr>
          <p:nvPr>
            <p:ph sz="quarter" idx="15" hasCustomPrompt="1"/>
          </p:nvPr>
        </p:nvSpPr>
        <p:spPr>
          <a:xfrm>
            <a:off x="7681913" y="2014029"/>
            <a:ext cx="4002087" cy="749808"/>
          </a:xfrm>
        </p:spPr>
        <p:txBody>
          <a:bodyPr/>
          <a:lstStyle>
            <a:lvl1pPr>
              <a:spcBef>
                <a:spcPts val="600"/>
              </a:spcBef>
              <a:spcAft>
                <a:spcPts val="0"/>
              </a:spcAft>
              <a:defRPr/>
            </a:lvl1pPr>
          </a:lstStyle>
          <a:p>
            <a:pPr lvl="0"/>
            <a:r>
              <a:rPr lang="en-GB" dirty="0"/>
              <a:t>Supporting copy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31" name="Key Number Placeholder 3">
            <a:extLst>
              <a:ext uri="{FF2B5EF4-FFF2-40B4-BE49-F238E27FC236}">
                <a16:creationId xmlns:a16="http://schemas.microsoft.com/office/drawing/2014/main" id="{A8C3BB20-07A3-3187-35F6-629E09B1C6A2}"/>
              </a:ext>
            </a:extLst>
          </p:cNvPr>
          <p:cNvSpPr>
            <a:spLocks noGrp="1"/>
          </p:cNvSpPr>
          <p:nvPr>
            <p:ph type="body" sz="quarter" idx="16" hasCustomPrompt="1"/>
          </p:nvPr>
        </p:nvSpPr>
        <p:spPr>
          <a:xfrm>
            <a:off x="6653212" y="3053842"/>
            <a:ext cx="928687" cy="749808"/>
          </a:xfrm>
        </p:spPr>
        <p:txBody>
          <a:bodyPr anchor="ctr" anchorCtr="0"/>
          <a:lstStyle>
            <a:lvl1pPr marL="0" indent="0" algn="l">
              <a:lnSpc>
                <a:spcPct val="80000"/>
              </a:lnSpc>
              <a:spcBef>
                <a:spcPts val="0"/>
              </a:spcBef>
              <a:spcAft>
                <a:spcPts val="0"/>
              </a:spcAft>
              <a:buFont typeface="Arial" panose="020B0604020202020204" pitchFamily="34" charset="0"/>
              <a:buNone/>
              <a:defRPr sz="7200">
                <a:solidFill>
                  <a:schemeClr val="tx1">
                    <a:alpha val="80000"/>
                  </a:schemeClr>
                </a:solidFill>
                <a:latin typeface="Calibre Light" panose="020B0303030202060203" pitchFamily="34" charset="0"/>
              </a:defRPr>
            </a:lvl1pPr>
            <a:lvl2pPr marL="0" indent="0" algn="r">
              <a:lnSpc>
                <a:spcPct val="80000"/>
              </a:lnSpc>
              <a:spcBef>
                <a:spcPts val="0"/>
              </a:spcBef>
              <a:spcAft>
                <a:spcPts val="0"/>
              </a:spcAft>
              <a:buFont typeface="Arial" panose="020B0604020202020204" pitchFamily="34" charset="0"/>
              <a:buNone/>
              <a:defRPr sz="7200">
                <a:solidFill>
                  <a:schemeClr val="tx1">
                    <a:alpha val="80000"/>
                  </a:schemeClr>
                </a:solidFill>
                <a:latin typeface="Calibre Light" panose="020B0303030202060203" pitchFamily="34" charset="0"/>
              </a:defRPr>
            </a:lvl2pPr>
            <a:lvl3pPr marL="0" indent="0" algn="r">
              <a:lnSpc>
                <a:spcPct val="80000"/>
              </a:lnSpc>
              <a:spcBef>
                <a:spcPts val="0"/>
              </a:spcBef>
              <a:spcAft>
                <a:spcPts val="0"/>
              </a:spcAft>
              <a:buFont typeface="Arial" panose="020B0604020202020204" pitchFamily="34" charset="0"/>
              <a:buNone/>
              <a:defRPr sz="7200">
                <a:solidFill>
                  <a:schemeClr val="tx1">
                    <a:alpha val="80000"/>
                  </a:schemeClr>
                </a:solidFill>
                <a:latin typeface="Calibre Light" panose="020B0303030202060203" pitchFamily="34" charset="0"/>
              </a:defRPr>
            </a:lvl3pPr>
            <a:lvl4pPr marL="0" indent="0" algn="r">
              <a:lnSpc>
                <a:spcPct val="80000"/>
              </a:lnSpc>
              <a:spcBef>
                <a:spcPts val="0"/>
              </a:spcBef>
              <a:spcAft>
                <a:spcPts val="0"/>
              </a:spcAft>
              <a:buNone/>
              <a:defRPr sz="7200">
                <a:solidFill>
                  <a:schemeClr val="tx1">
                    <a:alpha val="80000"/>
                  </a:schemeClr>
                </a:solidFill>
                <a:latin typeface="Calibre Light" panose="020B0303030202060203" pitchFamily="34" charset="0"/>
              </a:defRPr>
            </a:lvl4pPr>
            <a:lvl5pPr marL="0" indent="0" algn="r">
              <a:lnSpc>
                <a:spcPct val="80000"/>
              </a:lnSpc>
              <a:spcBef>
                <a:spcPts val="0"/>
              </a:spcBef>
              <a:spcAft>
                <a:spcPts val="0"/>
              </a:spcAft>
              <a:buNone/>
              <a:defRPr sz="7200">
                <a:solidFill>
                  <a:schemeClr val="tx1">
                    <a:alpha val="80000"/>
                  </a:schemeClr>
                </a:solidFill>
                <a:latin typeface="Calibre Light" panose="020B0303030202060203" pitchFamily="34" charset="0"/>
              </a:defRPr>
            </a:lvl5pPr>
            <a:lvl6pPr marL="0" indent="0" algn="r">
              <a:lnSpc>
                <a:spcPct val="80000"/>
              </a:lnSpc>
              <a:spcBef>
                <a:spcPts val="0"/>
              </a:spcBef>
              <a:spcAft>
                <a:spcPts val="0"/>
              </a:spcAft>
              <a:buFont typeface="Arial" panose="020B0604020202020204" pitchFamily="34" charset="0"/>
              <a:buNone/>
              <a:defRPr sz="7200">
                <a:solidFill>
                  <a:schemeClr val="tx1">
                    <a:alpha val="80000"/>
                  </a:schemeClr>
                </a:solidFill>
                <a:latin typeface="Calibre Light" panose="020B0303030202060203" pitchFamily="34" charset="0"/>
              </a:defRPr>
            </a:lvl6pPr>
            <a:lvl7pPr marL="0" indent="0" algn="r">
              <a:lnSpc>
                <a:spcPct val="80000"/>
              </a:lnSpc>
              <a:spcBef>
                <a:spcPts val="0"/>
              </a:spcBef>
              <a:spcAft>
                <a:spcPts val="0"/>
              </a:spcAft>
              <a:buFont typeface="Arial" panose="020B0604020202020204" pitchFamily="34" charset="0"/>
              <a:buNone/>
              <a:defRPr sz="7200">
                <a:solidFill>
                  <a:schemeClr val="tx1">
                    <a:alpha val="80000"/>
                  </a:schemeClr>
                </a:solidFill>
                <a:latin typeface="Calibre Light" panose="020B0303030202060203" pitchFamily="34" charset="0"/>
              </a:defRPr>
            </a:lvl7pPr>
            <a:lvl8pPr marL="0" indent="0" algn="r">
              <a:lnSpc>
                <a:spcPct val="80000"/>
              </a:lnSpc>
              <a:spcBef>
                <a:spcPts val="0"/>
              </a:spcBef>
              <a:spcAft>
                <a:spcPts val="0"/>
              </a:spcAft>
              <a:buFont typeface="Arial" panose="020B0604020202020204" pitchFamily="34" charset="0"/>
              <a:buNone/>
              <a:defRPr sz="7200">
                <a:solidFill>
                  <a:schemeClr val="tx1">
                    <a:alpha val="80000"/>
                  </a:schemeClr>
                </a:solidFill>
                <a:latin typeface="Calibre Light" panose="020B0303030202060203" pitchFamily="34" charset="0"/>
              </a:defRPr>
            </a:lvl8pPr>
            <a:lvl9pPr marL="0" indent="0" algn="r">
              <a:lnSpc>
                <a:spcPct val="80000"/>
              </a:lnSpc>
              <a:spcBef>
                <a:spcPts val="0"/>
              </a:spcBef>
              <a:spcAft>
                <a:spcPts val="0"/>
              </a:spcAft>
              <a:buNone/>
              <a:defRPr sz="7200">
                <a:solidFill>
                  <a:schemeClr val="tx1">
                    <a:alpha val="80000"/>
                  </a:schemeClr>
                </a:solidFill>
                <a:latin typeface="Calibre Light" panose="020B0303030202060203" pitchFamily="34" charset="0"/>
              </a:defRPr>
            </a:lvl9pPr>
          </a:lstStyle>
          <a:p>
            <a:pPr lvl="0"/>
            <a:r>
              <a:rPr lang="en-GB" dirty="0"/>
              <a:t>3</a:t>
            </a:r>
          </a:p>
        </p:txBody>
      </p:sp>
      <p:sp>
        <p:nvSpPr>
          <p:cNvPr id="33" name="Content Placeholder 3">
            <a:extLst>
              <a:ext uri="{FF2B5EF4-FFF2-40B4-BE49-F238E27FC236}">
                <a16:creationId xmlns:a16="http://schemas.microsoft.com/office/drawing/2014/main" id="{E0D65DA9-96E2-F9FF-0CC8-2B6AC69EFE64}"/>
              </a:ext>
            </a:extLst>
          </p:cNvPr>
          <p:cNvSpPr>
            <a:spLocks noGrp="1"/>
          </p:cNvSpPr>
          <p:nvPr>
            <p:ph sz="quarter" idx="17" hasCustomPrompt="1"/>
          </p:nvPr>
        </p:nvSpPr>
        <p:spPr>
          <a:xfrm>
            <a:off x="7681913" y="3053842"/>
            <a:ext cx="4002087" cy="749808"/>
          </a:xfrm>
        </p:spPr>
        <p:txBody>
          <a:bodyPr/>
          <a:lstStyle>
            <a:lvl1pPr>
              <a:spcBef>
                <a:spcPts val="600"/>
              </a:spcBef>
              <a:spcAft>
                <a:spcPts val="0"/>
              </a:spcAft>
              <a:defRPr/>
            </a:lvl1pPr>
          </a:lstStyle>
          <a:p>
            <a:pPr lvl="0"/>
            <a:r>
              <a:rPr lang="en-GB" dirty="0"/>
              <a:t>Supporting copy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35" name="Key Number Placeholder 4">
            <a:extLst>
              <a:ext uri="{FF2B5EF4-FFF2-40B4-BE49-F238E27FC236}">
                <a16:creationId xmlns:a16="http://schemas.microsoft.com/office/drawing/2014/main" id="{91F4DA79-1874-7E1C-3E4C-A309A7014746}"/>
              </a:ext>
            </a:extLst>
          </p:cNvPr>
          <p:cNvSpPr>
            <a:spLocks noGrp="1"/>
          </p:cNvSpPr>
          <p:nvPr>
            <p:ph type="body" sz="quarter" idx="18" hasCustomPrompt="1"/>
          </p:nvPr>
        </p:nvSpPr>
        <p:spPr>
          <a:xfrm>
            <a:off x="6653212" y="4093655"/>
            <a:ext cx="928687" cy="749808"/>
          </a:xfrm>
        </p:spPr>
        <p:txBody>
          <a:bodyPr anchor="ctr" anchorCtr="0"/>
          <a:lstStyle>
            <a:lvl1pPr marL="0" indent="0" algn="l">
              <a:lnSpc>
                <a:spcPct val="80000"/>
              </a:lnSpc>
              <a:spcBef>
                <a:spcPts val="0"/>
              </a:spcBef>
              <a:spcAft>
                <a:spcPts val="0"/>
              </a:spcAft>
              <a:buFont typeface="Arial" panose="020B0604020202020204" pitchFamily="34" charset="0"/>
              <a:buNone/>
              <a:defRPr sz="7200">
                <a:solidFill>
                  <a:schemeClr val="tx1">
                    <a:alpha val="80000"/>
                  </a:schemeClr>
                </a:solidFill>
                <a:latin typeface="Calibre Light" panose="020B0303030202060203" pitchFamily="34" charset="0"/>
              </a:defRPr>
            </a:lvl1pPr>
            <a:lvl2pPr marL="0" indent="0" algn="r">
              <a:lnSpc>
                <a:spcPct val="80000"/>
              </a:lnSpc>
              <a:spcBef>
                <a:spcPts val="0"/>
              </a:spcBef>
              <a:spcAft>
                <a:spcPts val="0"/>
              </a:spcAft>
              <a:buFont typeface="Arial" panose="020B0604020202020204" pitchFamily="34" charset="0"/>
              <a:buNone/>
              <a:defRPr sz="7200">
                <a:solidFill>
                  <a:schemeClr val="tx1">
                    <a:alpha val="80000"/>
                  </a:schemeClr>
                </a:solidFill>
                <a:latin typeface="Calibre Light" panose="020B0303030202060203" pitchFamily="34" charset="0"/>
              </a:defRPr>
            </a:lvl2pPr>
            <a:lvl3pPr marL="0" indent="0" algn="r">
              <a:lnSpc>
                <a:spcPct val="80000"/>
              </a:lnSpc>
              <a:spcBef>
                <a:spcPts val="0"/>
              </a:spcBef>
              <a:spcAft>
                <a:spcPts val="0"/>
              </a:spcAft>
              <a:buFont typeface="Arial" panose="020B0604020202020204" pitchFamily="34" charset="0"/>
              <a:buNone/>
              <a:defRPr sz="7200">
                <a:solidFill>
                  <a:schemeClr val="tx1">
                    <a:alpha val="80000"/>
                  </a:schemeClr>
                </a:solidFill>
                <a:latin typeface="Calibre Light" panose="020B0303030202060203" pitchFamily="34" charset="0"/>
              </a:defRPr>
            </a:lvl3pPr>
            <a:lvl4pPr marL="0" indent="0" algn="r">
              <a:lnSpc>
                <a:spcPct val="80000"/>
              </a:lnSpc>
              <a:spcBef>
                <a:spcPts val="0"/>
              </a:spcBef>
              <a:spcAft>
                <a:spcPts val="0"/>
              </a:spcAft>
              <a:buNone/>
              <a:defRPr sz="7200">
                <a:solidFill>
                  <a:schemeClr val="tx1">
                    <a:alpha val="80000"/>
                  </a:schemeClr>
                </a:solidFill>
                <a:latin typeface="Calibre Light" panose="020B0303030202060203" pitchFamily="34" charset="0"/>
              </a:defRPr>
            </a:lvl4pPr>
            <a:lvl5pPr marL="0" indent="0" algn="r">
              <a:lnSpc>
                <a:spcPct val="80000"/>
              </a:lnSpc>
              <a:spcBef>
                <a:spcPts val="0"/>
              </a:spcBef>
              <a:spcAft>
                <a:spcPts val="0"/>
              </a:spcAft>
              <a:buNone/>
              <a:defRPr sz="7200">
                <a:solidFill>
                  <a:schemeClr val="tx1">
                    <a:alpha val="80000"/>
                  </a:schemeClr>
                </a:solidFill>
                <a:latin typeface="Calibre Light" panose="020B0303030202060203" pitchFamily="34" charset="0"/>
              </a:defRPr>
            </a:lvl5pPr>
            <a:lvl6pPr marL="0" indent="0" algn="r">
              <a:lnSpc>
                <a:spcPct val="80000"/>
              </a:lnSpc>
              <a:spcBef>
                <a:spcPts val="0"/>
              </a:spcBef>
              <a:spcAft>
                <a:spcPts val="0"/>
              </a:spcAft>
              <a:buFont typeface="Arial" panose="020B0604020202020204" pitchFamily="34" charset="0"/>
              <a:buNone/>
              <a:defRPr sz="7200">
                <a:solidFill>
                  <a:schemeClr val="tx1">
                    <a:alpha val="80000"/>
                  </a:schemeClr>
                </a:solidFill>
                <a:latin typeface="Calibre Light" panose="020B0303030202060203" pitchFamily="34" charset="0"/>
              </a:defRPr>
            </a:lvl6pPr>
            <a:lvl7pPr marL="0" indent="0" algn="r">
              <a:lnSpc>
                <a:spcPct val="80000"/>
              </a:lnSpc>
              <a:spcBef>
                <a:spcPts val="0"/>
              </a:spcBef>
              <a:spcAft>
                <a:spcPts val="0"/>
              </a:spcAft>
              <a:buFont typeface="Arial" panose="020B0604020202020204" pitchFamily="34" charset="0"/>
              <a:buNone/>
              <a:defRPr sz="7200">
                <a:solidFill>
                  <a:schemeClr val="tx1">
                    <a:alpha val="80000"/>
                  </a:schemeClr>
                </a:solidFill>
                <a:latin typeface="Calibre Light" panose="020B0303030202060203" pitchFamily="34" charset="0"/>
              </a:defRPr>
            </a:lvl7pPr>
            <a:lvl8pPr marL="0" indent="0" algn="r">
              <a:lnSpc>
                <a:spcPct val="80000"/>
              </a:lnSpc>
              <a:spcBef>
                <a:spcPts val="0"/>
              </a:spcBef>
              <a:spcAft>
                <a:spcPts val="0"/>
              </a:spcAft>
              <a:buFont typeface="Arial" panose="020B0604020202020204" pitchFamily="34" charset="0"/>
              <a:buNone/>
              <a:defRPr sz="7200">
                <a:solidFill>
                  <a:schemeClr val="tx1">
                    <a:alpha val="80000"/>
                  </a:schemeClr>
                </a:solidFill>
                <a:latin typeface="Calibre Light" panose="020B0303030202060203" pitchFamily="34" charset="0"/>
              </a:defRPr>
            </a:lvl8pPr>
            <a:lvl9pPr marL="0" indent="0" algn="r">
              <a:lnSpc>
                <a:spcPct val="80000"/>
              </a:lnSpc>
              <a:spcBef>
                <a:spcPts val="0"/>
              </a:spcBef>
              <a:spcAft>
                <a:spcPts val="0"/>
              </a:spcAft>
              <a:buNone/>
              <a:defRPr sz="7200">
                <a:solidFill>
                  <a:schemeClr val="tx1">
                    <a:alpha val="80000"/>
                  </a:schemeClr>
                </a:solidFill>
                <a:latin typeface="Calibre Light" panose="020B0303030202060203" pitchFamily="34" charset="0"/>
              </a:defRPr>
            </a:lvl9pPr>
          </a:lstStyle>
          <a:p>
            <a:pPr lvl="0"/>
            <a:r>
              <a:rPr lang="en-GB" dirty="0"/>
              <a:t>4</a:t>
            </a:r>
          </a:p>
        </p:txBody>
      </p:sp>
      <p:sp>
        <p:nvSpPr>
          <p:cNvPr id="37" name="Content Placeholder 4">
            <a:extLst>
              <a:ext uri="{FF2B5EF4-FFF2-40B4-BE49-F238E27FC236}">
                <a16:creationId xmlns:a16="http://schemas.microsoft.com/office/drawing/2014/main" id="{23CB9D2D-277B-CD0B-0800-0D311396E2D2}"/>
              </a:ext>
            </a:extLst>
          </p:cNvPr>
          <p:cNvSpPr>
            <a:spLocks noGrp="1"/>
          </p:cNvSpPr>
          <p:nvPr>
            <p:ph sz="quarter" idx="19" hasCustomPrompt="1"/>
          </p:nvPr>
        </p:nvSpPr>
        <p:spPr>
          <a:xfrm>
            <a:off x="7681913" y="4093655"/>
            <a:ext cx="4002087" cy="749808"/>
          </a:xfrm>
        </p:spPr>
        <p:txBody>
          <a:bodyPr/>
          <a:lstStyle>
            <a:lvl1pPr>
              <a:spcBef>
                <a:spcPts val="600"/>
              </a:spcBef>
              <a:spcAft>
                <a:spcPts val="0"/>
              </a:spcAft>
              <a:defRPr/>
            </a:lvl1pPr>
          </a:lstStyle>
          <a:p>
            <a:pPr lvl="0"/>
            <a:r>
              <a:rPr lang="en-GB" dirty="0"/>
              <a:t>Supporting copy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39" name="Key Number Placeholder 5">
            <a:extLst>
              <a:ext uri="{FF2B5EF4-FFF2-40B4-BE49-F238E27FC236}">
                <a16:creationId xmlns:a16="http://schemas.microsoft.com/office/drawing/2014/main" id="{4E49FAEE-FDE6-BCA4-4B3F-9F8574AAC504}"/>
              </a:ext>
            </a:extLst>
          </p:cNvPr>
          <p:cNvSpPr>
            <a:spLocks noGrp="1"/>
          </p:cNvSpPr>
          <p:nvPr>
            <p:ph type="body" sz="quarter" idx="20" hasCustomPrompt="1"/>
          </p:nvPr>
        </p:nvSpPr>
        <p:spPr>
          <a:xfrm>
            <a:off x="6653212" y="5133467"/>
            <a:ext cx="928687" cy="749808"/>
          </a:xfrm>
        </p:spPr>
        <p:txBody>
          <a:bodyPr anchor="ctr" anchorCtr="0"/>
          <a:lstStyle>
            <a:lvl1pPr marL="0" indent="0" algn="l">
              <a:lnSpc>
                <a:spcPct val="80000"/>
              </a:lnSpc>
              <a:spcBef>
                <a:spcPts val="0"/>
              </a:spcBef>
              <a:spcAft>
                <a:spcPts val="0"/>
              </a:spcAft>
              <a:buFont typeface="Arial" panose="020B0604020202020204" pitchFamily="34" charset="0"/>
              <a:buNone/>
              <a:defRPr sz="7200">
                <a:solidFill>
                  <a:schemeClr val="tx1">
                    <a:alpha val="80000"/>
                  </a:schemeClr>
                </a:solidFill>
                <a:latin typeface="Calibre Light" panose="020B0303030202060203" pitchFamily="34" charset="0"/>
              </a:defRPr>
            </a:lvl1pPr>
            <a:lvl2pPr marL="0" indent="0" algn="r">
              <a:lnSpc>
                <a:spcPct val="80000"/>
              </a:lnSpc>
              <a:spcBef>
                <a:spcPts val="0"/>
              </a:spcBef>
              <a:spcAft>
                <a:spcPts val="0"/>
              </a:spcAft>
              <a:buFont typeface="Arial" panose="020B0604020202020204" pitchFamily="34" charset="0"/>
              <a:buNone/>
              <a:defRPr sz="7200">
                <a:solidFill>
                  <a:schemeClr val="tx1">
                    <a:alpha val="80000"/>
                  </a:schemeClr>
                </a:solidFill>
                <a:latin typeface="Calibre Light" panose="020B0303030202060203" pitchFamily="34" charset="0"/>
              </a:defRPr>
            </a:lvl2pPr>
            <a:lvl3pPr marL="0" indent="0" algn="r">
              <a:lnSpc>
                <a:spcPct val="80000"/>
              </a:lnSpc>
              <a:spcBef>
                <a:spcPts val="0"/>
              </a:spcBef>
              <a:spcAft>
                <a:spcPts val="0"/>
              </a:spcAft>
              <a:buFont typeface="Arial" panose="020B0604020202020204" pitchFamily="34" charset="0"/>
              <a:buNone/>
              <a:defRPr sz="7200">
                <a:solidFill>
                  <a:schemeClr val="tx1">
                    <a:alpha val="80000"/>
                  </a:schemeClr>
                </a:solidFill>
                <a:latin typeface="Calibre Light" panose="020B0303030202060203" pitchFamily="34" charset="0"/>
              </a:defRPr>
            </a:lvl3pPr>
            <a:lvl4pPr marL="0" indent="0" algn="r">
              <a:lnSpc>
                <a:spcPct val="80000"/>
              </a:lnSpc>
              <a:spcBef>
                <a:spcPts val="0"/>
              </a:spcBef>
              <a:spcAft>
                <a:spcPts val="0"/>
              </a:spcAft>
              <a:buNone/>
              <a:defRPr sz="7200">
                <a:solidFill>
                  <a:schemeClr val="tx1">
                    <a:alpha val="80000"/>
                  </a:schemeClr>
                </a:solidFill>
                <a:latin typeface="Calibre Light" panose="020B0303030202060203" pitchFamily="34" charset="0"/>
              </a:defRPr>
            </a:lvl4pPr>
            <a:lvl5pPr marL="0" indent="0" algn="r">
              <a:lnSpc>
                <a:spcPct val="80000"/>
              </a:lnSpc>
              <a:spcBef>
                <a:spcPts val="0"/>
              </a:spcBef>
              <a:spcAft>
                <a:spcPts val="0"/>
              </a:spcAft>
              <a:buNone/>
              <a:defRPr sz="7200">
                <a:solidFill>
                  <a:schemeClr val="tx1">
                    <a:alpha val="80000"/>
                  </a:schemeClr>
                </a:solidFill>
                <a:latin typeface="Calibre Light" panose="020B0303030202060203" pitchFamily="34" charset="0"/>
              </a:defRPr>
            </a:lvl5pPr>
            <a:lvl6pPr marL="0" indent="0" algn="r">
              <a:lnSpc>
                <a:spcPct val="80000"/>
              </a:lnSpc>
              <a:spcBef>
                <a:spcPts val="0"/>
              </a:spcBef>
              <a:spcAft>
                <a:spcPts val="0"/>
              </a:spcAft>
              <a:buFont typeface="Arial" panose="020B0604020202020204" pitchFamily="34" charset="0"/>
              <a:buNone/>
              <a:defRPr sz="7200">
                <a:solidFill>
                  <a:schemeClr val="tx1">
                    <a:alpha val="80000"/>
                  </a:schemeClr>
                </a:solidFill>
                <a:latin typeface="Calibre Light" panose="020B0303030202060203" pitchFamily="34" charset="0"/>
              </a:defRPr>
            </a:lvl6pPr>
            <a:lvl7pPr marL="0" indent="0" algn="r">
              <a:lnSpc>
                <a:spcPct val="80000"/>
              </a:lnSpc>
              <a:spcBef>
                <a:spcPts val="0"/>
              </a:spcBef>
              <a:spcAft>
                <a:spcPts val="0"/>
              </a:spcAft>
              <a:buFont typeface="Arial" panose="020B0604020202020204" pitchFamily="34" charset="0"/>
              <a:buNone/>
              <a:defRPr sz="7200">
                <a:solidFill>
                  <a:schemeClr val="tx1">
                    <a:alpha val="80000"/>
                  </a:schemeClr>
                </a:solidFill>
                <a:latin typeface="Calibre Light" panose="020B0303030202060203" pitchFamily="34" charset="0"/>
              </a:defRPr>
            </a:lvl7pPr>
            <a:lvl8pPr marL="0" indent="0" algn="r">
              <a:lnSpc>
                <a:spcPct val="80000"/>
              </a:lnSpc>
              <a:spcBef>
                <a:spcPts val="0"/>
              </a:spcBef>
              <a:spcAft>
                <a:spcPts val="0"/>
              </a:spcAft>
              <a:buFont typeface="Arial" panose="020B0604020202020204" pitchFamily="34" charset="0"/>
              <a:buNone/>
              <a:defRPr sz="7200">
                <a:solidFill>
                  <a:schemeClr val="tx1">
                    <a:alpha val="80000"/>
                  </a:schemeClr>
                </a:solidFill>
                <a:latin typeface="Calibre Light" panose="020B0303030202060203" pitchFamily="34" charset="0"/>
              </a:defRPr>
            </a:lvl8pPr>
            <a:lvl9pPr marL="0" indent="0" algn="r">
              <a:lnSpc>
                <a:spcPct val="80000"/>
              </a:lnSpc>
              <a:spcBef>
                <a:spcPts val="0"/>
              </a:spcBef>
              <a:spcAft>
                <a:spcPts val="0"/>
              </a:spcAft>
              <a:buNone/>
              <a:defRPr sz="7200">
                <a:solidFill>
                  <a:schemeClr val="tx1">
                    <a:alpha val="80000"/>
                  </a:schemeClr>
                </a:solidFill>
                <a:latin typeface="Calibre Light" panose="020B0303030202060203" pitchFamily="34" charset="0"/>
              </a:defRPr>
            </a:lvl9pPr>
          </a:lstStyle>
          <a:p>
            <a:pPr lvl="0"/>
            <a:r>
              <a:rPr lang="en-GB" dirty="0"/>
              <a:t>5</a:t>
            </a:r>
          </a:p>
        </p:txBody>
      </p:sp>
      <p:sp>
        <p:nvSpPr>
          <p:cNvPr id="41" name="Content Placeholder 5">
            <a:extLst>
              <a:ext uri="{FF2B5EF4-FFF2-40B4-BE49-F238E27FC236}">
                <a16:creationId xmlns:a16="http://schemas.microsoft.com/office/drawing/2014/main" id="{E3255D69-D30B-853F-6F21-EE2C8B6EE56B}"/>
              </a:ext>
            </a:extLst>
          </p:cNvPr>
          <p:cNvSpPr>
            <a:spLocks noGrp="1"/>
          </p:cNvSpPr>
          <p:nvPr>
            <p:ph sz="quarter" idx="21" hasCustomPrompt="1"/>
          </p:nvPr>
        </p:nvSpPr>
        <p:spPr>
          <a:xfrm>
            <a:off x="7681913" y="5133467"/>
            <a:ext cx="4002087" cy="749808"/>
          </a:xfrm>
        </p:spPr>
        <p:txBody>
          <a:bodyPr/>
          <a:lstStyle>
            <a:lvl1pPr>
              <a:spcBef>
                <a:spcPts val="600"/>
              </a:spcBef>
              <a:spcAft>
                <a:spcPts val="0"/>
              </a:spcAft>
              <a:defRPr/>
            </a:lvl1pPr>
          </a:lstStyle>
          <a:p>
            <a:pPr lvl="0"/>
            <a:r>
              <a:rPr lang="en-GB" dirty="0"/>
              <a:t>Supporting copy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p:txBody>
      </p:sp>
      <p:cxnSp>
        <p:nvCxnSpPr>
          <p:cNvPr id="2" name="LoS - Fixed">
            <a:extLst>
              <a:ext uri="{FF2B5EF4-FFF2-40B4-BE49-F238E27FC236}">
                <a16:creationId xmlns:a16="http://schemas.microsoft.com/office/drawing/2014/main" id="{F62C1FC1-4282-9E6A-98D6-240E289B7660}"/>
              </a:ext>
              <a:ext uri="{C183D7F6-B498-43B3-948B-1728B52AA6E4}">
                <adec:decorative xmlns:adec="http://schemas.microsoft.com/office/drawing/2017/decorative" val="1"/>
              </a:ext>
            </a:extLst>
          </p:cNvPr>
          <p:cNvCxnSpPr>
            <a:cxnSpLocks/>
          </p:cNvCxnSpPr>
          <p:nvPr userDrawn="1"/>
        </p:nvCxnSpPr>
        <p:spPr>
          <a:xfrm>
            <a:off x="6096000" y="973138"/>
            <a:ext cx="0" cy="4910137"/>
          </a:xfrm>
          <a:prstGeom prst="line">
            <a:avLst/>
          </a:prstGeom>
          <a:ln w="63500">
            <a:solidFill>
              <a:srgbClr val="17E88F"/>
            </a:solidFill>
          </a:ln>
        </p:spPr>
        <p:style>
          <a:lnRef idx="1">
            <a:schemeClr val="accent1"/>
          </a:lnRef>
          <a:fillRef idx="0">
            <a:schemeClr val="accent1"/>
          </a:fillRef>
          <a:effectRef idx="0">
            <a:schemeClr val="accent1"/>
          </a:effectRef>
          <a:fontRef idx="minor">
            <a:schemeClr val="tx1"/>
          </a:fontRef>
        </p:style>
      </p:cxnSp>
      <p:grpSp>
        <p:nvGrpSpPr>
          <p:cNvPr id="7" name="Text Styles Guidance">
            <a:extLst>
              <a:ext uri="{FF2B5EF4-FFF2-40B4-BE49-F238E27FC236}">
                <a16:creationId xmlns:a16="http://schemas.microsoft.com/office/drawing/2014/main" id="{D0306FC6-2606-D147-DF19-2B74BBF90ADF}"/>
              </a:ext>
              <a:ext uri="{C183D7F6-B498-43B3-948B-1728B52AA6E4}">
                <adec:decorative xmlns:adec="http://schemas.microsoft.com/office/drawing/2017/decorative" val="1"/>
              </a:ext>
            </a:extLst>
          </p:cNvPr>
          <p:cNvGrpSpPr>
            <a:grpSpLocks noGrp="1" noUngrp="1" noRot="1" noMove="1" noResize="1"/>
          </p:cNvGrpSpPr>
          <p:nvPr userDrawn="1"/>
        </p:nvGrpSpPr>
        <p:grpSpPr>
          <a:xfrm>
            <a:off x="-2322513" y="452438"/>
            <a:ext cx="1969750" cy="1731874"/>
            <a:chOff x="-2322513" y="1484313"/>
            <a:chExt cx="1969750" cy="1731874"/>
          </a:xfrm>
        </p:grpSpPr>
        <p:grpSp>
          <p:nvGrpSpPr>
            <p:cNvPr id="9" name="Group 8">
              <a:extLst>
                <a:ext uri="{FF2B5EF4-FFF2-40B4-BE49-F238E27FC236}">
                  <a16:creationId xmlns:a16="http://schemas.microsoft.com/office/drawing/2014/main" id="{C4B1E426-FBD8-E4B1-7FED-5BA697CB1888}"/>
                </a:ext>
              </a:extLst>
            </p:cNvPr>
            <p:cNvGrpSpPr>
              <a:grpSpLocks noGrp="1" noUngrp="1" noRot="1" noMove="1" noResize="1"/>
            </p:cNvGrpSpPr>
            <p:nvPr userDrawn="1"/>
          </p:nvGrpSpPr>
          <p:grpSpPr>
            <a:xfrm>
              <a:off x="-2317919" y="1484313"/>
              <a:ext cx="1960563" cy="1231106"/>
              <a:chOff x="-2322513" y="195104"/>
              <a:chExt cx="1960563" cy="1231106"/>
            </a:xfrm>
          </p:grpSpPr>
          <p:sp>
            <p:nvSpPr>
              <p:cNvPr id="14" name="Guidance">
                <a:extLst>
                  <a:ext uri="{FF2B5EF4-FFF2-40B4-BE49-F238E27FC236}">
                    <a16:creationId xmlns:a16="http://schemas.microsoft.com/office/drawing/2014/main" id="{07CB779D-B4D7-BE5A-820A-81E8CC2F73B0}"/>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984885"/>
              </a:xfrm>
              <a:prstGeom prst="rect">
                <a:avLst/>
              </a:prstGeom>
              <a:solidFill>
                <a:srgbClr val="C0D4CB"/>
              </a:solidFill>
            </p:spPr>
            <p:txBody>
              <a:bodyPr wrap="square" lIns="72000" rIns="72000" rtlCol="0">
                <a:noAutofit/>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Each text frame has nine pre-formatted styles defined for you to use.</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To access the styles, use the Increase/Decrease List Level commands found in Home &gt; Paragraph tools:</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800" b="0" i="0" u="none" strike="noStrike" kern="1200" cap="none" spc="0" normalizeH="0" baseline="0" noProof="0" dirty="0">
                  <a:ln>
                    <a:noFill/>
                  </a:ln>
                  <a:solidFill>
                    <a:srgbClr val="012A2D"/>
                  </a:solidFill>
                  <a:effectLst/>
                  <a:uLnTx/>
                  <a:uFillTx/>
                  <a:latin typeface="Calibre"/>
                </a:endParaRPr>
              </a:p>
            </p:txBody>
          </p:sp>
          <p:sp>
            <p:nvSpPr>
              <p:cNvPr id="15" name="Guidance">
                <a:extLst>
                  <a:ext uri="{FF2B5EF4-FFF2-40B4-BE49-F238E27FC236}">
                    <a16:creationId xmlns:a16="http://schemas.microsoft.com/office/drawing/2014/main" id="{BF20A093-7079-3795-5D88-B16B79F66DA5}"/>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Text styles</a:t>
                </a:r>
              </a:p>
            </p:txBody>
          </p:sp>
        </p:grpSp>
        <p:grpSp>
          <p:nvGrpSpPr>
            <p:cNvPr id="11" name="Group 10">
              <a:extLst>
                <a:ext uri="{FF2B5EF4-FFF2-40B4-BE49-F238E27FC236}">
                  <a16:creationId xmlns:a16="http://schemas.microsoft.com/office/drawing/2014/main" id="{7441A3A1-1EF2-515D-4DB3-F9510B5EABE0}"/>
                </a:ext>
              </a:extLst>
            </p:cNvPr>
            <p:cNvGrpSpPr>
              <a:grpSpLocks noGrp="1" noUngrp="1" noRot="1" noMove="1" noResize="1"/>
            </p:cNvGrpSpPr>
            <p:nvPr userDrawn="1"/>
          </p:nvGrpSpPr>
          <p:grpSpPr>
            <a:xfrm>
              <a:off x="-2322513" y="2655826"/>
              <a:ext cx="1969750" cy="560361"/>
              <a:chOff x="3911096" y="2800206"/>
              <a:chExt cx="4420607" cy="1257587"/>
            </a:xfrm>
          </p:grpSpPr>
          <p:pic>
            <p:nvPicPr>
              <p:cNvPr id="12" name="Picture 11">
                <a:extLst>
                  <a:ext uri="{FF2B5EF4-FFF2-40B4-BE49-F238E27FC236}">
                    <a16:creationId xmlns:a16="http://schemas.microsoft.com/office/drawing/2014/main" id="{E8B6A6BA-AB7C-9BDD-B8C6-9F10E1BEA64A}"/>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3911096" y="2800206"/>
                <a:ext cx="4420607" cy="1257587"/>
              </a:xfrm>
              <a:prstGeom prst="rect">
                <a:avLst/>
              </a:prstGeom>
            </p:spPr>
          </p:pic>
          <p:sp>
            <p:nvSpPr>
              <p:cNvPr id="13" name="Rectangle 12">
                <a:extLst>
                  <a:ext uri="{FF2B5EF4-FFF2-40B4-BE49-F238E27FC236}">
                    <a16:creationId xmlns:a16="http://schemas.microsoft.com/office/drawing/2014/main" id="{5881A025-674F-EAE2-12BE-9DBD6B5128A6}"/>
                  </a:ext>
                </a:extLst>
              </p:cNvPr>
              <p:cNvSpPr>
                <a:spLocks noGrp="1" noRot="1" noMove="1" noResize="1" noEditPoints="1" noAdjustHandles="1" noChangeArrowheads="1" noChangeShapeType="1"/>
              </p:cNvSpPr>
              <p:nvPr/>
            </p:nvSpPr>
            <p:spPr>
              <a:xfrm>
                <a:off x="5074444" y="2959894"/>
                <a:ext cx="669131" cy="285750"/>
              </a:xfrm>
              <a:prstGeom prst="rect">
                <a:avLst/>
              </a:prstGeom>
              <a:noFill/>
              <a:ln w="6350" cap="flat" cmpd="sng" algn="ctr">
                <a:solidFill>
                  <a:srgbClr val="FF0000"/>
                </a:solidFill>
                <a:prstDash val="solid"/>
                <a:miter lim="800000"/>
              </a:ln>
              <a:effectLst/>
            </p:spPr>
            <p:txBody>
              <a:bodyPr rtlCol="0" anchor="ctr">
                <a:noAutofit/>
              </a:bodyPr>
              <a:lstStyle/>
              <a:p>
                <a:pPr marL="0" marR="0" lvl="0" indent="0" algn="ctr"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1200" b="0" i="0" u="none" strike="noStrike" kern="1200" cap="none" spc="0" normalizeH="0" baseline="0" noProof="0" dirty="0">
                  <a:ln>
                    <a:noFill/>
                  </a:ln>
                  <a:solidFill>
                    <a:srgbClr val="FFFFFF"/>
                  </a:solidFill>
                  <a:effectLst/>
                  <a:uLnTx/>
                  <a:uFillTx/>
                  <a:latin typeface="Calibre"/>
                  <a:ea typeface="+mn-ea"/>
                  <a:cs typeface="+mn-cs"/>
                </a:endParaRPr>
              </a:p>
            </p:txBody>
          </p:sp>
        </p:grpSp>
      </p:grpSp>
    </p:spTree>
    <p:extLst>
      <p:ext uri="{BB962C8B-B14F-4D97-AF65-F5344CB8AC3E}">
        <p14:creationId xmlns:p14="http://schemas.microsoft.com/office/powerpoint/2010/main" val="1016493323"/>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Key Number: Option 01 light">
    <p:bg>
      <p:bgPr>
        <a:solidFill>
          <a:srgbClr val="F6F6F6"/>
        </a:solidFill>
        <a:effectLst/>
      </p:bgPr>
    </p:bg>
    <p:spTree>
      <p:nvGrpSpPr>
        <p:cNvPr id="1" name=""/>
        <p:cNvGrpSpPr/>
        <p:nvPr/>
      </p:nvGrpSpPr>
      <p:grpSpPr>
        <a:xfrm>
          <a:off x="0" y="0"/>
          <a:ext cx="0" cy="0"/>
          <a:chOff x="0" y="0"/>
          <a:chExt cx="0" cy="0"/>
        </a:xfrm>
      </p:grpSpPr>
      <p:sp>
        <p:nvSpPr>
          <p:cNvPr id="20" name="White Color Block BG">
            <a:extLst>
              <a:ext uri="{FF2B5EF4-FFF2-40B4-BE49-F238E27FC236}">
                <a16:creationId xmlns:a16="http://schemas.microsoft.com/office/drawing/2014/main" id="{874B4A39-EB59-B7C0-BFC9-DC5CD4EEE5F0}"/>
              </a:ext>
              <a:ext uri="{C183D7F6-B498-43B3-948B-1728B52AA6E4}">
                <adec:decorative xmlns:adec="http://schemas.microsoft.com/office/drawing/2017/decorative" val="1"/>
              </a:ext>
            </a:extLst>
          </p:cNvPr>
          <p:cNvSpPr/>
          <p:nvPr userDrawn="1"/>
        </p:nvSpPr>
        <p:spPr>
          <a:xfrm>
            <a:off x="0" y="0"/>
            <a:ext cx="12192000" cy="3378200"/>
          </a:xfrm>
          <a:prstGeom prst="rect">
            <a:avLst/>
          </a:prstGeom>
          <a:solidFill>
            <a:srgbClr val="FFFFFF"/>
          </a:solidFill>
        </p:spPr>
        <p:txBody>
          <a:bodyPr wrap="square" lIns="72000" tIns="46800" rIns="72000" bIns="46800" rtlCol="0" anchor="ctr" anchorCtr="1">
            <a:noAutofit/>
          </a:bodyPr>
          <a:lstStyle/>
          <a:p>
            <a:pPr algn="ctr"/>
            <a:endParaRPr lang="en-GB" dirty="0">
              <a:solidFill>
                <a:schemeClr val="bg1"/>
              </a:solidFill>
            </a:endParaRPr>
          </a:p>
        </p:txBody>
      </p:sp>
      <p:sp>
        <p:nvSpPr>
          <p:cNvPr id="8" name="Main Title Placeholder">
            <a:extLst>
              <a:ext uri="{FF2B5EF4-FFF2-40B4-BE49-F238E27FC236}">
                <a16:creationId xmlns:a16="http://schemas.microsoft.com/office/drawing/2014/main" id="{0AB1EEEC-0D13-0BD5-86C1-FEA968AFEE5B}"/>
              </a:ext>
            </a:extLst>
          </p:cNvPr>
          <p:cNvSpPr>
            <a:spLocks noGrp="1"/>
          </p:cNvSpPr>
          <p:nvPr>
            <p:ph type="body" sz="quarter" idx="11" hasCustomPrompt="1"/>
          </p:nvPr>
        </p:nvSpPr>
        <p:spPr>
          <a:xfrm>
            <a:off x="1531939" y="1600199"/>
            <a:ext cx="4511672" cy="1150939"/>
          </a:xfrm>
        </p:spPr>
        <p:txBody>
          <a:bodyPr anchor="t" anchorCtr="0"/>
          <a:lstStyle>
            <a:lvl1pPr marL="0" indent="0" algn="l">
              <a:lnSpc>
                <a:spcPct val="80000"/>
              </a:lnSpc>
              <a:spcBef>
                <a:spcPts val="1200"/>
              </a:spcBef>
              <a:spcAft>
                <a:spcPts val="1200"/>
              </a:spcAft>
              <a:buFont typeface="Arial" panose="020B0604020202020204" pitchFamily="34" charset="0"/>
              <a:buNone/>
              <a:defRPr sz="4200">
                <a:solidFill>
                  <a:schemeClr val="tx1"/>
                </a:solidFill>
                <a:latin typeface="+mj-lt"/>
              </a:defRPr>
            </a:lvl1pPr>
            <a:lvl2pPr marL="0" indent="0" algn="l">
              <a:lnSpc>
                <a:spcPct val="80000"/>
              </a:lnSpc>
              <a:spcBef>
                <a:spcPts val="1200"/>
              </a:spcBef>
              <a:spcAft>
                <a:spcPts val="1200"/>
              </a:spcAft>
              <a:buFont typeface="Arial" panose="020B0604020202020204" pitchFamily="34" charset="0"/>
              <a:buNone/>
              <a:defRPr sz="3600">
                <a:solidFill>
                  <a:schemeClr val="tx1"/>
                </a:solidFill>
                <a:latin typeface="+mj-lt"/>
              </a:defRPr>
            </a:lvl2pPr>
            <a:lvl3pPr marL="0" indent="0" algn="l">
              <a:lnSpc>
                <a:spcPct val="80000"/>
              </a:lnSpc>
              <a:spcBef>
                <a:spcPts val="1200"/>
              </a:spcBef>
              <a:spcAft>
                <a:spcPts val="1200"/>
              </a:spcAft>
              <a:buFont typeface="Arial" panose="020B0604020202020204" pitchFamily="34" charset="0"/>
              <a:buNone/>
              <a:defRPr sz="3200">
                <a:solidFill>
                  <a:schemeClr val="tx1"/>
                </a:solidFill>
                <a:latin typeface="+mj-lt"/>
              </a:defRPr>
            </a:lvl3pPr>
            <a:lvl4pPr marL="0" indent="0" algn="l">
              <a:lnSpc>
                <a:spcPct val="80000"/>
              </a:lnSpc>
              <a:spcBef>
                <a:spcPts val="1200"/>
              </a:spcBef>
              <a:spcAft>
                <a:spcPts val="1200"/>
              </a:spcAft>
              <a:buNone/>
              <a:defRPr sz="2800">
                <a:solidFill>
                  <a:schemeClr val="tx1"/>
                </a:solidFill>
                <a:latin typeface="+mj-lt"/>
              </a:defRPr>
            </a:lvl4pPr>
            <a:lvl5pPr marL="0" indent="0" algn="l">
              <a:lnSpc>
                <a:spcPct val="80000"/>
              </a:lnSpc>
              <a:spcBef>
                <a:spcPts val="1200"/>
              </a:spcBef>
              <a:spcAft>
                <a:spcPts val="1200"/>
              </a:spcAft>
              <a:buNone/>
              <a:defRPr sz="2200">
                <a:solidFill>
                  <a:schemeClr val="tx1"/>
                </a:solidFill>
                <a:latin typeface="+mj-lt"/>
              </a:defRPr>
            </a:lvl5pPr>
            <a:lvl6pPr marL="0" indent="0" algn="l">
              <a:lnSpc>
                <a:spcPct val="80000"/>
              </a:lnSpc>
              <a:spcBef>
                <a:spcPts val="0"/>
              </a:spcBef>
              <a:spcAft>
                <a:spcPts val="600"/>
              </a:spcAft>
              <a:buFont typeface="Arial" panose="020B0604020202020204" pitchFamily="34" charset="0"/>
              <a:buNone/>
              <a:defRPr sz="1600">
                <a:solidFill>
                  <a:schemeClr val="tx1"/>
                </a:solidFill>
                <a:latin typeface="Calibre Semibold" panose="020B0703030202060203" pitchFamily="34" charset="0"/>
              </a:defRPr>
            </a:lvl6pPr>
            <a:lvl7pPr marL="0" indent="0" algn="l">
              <a:lnSpc>
                <a:spcPct val="75000"/>
              </a:lnSpc>
              <a:spcBef>
                <a:spcPts val="0"/>
              </a:spcBef>
              <a:spcAft>
                <a:spcPts val="600"/>
              </a:spcAft>
              <a:buFont typeface="Arial" panose="020B0604020202020204" pitchFamily="34" charset="0"/>
              <a:buNone/>
              <a:defRPr sz="1600">
                <a:solidFill>
                  <a:schemeClr val="tx1"/>
                </a:solidFill>
                <a:latin typeface="Calibre Light" panose="020B0303030202060203" pitchFamily="34" charset="0"/>
              </a:defRPr>
            </a:lvl7pPr>
            <a:lvl8pPr marL="0" indent="0" algn="l">
              <a:lnSpc>
                <a:spcPct val="75000"/>
              </a:lnSpc>
              <a:spcBef>
                <a:spcPts val="0"/>
              </a:spcBef>
              <a:spcAft>
                <a:spcPts val="600"/>
              </a:spcAft>
              <a:buFont typeface="Arial" panose="020B0604020202020204" pitchFamily="34" charset="0"/>
              <a:buNone/>
              <a:defRPr sz="1050">
                <a:solidFill>
                  <a:schemeClr val="tx1"/>
                </a:solidFill>
                <a:latin typeface="Calibre Semibold" panose="020B0703030202060203" pitchFamily="34" charset="0"/>
              </a:defRPr>
            </a:lvl8pPr>
            <a:lvl9pPr marL="0" indent="0" algn="l">
              <a:lnSpc>
                <a:spcPct val="75000"/>
              </a:lnSpc>
              <a:spcBef>
                <a:spcPts val="0"/>
              </a:spcBef>
              <a:spcAft>
                <a:spcPts val="600"/>
              </a:spcAft>
              <a:buNone/>
              <a:defRPr sz="1050">
                <a:solidFill>
                  <a:schemeClr val="tx1"/>
                </a:solidFill>
                <a:latin typeface="+mn-lt"/>
              </a:defRPr>
            </a:lvl9pPr>
          </a:lstStyle>
          <a:p>
            <a:pPr lvl="0"/>
            <a:r>
              <a:rPr lang="en-GB" dirty="0"/>
              <a:t>Subject title  – max three lines – use text levels  for other sizes</a:t>
            </a:r>
          </a:p>
          <a:p>
            <a:pPr lvl="1"/>
            <a:r>
              <a:rPr lang="en-GB" dirty="0"/>
              <a:t>36pt</a:t>
            </a:r>
          </a:p>
          <a:p>
            <a:pPr lvl="2"/>
            <a:r>
              <a:rPr lang="en-GB" dirty="0"/>
              <a:t>32pt</a:t>
            </a:r>
          </a:p>
          <a:p>
            <a:pPr lvl="3"/>
            <a:r>
              <a:rPr lang="en-GB" dirty="0"/>
              <a:t>28pt</a:t>
            </a:r>
          </a:p>
          <a:p>
            <a:pPr lvl="4"/>
            <a:r>
              <a:rPr lang="en-GB" dirty="0"/>
              <a:t>22pt</a:t>
            </a:r>
          </a:p>
          <a:p>
            <a:pPr lvl="5"/>
            <a:r>
              <a:rPr lang="en-GB" dirty="0"/>
              <a:t>Attribution Name</a:t>
            </a:r>
          </a:p>
          <a:p>
            <a:pPr lvl="6"/>
            <a:r>
              <a:rPr lang="en-GB" dirty="0"/>
              <a:t>Attribution Title</a:t>
            </a:r>
          </a:p>
          <a:p>
            <a:pPr lvl="7"/>
            <a:r>
              <a:rPr lang="en-GB" dirty="0"/>
              <a:t>Caption</a:t>
            </a:r>
          </a:p>
          <a:p>
            <a:pPr lvl="8"/>
            <a:r>
              <a:rPr lang="en-GB" dirty="0"/>
              <a:t>Caption copy</a:t>
            </a:r>
          </a:p>
        </p:txBody>
      </p:sp>
      <p:sp>
        <p:nvSpPr>
          <p:cNvPr id="12" name="Subheading Placeholder">
            <a:extLst>
              <a:ext uri="{FF2B5EF4-FFF2-40B4-BE49-F238E27FC236}">
                <a16:creationId xmlns:a16="http://schemas.microsoft.com/office/drawing/2014/main" id="{7686CD6E-3238-BA56-8AEE-517E1259F967}"/>
              </a:ext>
            </a:extLst>
          </p:cNvPr>
          <p:cNvSpPr>
            <a:spLocks noGrp="1"/>
          </p:cNvSpPr>
          <p:nvPr>
            <p:ph type="body" sz="quarter" idx="13" hasCustomPrompt="1"/>
          </p:nvPr>
        </p:nvSpPr>
        <p:spPr>
          <a:xfrm>
            <a:off x="7169150" y="1600199"/>
            <a:ext cx="3487738" cy="1150939"/>
          </a:xfrm>
        </p:spPr>
        <p:txBody>
          <a:bodyPr/>
          <a:lstStyle>
            <a:lvl1pPr>
              <a:spcBef>
                <a:spcPts val="600"/>
              </a:spcBef>
              <a:spcAft>
                <a:spcPts val="0"/>
              </a:spcAft>
              <a:defRPr sz="1600">
                <a:latin typeface="Calibre Semibold" panose="020B0703030202060203" pitchFamily="34" charset="0"/>
              </a:defRPr>
            </a:lvl1pPr>
            <a:lvl2pPr>
              <a:lnSpc>
                <a:spcPct val="100000"/>
              </a:lnSpc>
              <a:spcBef>
                <a:spcPts val="300"/>
              </a:spcBef>
              <a:spcAft>
                <a:spcPts val="300"/>
              </a:spcAft>
              <a:defRPr sz="1200">
                <a:latin typeface="+mn-lt"/>
              </a:defRPr>
            </a:lvl2pPr>
            <a:lvl3pPr marL="180000" indent="-180000">
              <a:buFont typeface="Calibre" panose="020B0503030202060203" pitchFamily="34" charset="0"/>
              <a:buChar char="–"/>
              <a:defRPr/>
            </a:lvl3pPr>
            <a:lvl4pPr marL="365760" indent="-182880">
              <a:buFont typeface="Arial" panose="020B0604020202020204" pitchFamily="34" charset="0"/>
              <a:buChar char="•"/>
              <a:defRPr/>
            </a:lvl4pPr>
            <a:lvl5pPr marL="0" indent="0">
              <a:lnSpc>
                <a:spcPct val="100000"/>
              </a:lnSpc>
              <a:spcBef>
                <a:spcPts val="600"/>
              </a:spcBef>
              <a:spcAft>
                <a:spcPts val="0"/>
              </a:spcAft>
              <a:buNone/>
              <a:defRPr sz="1200">
                <a:latin typeface="Calibre Semibold" panose="020B0703030202060203" pitchFamily="34" charset="0"/>
              </a:defRPr>
            </a:lvl5pPr>
            <a:lvl6pPr>
              <a:defRPr sz="1050"/>
            </a:lvl6pPr>
            <a:lvl7pPr>
              <a:spcBef>
                <a:spcPts val="300"/>
              </a:spcBef>
              <a:spcAft>
                <a:spcPts val="300"/>
              </a:spcAft>
              <a:defRPr>
                <a:latin typeface="+mn-lt"/>
              </a:defRPr>
            </a:lvl7pPr>
            <a:lvl8pPr marL="180000" indent="-180000">
              <a:spcBef>
                <a:spcPts val="200"/>
              </a:spcBef>
              <a:spcAft>
                <a:spcPts val="200"/>
              </a:spcAft>
              <a:buFont typeface="Calibre" panose="020B0503030202060203" pitchFamily="34" charset="0"/>
              <a:buChar char="–"/>
              <a:defRPr/>
            </a:lvl8pPr>
            <a:lvl9pPr marL="365760" indent="-182880">
              <a:buFont typeface="Arial" panose="020B0604020202020204" pitchFamily="34" charset="0"/>
              <a:buChar char="•"/>
              <a:defRPr/>
            </a:lvl9pPr>
          </a:lstStyle>
          <a:p>
            <a:pPr lvl="0"/>
            <a:r>
              <a:rPr lang="en-GB" dirty="0"/>
              <a:t>Subheading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sp>
        <p:nvSpPr>
          <p:cNvPr id="16" name="Key Number Placeholder">
            <a:extLst>
              <a:ext uri="{FF2B5EF4-FFF2-40B4-BE49-F238E27FC236}">
                <a16:creationId xmlns:a16="http://schemas.microsoft.com/office/drawing/2014/main" id="{2C83130E-3D96-9313-B0E7-8DF90A4A1777}"/>
              </a:ext>
            </a:extLst>
          </p:cNvPr>
          <p:cNvSpPr>
            <a:spLocks noGrp="1"/>
          </p:cNvSpPr>
          <p:nvPr>
            <p:ph type="body" sz="quarter" idx="15" hasCustomPrompt="1"/>
          </p:nvPr>
        </p:nvSpPr>
        <p:spPr>
          <a:xfrm>
            <a:off x="1531939" y="4005263"/>
            <a:ext cx="9124946" cy="1472184"/>
          </a:xfrm>
        </p:spPr>
        <p:txBody>
          <a:bodyPr anchor="b" anchorCtr="0"/>
          <a:lstStyle>
            <a:lvl1pPr marL="0" indent="0">
              <a:lnSpc>
                <a:spcPct val="75000"/>
              </a:lnSpc>
              <a:spcBef>
                <a:spcPts val="0"/>
              </a:spcBef>
              <a:spcAft>
                <a:spcPts val="600"/>
              </a:spcAft>
              <a:buFont typeface="Arial" panose="020B0604020202020204" pitchFamily="34" charset="0"/>
              <a:buNone/>
              <a:defRPr sz="11000">
                <a:latin typeface="Calibre Light" panose="020B0303030202060203" pitchFamily="34" charset="0"/>
              </a:defRPr>
            </a:lvl1pPr>
            <a:lvl2pPr marL="0" indent="0">
              <a:lnSpc>
                <a:spcPct val="75000"/>
              </a:lnSpc>
              <a:spcBef>
                <a:spcPts val="0"/>
              </a:spcBef>
              <a:spcAft>
                <a:spcPts val="600"/>
              </a:spcAft>
              <a:buFont typeface="Arial" panose="020B0604020202020204" pitchFamily="34" charset="0"/>
              <a:buNone/>
              <a:defRPr sz="8800">
                <a:latin typeface="Calibre Light" panose="020B0303030202060203" pitchFamily="34" charset="0"/>
              </a:defRPr>
            </a:lvl2pPr>
            <a:lvl3pPr marL="0" indent="0">
              <a:lnSpc>
                <a:spcPct val="75000"/>
              </a:lnSpc>
              <a:spcBef>
                <a:spcPts val="0"/>
              </a:spcBef>
              <a:spcAft>
                <a:spcPts val="600"/>
              </a:spcAft>
              <a:buFont typeface="Arial" panose="020B0604020202020204" pitchFamily="34" charset="0"/>
              <a:buNone/>
              <a:defRPr sz="8000">
                <a:latin typeface="Calibre Light" panose="020B0303030202060203" pitchFamily="34" charset="0"/>
              </a:defRPr>
            </a:lvl3pPr>
            <a:lvl4pPr marL="0" indent="0">
              <a:lnSpc>
                <a:spcPct val="75000"/>
              </a:lnSpc>
              <a:spcBef>
                <a:spcPts val="0"/>
              </a:spcBef>
              <a:spcAft>
                <a:spcPts val="600"/>
              </a:spcAft>
              <a:buNone/>
              <a:defRPr sz="7200">
                <a:latin typeface="Calibre Light" panose="020B0303030202060203" pitchFamily="34" charset="0"/>
              </a:defRPr>
            </a:lvl4pPr>
            <a:lvl5pPr marL="0" indent="0">
              <a:lnSpc>
                <a:spcPct val="80000"/>
              </a:lnSpc>
              <a:spcBef>
                <a:spcPts val="0"/>
              </a:spcBef>
              <a:spcAft>
                <a:spcPts val="600"/>
              </a:spcAft>
              <a:buNone/>
              <a:defRPr sz="6600">
                <a:latin typeface="Calibre Light" panose="020B0303030202060203" pitchFamily="34" charset="0"/>
              </a:defRPr>
            </a:lvl5pPr>
            <a:lvl6pPr marL="0" indent="0">
              <a:lnSpc>
                <a:spcPct val="80000"/>
              </a:lnSpc>
              <a:spcBef>
                <a:spcPts val="0"/>
              </a:spcBef>
              <a:spcAft>
                <a:spcPts val="600"/>
              </a:spcAft>
              <a:buFont typeface="Arial" panose="020B0604020202020204" pitchFamily="34" charset="0"/>
              <a:buNone/>
              <a:defRPr sz="5400">
                <a:latin typeface="Calibre Light" panose="020B0303030202060203" pitchFamily="34" charset="0"/>
              </a:defRPr>
            </a:lvl6pPr>
            <a:lvl7pPr marL="0" indent="0">
              <a:lnSpc>
                <a:spcPct val="80000"/>
              </a:lnSpc>
              <a:spcBef>
                <a:spcPts val="0"/>
              </a:spcBef>
              <a:spcAft>
                <a:spcPts val="600"/>
              </a:spcAft>
              <a:buFont typeface="Arial" panose="020B0604020202020204" pitchFamily="34" charset="0"/>
              <a:buNone/>
              <a:defRPr sz="4800">
                <a:latin typeface="Calibre Light" panose="020B0303030202060203" pitchFamily="34" charset="0"/>
              </a:defRPr>
            </a:lvl7pPr>
            <a:lvl8pPr marL="0" indent="0">
              <a:lnSpc>
                <a:spcPct val="80000"/>
              </a:lnSpc>
              <a:spcBef>
                <a:spcPts val="0"/>
              </a:spcBef>
              <a:spcAft>
                <a:spcPts val="600"/>
              </a:spcAft>
              <a:buFont typeface="Arial" panose="020B0604020202020204" pitchFamily="34" charset="0"/>
              <a:buNone/>
              <a:defRPr sz="4400">
                <a:latin typeface="Calibre Light" panose="020B0303030202060203" pitchFamily="34" charset="0"/>
              </a:defRPr>
            </a:lvl8pPr>
            <a:lvl9pPr marL="0" indent="0">
              <a:lnSpc>
                <a:spcPct val="80000"/>
              </a:lnSpc>
              <a:spcBef>
                <a:spcPts val="0"/>
              </a:spcBef>
              <a:spcAft>
                <a:spcPts val="600"/>
              </a:spcAft>
              <a:buNone/>
              <a:defRPr sz="4000">
                <a:latin typeface="Calibre Light" panose="020B0303030202060203" pitchFamily="34" charset="0"/>
              </a:defRPr>
            </a:lvl9pPr>
          </a:lstStyle>
          <a:p>
            <a:pPr lvl="0"/>
            <a:r>
              <a:rPr lang="en-GB" dirty="0"/>
              <a:t>Large key #</a:t>
            </a:r>
          </a:p>
          <a:p>
            <a:pPr lvl="1"/>
            <a:r>
              <a:rPr lang="en-GB" dirty="0"/>
              <a:t>88pt</a:t>
            </a:r>
          </a:p>
          <a:p>
            <a:pPr lvl="2"/>
            <a:r>
              <a:rPr lang="en-GB" dirty="0"/>
              <a:t>80pt</a:t>
            </a:r>
          </a:p>
          <a:p>
            <a:pPr lvl="3"/>
            <a:r>
              <a:rPr lang="en-GB" dirty="0"/>
              <a:t>72pt</a:t>
            </a:r>
          </a:p>
          <a:p>
            <a:pPr lvl="4"/>
            <a:r>
              <a:rPr lang="en-GB" dirty="0"/>
              <a:t>66pt</a:t>
            </a:r>
          </a:p>
          <a:p>
            <a:pPr lvl="5"/>
            <a:r>
              <a:rPr lang="en-GB" dirty="0"/>
              <a:t>54pt</a:t>
            </a:r>
          </a:p>
          <a:p>
            <a:pPr lvl="6"/>
            <a:r>
              <a:rPr lang="en-GB" dirty="0"/>
              <a:t>48pt</a:t>
            </a:r>
          </a:p>
          <a:p>
            <a:pPr lvl="7"/>
            <a:r>
              <a:rPr lang="en-GB" dirty="0"/>
              <a:t>44pt</a:t>
            </a:r>
          </a:p>
          <a:p>
            <a:pPr lvl="8"/>
            <a:r>
              <a:rPr lang="en-GB" dirty="0"/>
              <a:t>40pt</a:t>
            </a:r>
          </a:p>
        </p:txBody>
      </p:sp>
      <p:sp>
        <p:nvSpPr>
          <p:cNvPr id="26" name="Notes Placeholder">
            <a:extLst>
              <a:ext uri="{FF2B5EF4-FFF2-40B4-BE49-F238E27FC236}">
                <a16:creationId xmlns:a16="http://schemas.microsoft.com/office/drawing/2014/main" id="{D05D0514-BFAE-8114-C2E5-E47E60921DC8}"/>
              </a:ext>
            </a:extLst>
          </p:cNvPr>
          <p:cNvSpPr>
            <a:spLocks noGrp="1"/>
          </p:cNvSpPr>
          <p:nvPr>
            <p:ph type="body" sz="quarter" idx="20" hasCustomPrompt="1"/>
          </p:nvPr>
        </p:nvSpPr>
        <p:spPr>
          <a:xfrm>
            <a:off x="511176" y="5357813"/>
            <a:ext cx="2468880" cy="1051560"/>
          </a:xfrm>
        </p:spPr>
        <p:txBody>
          <a:bodyPr anchor="b" anchorCtr="0"/>
          <a:lstStyle>
            <a:lvl1pPr marL="0" marR="0" indent="0">
              <a:lnSpc>
                <a:spcPct val="100000"/>
              </a:lnSpc>
              <a:spcBef>
                <a:spcPts val="300"/>
              </a:spcBef>
              <a:spcAft>
                <a:spcPts val="0"/>
              </a:spcAft>
              <a:defRPr sz="900">
                <a:latin typeface="Calibre Semibold" panose="020B0703030202060203" pitchFamily="34" charset="0"/>
              </a:defRPr>
            </a:lvl1pPr>
            <a:lvl2pPr marL="0" marR="0" indent="0">
              <a:lnSpc>
                <a:spcPct val="100000"/>
              </a:lnSpc>
              <a:spcBef>
                <a:spcPts val="300"/>
              </a:spcBef>
              <a:spcAft>
                <a:spcPts val="0"/>
              </a:spcAft>
              <a:defRPr sz="900">
                <a:latin typeface="Calibre" panose="020B0503030202060203" pitchFamily="34" charset="0"/>
              </a:defRPr>
            </a:lvl2pPr>
            <a:lvl3pPr marL="108000" marR="0" indent="-108000">
              <a:lnSpc>
                <a:spcPct val="100000"/>
              </a:lnSpc>
              <a:spcBef>
                <a:spcPts val="200"/>
              </a:spcBef>
              <a:spcAft>
                <a:spcPts val="0"/>
              </a:spcAft>
              <a:buFont typeface="Calibre" panose="020B0503030202060203" pitchFamily="34" charset="0"/>
              <a:buChar char="–"/>
              <a:defRPr sz="900">
                <a:latin typeface="Calibre" panose="020B0503030202060203" pitchFamily="34" charset="0"/>
              </a:defRPr>
            </a:lvl3pPr>
            <a:lvl4pPr marL="216000" marR="0" indent="-108000">
              <a:lnSpc>
                <a:spcPct val="100000"/>
              </a:lnSpc>
              <a:spcBef>
                <a:spcPts val="200"/>
              </a:spcBef>
              <a:spcAft>
                <a:spcPts val="0"/>
              </a:spcAft>
              <a:buFont typeface="Arial" panose="020B0604020202020204" pitchFamily="34" charset="0"/>
              <a:buChar char="•"/>
              <a:defRPr sz="900">
                <a:latin typeface="Calibre" panose="020B0503030202060203" pitchFamily="34" charset="0"/>
              </a:defRPr>
            </a:lvl4pPr>
            <a:lvl5pPr marL="0" marR="0" indent="0">
              <a:lnSpc>
                <a:spcPct val="100000"/>
              </a:lnSpc>
              <a:spcBef>
                <a:spcPts val="300"/>
              </a:spcBef>
              <a:spcAft>
                <a:spcPts val="0"/>
              </a:spcAft>
              <a:buNone/>
              <a:defRPr sz="900">
                <a:latin typeface="Calibre Semibold" panose="020B0703030202060203" pitchFamily="34" charset="0"/>
              </a:defRPr>
            </a:lvl5pPr>
            <a:lvl6pPr marL="0" marR="0" indent="0">
              <a:lnSpc>
                <a:spcPct val="100000"/>
              </a:lnSpc>
              <a:spcBef>
                <a:spcPts val="300"/>
              </a:spcBef>
              <a:spcAft>
                <a:spcPts val="0"/>
              </a:spcAft>
              <a:defRPr sz="800">
                <a:latin typeface="Calibre Semibold" panose="020B0703030202060203" pitchFamily="34" charset="0"/>
              </a:defRPr>
            </a:lvl6pPr>
            <a:lvl7pPr marL="0" marR="0" indent="0">
              <a:lnSpc>
                <a:spcPct val="100000"/>
              </a:lnSpc>
              <a:spcBef>
                <a:spcPts val="200"/>
              </a:spcBef>
              <a:spcAft>
                <a:spcPts val="0"/>
              </a:spcAft>
              <a:defRPr sz="800">
                <a:latin typeface="Calibre" panose="020B0503030202060203" pitchFamily="34" charset="0"/>
              </a:defRPr>
            </a:lvl7pPr>
            <a:lvl8pPr marL="108000" marR="0" indent="-108000">
              <a:lnSpc>
                <a:spcPct val="100000"/>
              </a:lnSpc>
              <a:spcBef>
                <a:spcPts val="200"/>
              </a:spcBef>
              <a:spcAft>
                <a:spcPts val="0"/>
              </a:spcAft>
              <a:buFont typeface="Calibre" panose="020B0503030202060203" pitchFamily="34" charset="0"/>
              <a:buChar char="–"/>
              <a:defRPr sz="800">
                <a:latin typeface="Calibre" panose="020B0503030202060203" pitchFamily="34" charset="0"/>
              </a:defRPr>
            </a:lvl8pPr>
            <a:lvl9pPr marL="216000" marR="0" indent="-108000">
              <a:lnSpc>
                <a:spcPct val="100000"/>
              </a:lnSpc>
              <a:spcBef>
                <a:spcPts val="200"/>
              </a:spcBef>
              <a:spcAft>
                <a:spcPts val="0"/>
              </a:spcAft>
              <a:buFont typeface="Arial" panose="020B0604020202020204" pitchFamily="34" charset="0"/>
              <a:buChar char="•"/>
              <a:defRPr sz="800">
                <a:latin typeface="Calibre" panose="020B0503030202060203" pitchFamily="34" charset="0"/>
              </a:defRPr>
            </a:lvl9pPr>
          </a:lstStyle>
          <a:p>
            <a:pPr lvl="0"/>
            <a:r>
              <a:rPr lang="en-GB" dirty="0"/>
              <a:t>Notes title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cxnSp>
        <p:nvCxnSpPr>
          <p:cNvPr id="19" name="LoS - Fixed">
            <a:extLst>
              <a:ext uri="{FF2B5EF4-FFF2-40B4-BE49-F238E27FC236}">
                <a16:creationId xmlns:a16="http://schemas.microsoft.com/office/drawing/2014/main" id="{585E1CF6-3840-7874-086D-78AEE1828F89}"/>
              </a:ext>
              <a:ext uri="{C183D7F6-B498-43B3-948B-1728B52AA6E4}">
                <adec:decorative xmlns:adec="http://schemas.microsoft.com/office/drawing/2017/decorative" val="1"/>
              </a:ext>
            </a:extLst>
          </p:cNvPr>
          <p:cNvCxnSpPr>
            <a:cxnSpLocks/>
          </p:cNvCxnSpPr>
          <p:nvPr userDrawn="1"/>
        </p:nvCxnSpPr>
        <p:spPr>
          <a:xfrm>
            <a:off x="503239" y="1600200"/>
            <a:ext cx="0" cy="3656013"/>
          </a:xfrm>
          <a:prstGeom prst="line">
            <a:avLst/>
          </a:prstGeom>
          <a:ln w="63500">
            <a:solidFill>
              <a:srgbClr val="17E88F"/>
            </a:solidFill>
          </a:ln>
        </p:spPr>
        <p:style>
          <a:lnRef idx="1">
            <a:schemeClr val="accent1"/>
          </a:lnRef>
          <a:fillRef idx="0">
            <a:schemeClr val="accent1"/>
          </a:fillRef>
          <a:effectRef idx="0">
            <a:schemeClr val="accent1"/>
          </a:effectRef>
          <a:fontRef idx="minor">
            <a:schemeClr val="tx1"/>
          </a:fontRef>
        </p:style>
      </p:cxnSp>
      <p:grpSp>
        <p:nvGrpSpPr>
          <p:cNvPr id="3" name="Text Styles Guidance">
            <a:extLst>
              <a:ext uri="{FF2B5EF4-FFF2-40B4-BE49-F238E27FC236}">
                <a16:creationId xmlns:a16="http://schemas.microsoft.com/office/drawing/2014/main" id="{5A7CE67B-AF5D-7E04-6C49-E3D30A8FF654}"/>
              </a:ext>
              <a:ext uri="{C183D7F6-B498-43B3-948B-1728B52AA6E4}">
                <adec:decorative xmlns:adec="http://schemas.microsoft.com/office/drawing/2017/decorative" val="1"/>
              </a:ext>
            </a:extLst>
          </p:cNvPr>
          <p:cNvGrpSpPr>
            <a:grpSpLocks noGrp="1" noUngrp="1" noRot="1" noMove="1" noResize="1"/>
          </p:cNvGrpSpPr>
          <p:nvPr userDrawn="1"/>
        </p:nvGrpSpPr>
        <p:grpSpPr>
          <a:xfrm>
            <a:off x="-2322513" y="452438"/>
            <a:ext cx="1969750" cy="1731874"/>
            <a:chOff x="-2322513" y="1484313"/>
            <a:chExt cx="1969750" cy="1731874"/>
          </a:xfrm>
        </p:grpSpPr>
        <p:grpSp>
          <p:nvGrpSpPr>
            <p:cNvPr id="5" name="Group 4">
              <a:extLst>
                <a:ext uri="{FF2B5EF4-FFF2-40B4-BE49-F238E27FC236}">
                  <a16:creationId xmlns:a16="http://schemas.microsoft.com/office/drawing/2014/main" id="{E74A7282-226F-3692-CDF5-890895D3BB2A}"/>
                </a:ext>
              </a:extLst>
            </p:cNvPr>
            <p:cNvGrpSpPr>
              <a:grpSpLocks noGrp="1" noUngrp="1" noRot="1" noMove="1" noResize="1"/>
            </p:cNvGrpSpPr>
            <p:nvPr userDrawn="1"/>
          </p:nvGrpSpPr>
          <p:grpSpPr>
            <a:xfrm>
              <a:off x="-2317919" y="1484313"/>
              <a:ext cx="1960563" cy="1231106"/>
              <a:chOff x="-2322513" y="195104"/>
              <a:chExt cx="1960563" cy="1231106"/>
            </a:xfrm>
          </p:grpSpPr>
          <p:sp>
            <p:nvSpPr>
              <p:cNvPr id="13" name="Guidance">
                <a:extLst>
                  <a:ext uri="{FF2B5EF4-FFF2-40B4-BE49-F238E27FC236}">
                    <a16:creationId xmlns:a16="http://schemas.microsoft.com/office/drawing/2014/main" id="{BCE8A02B-3807-0D55-B9E7-FCD2309C63BD}"/>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984885"/>
              </a:xfrm>
              <a:prstGeom prst="rect">
                <a:avLst/>
              </a:prstGeom>
              <a:solidFill>
                <a:srgbClr val="C0D4CB"/>
              </a:solidFill>
            </p:spPr>
            <p:txBody>
              <a:bodyPr wrap="square" lIns="72000" rIns="72000" rtlCol="0">
                <a:noAutofit/>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Each text frame has nine pre-formatted styles defined for you to use.</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To access the styles, use the Increase/Decrease List Level commands found in Home &gt; Paragraph tools:</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800" b="0" i="0" u="none" strike="noStrike" kern="1200" cap="none" spc="0" normalizeH="0" baseline="0" noProof="0" dirty="0">
                  <a:ln>
                    <a:noFill/>
                  </a:ln>
                  <a:solidFill>
                    <a:srgbClr val="012A2D"/>
                  </a:solidFill>
                  <a:effectLst/>
                  <a:uLnTx/>
                  <a:uFillTx/>
                  <a:latin typeface="Calibre"/>
                </a:endParaRPr>
              </a:p>
            </p:txBody>
          </p:sp>
          <p:sp>
            <p:nvSpPr>
              <p:cNvPr id="15" name="Guidance">
                <a:extLst>
                  <a:ext uri="{FF2B5EF4-FFF2-40B4-BE49-F238E27FC236}">
                    <a16:creationId xmlns:a16="http://schemas.microsoft.com/office/drawing/2014/main" id="{889FCAF2-F788-3B8D-6EFC-F88C353D212C}"/>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Text styles</a:t>
                </a:r>
              </a:p>
            </p:txBody>
          </p:sp>
        </p:grpSp>
        <p:grpSp>
          <p:nvGrpSpPr>
            <p:cNvPr id="7" name="Group 6">
              <a:extLst>
                <a:ext uri="{FF2B5EF4-FFF2-40B4-BE49-F238E27FC236}">
                  <a16:creationId xmlns:a16="http://schemas.microsoft.com/office/drawing/2014/main" id="{16B3763C-4EFE-EF3A-15CE-5A9422CB0E3D}"/>
                </a:ext>
              </a:extLst>
            </p:cNvPr>
            <p:cNvGrpSpPr>
              <a:grpSpLocks noGrp="1" noUngrp="1" noRot="1" noMove="1" noResize="1"/>
            </p:cNvGrpSpPr>
            <p:nvPr userDrawn="1"/>
          </p:nvGrpSpPr>
          <p:grpSpPr>
            <a:xfrm>
              <a:off x="-2322513" y="2655826"/>
              <a:ext cx="1969750" cy="560361"/>
              <a:chOff x="3911096" y="2800206"/>
              <a:chExt cx="4420607" cy="1257587"/>
            </a:xfrm>
          </p:grpSpPr>
          <p:pic>
            <p:nvPicPr>
              <p:cNvPr id="9" name="Picture 8">
                <a:extLst>
                  <a:ext uri="{FF2B5EF4-FFF2-40B4-BE49-F238E27FC236}">
                    <a16:creationId xmlns:a16="http://schemas.microsoft.com/office/drawing/2014/main" id="{BBAD7E0E-F7DC-E8F5-C5BE-948FE905EA2A}"/>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3911096" y="2800206"/>
                <a:ext cx="4420607" cy="1257587"/>
              </a:xfrm>
              <a:prstGeom prst="rect">
                <a:avLst/>
              </a:prstGeom>
            </p:spPr>
          </p:pic>
          <p:sp>
            <p:nvSpPr>
              <p:cNvPr id="11" name="Rectangle 10">
                <a:extLst>
                  <a:ext uri="{FF2B5EF4-FFF2-40B4-BE49-F238E27FC236}">
                    <a16:creationId xmlns:a16="http://schemas.microsoft.com/office/drawing/2014/main" id="{C75A3823-0832-51E0-2FEC-2069EED0F547}"/>
                  </a:ext>
                </a:extLst>
              </p:cNvPr>
              <p:cNvSpPr>
                <a:spLocks noGrp="1" noRot="1" noMove="1" noResize="1" noEditPoints="1" noAdjustHandles="1" noChangeArrowheads="1" noChangeShapeType="1"/>
              </p:cNvSpPr>
              <p:nvPr/>
            </p:nvSpPr>
            <p:spPr>
              <a:xfrm>
                <a:off x="5074444" y="2959894"/>
                <a:ext cx="669131" cy="285750"/>
              </a:xfrm>
              <a:prstGeom prst="rect">
                <a:avLst/>
              </a:prstGeom>
              <a:noFill/>
              <a:ln w="6350" cap="flat" cmpd="sng" algn="ctr">
                <a:solidFill>
                  <a:srgbClr val="FF0000"/>
                </a:solidFill>
                <a:prstDash val="solid"/>
                <a:miter lim="800000"/>
              </a:ln>
              <a:effectLst/>
            </p:spPr>
            <p:txBody>
              <a:bodyPr rtlCol="0" anchor="ctr">
                <a:noAutofit/>
              </a:bodyPr>
              <a:lstStyle/>
              <a:p>
                <a:pPr marL="0" marR="0" lvl="0" indent="0" algn="ctr"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1200" b="0" i="0" u="none" strike="noStrike" kern="1200" cap="none" spc="0" normalizeH="0" baseline="0" noProof="0" dirty="0">
                  <a:ln>
                    <a:noFill/>
                  </a:ln>
                  <a:solidFill>
                    <a:srgbClr val="FFFFFF"/>
                  </a:solidFill>
                  <a:effectLst/>
                  <a:uLnTx/>
                  <a:uFillTx/>
                  <a:latin typeface="Calibre"/>
                  <a:ea typeface="+mn-ea"/>
                  <a:cs typeface="+mn-cs"/>
                </a:endParaRPr>
              </a:p>
            </p:txBody>
          </p:sp>
        </p:grpSp>
      </p:grpSp>
    </p:spTree>
    <p:extLst>
      <p:ext uri="{BB962C8B-B14F-4D97-AF65-F5344CB8AC3E}">
        <p14:creationId xmlns:p14="http://schemas.microsoft.com/office/powerpoint/2010/main" val="150359609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Key Number: Option 01 dark">
    <p:bg>
      <p:bgRef idx="1001">
        <a:schemeClr val="bg1"/>
      </p:bgRef>
    </p:bg>
    <p:spTree>
      <p:nvGrpSpPr>
        <p:cNvPr id="1" name=""/>
        <p:cNvGrpSpPr/>
        <p:nvPr/>
      </p:nvGrpSpPr>
      <p:grpSpPr>
        <a:xfrm>
          <a:off x="0" y="0"/>
          <a:ext cx="0" cy="0"/>
          <a:chOff x="0" y="0"/>
          <a:chExt cx="0" cy="0"/>
        </a:xfrm>
      </p:grpSpPr>
      <p:sp>
        <p:nvSpPr>
          <p:cNvPr id="20" name="White Color Block BG">
            <a:extLst>
              <a:ext uri="{FF2B5EF4-FFF2-40B4-BE49-F238E27FC236}">
                <a16:creationId xmlns:a16="http://schemas.microsoft.com/office/drawing/2014/main" id="{874B4A39-EB59-B7C0-BFC9-DC5CD4EEE5F0}"/>
              </a:ext>
              <a:ext uri="{C183D7F6-B498-43B3-948B-1728B52AA6E4}">
                <adec:decorative xmlns:adec="http://schemas.microsoft.com/office/drawing/2017/decorative" val="1"/>
              </a:ext>
            </a:extLst>
          </p:cNvPr>
          <p:cNvSpPr/>
          <p:nvPr userDrawn="1"/>
        </p:nvSpPr>
        <p:spPr>
          <a:xfrm>
            <a:off x="0" y="0"/>
            <a:ext cx="12192000" cy="3378200"/>
          </a:xfrm>
          <a:prstGeom prst="rect">
            <a:avLst/>
          </a:prstGeom>
          <a:solidFill>
            <a:srgbClr val="FFFFFF"/>
          </a:solidFill>
        </p:spPr>
        <p:txBody>
          <a:bodyPr wrap="square" lIns="72000" tIns="46800" rIns="72000" bIns="46800" rtlCol="0" anchor="ctr" anchorCtr="1">
            <a:noAutofit/>
          </a:bodyPr>
          <a:lstStyle/>
          <a:p>
            <a:pPr algn="ctr"/>
            <a:endParaRPr lang="en-GB" dirty="0">
              <a:solidFill>
                <a:schemeClr val="bg1"/>
              </a:solidFill>
            </a:endParaRPr>
          </a:p>
        </p:txBody>
      </p:sp>
      <p:sp>
        <p:nvSpPr>
          <p:cNvPr id="8" name="Main Title Placeholder">
            <a:extLst>
              <a:ext uri="{FF2B5EF4-FFF2-40B4-BE49-F238E27FC236}">
                <a16:creationId xmlns:a16="http://schemas.microsoft.com/office/drawing/2014/main" id="{0AB1EEEC-0D13-0BD5-86C1-FEA968AFEE5B}"/>
              </a:ext>
            </a:extLst>
          </p:cNvPr>
          <p:cNvSpPr>
            <a:spLocks noGrp="1"/>
          </p:cNvSpPr>
          <p:nvPr>
            <p:ph type="body" sz="quarter" idx="11" hasCustomPrompt="1"/>
          </p:nvPr>
        </p:nvSpPr>
        <p:spPr>
          <a:xfrm>
            <a:off x="1531939" y="1600199"/>
            <a:ext cx="4511672" cy="1150939"/>
          </a:xfrm>
        </p:spPr>
        <p:txBody>
          <a:bodyPr anchor="t" anchorCtr="0"/>
          <a:lstStyle>
            <a:lvl1pPr marL="0" indent="0" algn="l">
              <a:lnSpc>
                <a:spcPct val="80000"/>
              </a:lnSpc>
              <a:spcBef>
                <a:spcPts val="1200"/>
              </a:spcBef>
              <a:spcAft>
                <a:spcPts val="1200"/>
              </a:spcAft>
              <a:buFont typeface="Arial" panose="020B0604020202020204" pitchFamily="34" charset="0"/>
              <a:buNone/>
              <a:defRPr sz="4200">
                <a:solidFill>
                  <a:schemeClr val="bg1"/>
                </a:solidFill>
                <a:latin typeface="+mj-lt"/>
              </a:defRPr>
            </a:lvl1pPr>
            <a:lvl2pPr marL="0" indent="0" algn="l">
              <a:lnSpc>
                <a:spcPct val="80000"/>
              </a:lnSpc>
              <a:spcBef>
                <a:spcPts val="1200"/>
              </a:spcBef>
              <a:spcAft>
                <a:spcPts val="1200"/>
              </a:spcAft>
              <a:buFont typeface="Arial" panose="020B0604020202020204" pitchFamily="34" charset="0"/>
              <a:buNone/>
              <a:defRPr sz="3600">
                <a:solidFill>
                  <a:schemeClr val="bg1"/>
                </a:solidFill>
                <a:latin typeface="+mj-lt"/>
              </a:defRPr>
            </a:lvl2pPr>
            <a:lvl3pPr marL="0" indent="0" algn="l">
              <a:lnSpc>
                <a:spcPct val="80000"/>
              </a:lnSpc>
              <a:spcBef>
                <a:spcPts val="1200"/>
              </a:spcBef>
              <a:spcAft>
                <a:spcPts val="1200"/>
              </a:spcAft>
              <a:buFont typeface="Arial" panose="020B0604020202020204" pitchFamily="34" charset="0"/>
              <a:buNone/>
              <a:defRPr sz="3200">
                <a:solidFill>
                  <a:schemeClr val="bg1"/>
                </a:solidFill>
                <a:latin typeface="+mj-lt"/>
              </a:defRPr>
            </a:lvl3pPr>
            <a:lvl4pPr marL="0" indent="0" algn="l">
              <a:lnSpc>
                <a:spcPct val="80000"/>
              </a:lnSpc>
              <a:spcBef>
                <a:spcPts val="1200"/>
              </a:spcBef>
              <a:spcAft>
                <a:spcPts val="1200"/>
              </a:spcAft>
              <a:buNone/>
              <a:defRPr sz="2800">
                <a:solidFill>
                  <a:schemeClr val="bg1"/>
                </a:solidFill>
                <a:latin typeface="+mj-lt"/>
              </a:defRPr>
            </a:lvl4pPr>
            <a:lvl5pPr marL="0" indent="0" algn="l">
              <a:lnSpc>
                <a:spcPct val="80000"/>
              </a:lnSpc>
              <a:spcBef>
                <a:spcPts val="1200"/>
              </a:spcBef>
              <a:spcAft>
                <a:spcPts val="1200"/>
              </a:spcAft>
              <a:buNone/>
              <a:defRPr sz="2200">
                <a:solidFill>
                  <a:schemeClr val="bg1"/>
                </a:solidFill>
                <a:latin typeface="+mj-lt"/>
              </a:defRPr>
            </a:lvl5pPr>
            <a:lvl6pPr marL="0" indent="0" algn="l">
              <a:lnSpc>
                <a:spcPct val="80000"/>
              </a:lnSpc>
              <a:spcBef>
                <a:spcPts val="0"/>
              </a:spcBef>
              <a:spcAft>
                <a:spcPts val="600"/>
              </a:spcAft>
              <a:buFont typeface="Arial" panose="020B0604020202020204" pitchFamily="34" charset="0"/>
              <a:buNone/>
              <a:defRPr sz="1600">
                <a:solidFill>
                  <a:schemeClr val="bg1"/>
                </a:solidFill>
                <a:latin typeface="Calibre Semibold" panose="020B0703030202060203" pitchFamily="34" charset="0"/>
              </a:defRPr>
            </a:lvl6pPr>
            <a:lvl7pPr marL="0" indent="0" algn="l">
              <a:lnSpc>
                <a:spcPct val="75000"/>
              </a:lnSpc>
              <a:spcBef>
                <a:spcPts val="0"/>
              </a:spcBef>
              <a:spcAft>
                <a:spcPts val="600"/>
              </a:spcAft>
              <a:buFont typeface="Arial" panose="020B0604020202020204" pitchFamily="34" charset="0"/>
              <a:buNone/>
              <a:defRPr sz="1600">
                <a:solidFill>
                  <a:schemeClr val="bg1"/>
                </a:solidFill>
                <a:latin typeface="Calibre Light" panose="020B0303030202060203" pitchFamily="34" charset="0"/>
              </a:defRPr>
            </a:lvl7pPr>
            <a:lvl8pPr marL="0" indent="0" algn="l">
              <a:lnSpc>
                <a:spcPct val="75000"/>
              </a:lnSpc>
              <a:spcBef>
                <a:spcPts val="0"/>
              </a:spcBef>
              <a:spcAft>
                <a:spcPts val="600"/>
              </a:spcAft>
              <a:buFont typeface="Arial" panose="020B0604020202020204" pitchFamily="34" charset="0"/>
              <a:buNone/>
              <a:defRPr sz="1050">
                <a:solidFill>
                  <a:schemeClr val="bg1"/>
                </a:solidFill>
                <a:latin typeface="Calibre Semibold" panose="020B0703030202060203" pitchFamily="34" charset="0"/>
              </a:defRPr>
            </a:lvl8pPr>
            <a:lvl9pPr marL="0" indent="0" algn="l">
              <a:lnSpc>
                <a:spcPct val="75000"/>
              </a:lnSpc>
              <a:spcBef>
                <a:spcPts val="0"/>
              </a:spcBef>
              <a:spcAft>
                <a:spcPts val="600"/>
              </a:spcAft>
              <a:buNone/>
              <a:defRPr sz="1050">
                <a:solidFill>
                  <a:schemeClr val="bg1"/>
                </a:solidFill>
                <a:latin typeface="+mn-lt"/>
              </a:defRPr>
            </a:lvl9pPr>
          </a:lstStyle>
          <a:p>
            <a:pPr lvl="0"/>
            <a:r>
              <a:rPr lang="en-GB" dirty="0"/>
              <a:t>Subject title  – max three lines – use text levels  for other sizes</a:t>
            </a:r>
          </a:p>
          <a:p>
            <a:pPr lvl="1"/>
            <a:r>
              <a:rPr lang="en-GB" dirty="0"/>
              <a:t>36pt</a:t>
            </a:r>
          </a:p>
          <a:p>
            <a:pPr lvl="2"/>
            <a:r>
              <a:rPr lang="en-GB" dirty="0"/>
              <a:t>32pt</a:t>
            </a:r>
          </a:p>
          <a:p>
            <a:pPr lvl="3"/>
            <a:r>
              <a:rPr lang="en-GB" dirty="0"/>
              <a:t>28pt</a:t>
            </a:r>
          </a:p>
          <a:p>
            <a:pPr lvl="4"/>
            <a:r>
              <a:rPr lang="en-GB" dirty="0"/>
              <a:t>22pt</a:t>
            </a:r>
          </a:p>
          <a:p>
            <a:pPr lvl="5"/>
            <a:r>
              <a:rPr lang="en-GB" dirty="0"/>
              <a:t>Attribution Name</a:t>
            </a:r>
          </a:p>
          <a:p>
            <a:pPr lvl="6"/>
            <a:r>
              <a:rPr lang="en-GB" dirty="0"/>
              <a:t>Attribution Title</a:t>
            </a:r>
          </a:p>
          <a:p>
            <a:pPr lvl="7"/>
            <a:r>
              <a:rPr lang="en-GB" dirty="0"/>
              <a:t>Caption</a:t>
            </a:r>
          </a:p>
          <a:p>
            <a:pPr lvl="8"/>
            <a:r>
              <a:rPr lang="en-GB" dirty="0"/>
              <a:t>Caption copy</a:t>
            </a:r>
          </a:p>
        </p:txBody>
      </p:sp>
      <p:sp>
        <p:nvSpPr>
          <p:cNvPr id="12" name="Subheading Placeholder">
            <a:extLst>
              <a:ext uri="{FF2B5EF4-FFF2-40B4-BE49-F238E27FC236}">
                <a16:creationId xmlns:a16="http://schemas.microsoft.com/office/drawing/2014/main" id="{7686CD6E-3238-BA56-8AEE-517E1259F967}"/>
              </a:ext>
            </a:extLst>
          </p:cNvPr>
          <p:cNvSpPr>
            <a:spLocks noGrp="1"/>
          </p:cNvSpPr>
          <p:nvPr>
            <p:ph type="body" sz="quarter" idx="13" hasCustomPrompt="1"/>
          </p:nvPr>
        </p:nvSpPr>
        <p:spPr>
          <a:xfrm>
            <a:off x="7169150" y="1600199"/>
            <a:ext cx="3487738" cy="1150939"/>
          </a:xfrm>
        </p:spPr>
        <p:txBody>
          <a:bodyPr/>
          <a:lstStyle>
            <a:lvl1pPr>
              <a:spcBef>
                <a:spcPts val="600"/>
              </a:spcBef>
              <a:spcAft>
                <a:spcPts val="0"/>
              </a:spcAft>
              <a:defRPr sz="1600">
                <a:solidFill>
                  <a:schemeClr val="bg1"/>
                </a:solidFill>
                <a:latin typeface="Calibre Semibold" panose="020B0703030202060203" pitchFamily="34" charset="0"/>
              </a:defRPr>
            </a:lvl1pPr>
            <a:lvl2pPr>
              <a:lnSpc>
                <a:spcPct val="100000"/>
              </a:lnSpc>
              <a:spcBef>
                <a:spcPts val="300"/>
              </a:spcBef>
              <a:spcAft>
                <a:spcPts val="300"/>
              </a:spcAft>
              <a:defRPr sz="1200">
                <a:solidFill>
                  <a:schemeClr val="bg1"/>
                </a:solidFill>
                <a:latin typeface="+mn-lt"/>
              </a:defRPr>
            </a:lvl2pPr>
            <a:lvl3pPr marL="180000" indent="-180000">
              <a:buFont typeface="Calibre" panose="020B0503030202060203" pitchFamily="34" charset="0"/>
              <a:buChar char="–"/>
              <a:defRPr>
                <a:solidFill>
                  <a:schemeClr val="bg1"/>
                </a:solidFill>
              </a:defRPr>
            </a:lvl3pPr>
            <a:lvl4pPr marL="365760" indent="-182880">
              <a:buFont typeface="Arial" panose="020B0604020202020204" pitchFamily="34" charset="0"/>
              <a:buChar char="•"/>
              <a:defRPr>
                <a:solidFill>
                  <a:schemeClr val="bg1"/>
                </a:solidFill>
              </a:defRPr>
            </a:lvl4pPr>
            <a:lvl5pPr marL="0" indent="0">
              <a:lnSpc>
                <a:spcPct val="100000"/>
              </a:lnSpc>
              <a:spcBef>
                <a:spcPts val="600"/>
              </a:spcBef>
              <a:spcAft>
                <a:spcPts val="0"/>
              </a:spcAft>
              <a:buNone/>
              <a:defRPr sz="1200">
                <a:solidFill>
                  <a:schemeClr val="bg1"/>
                </a:solidFill>
                <a:latin typeface="Calibre Semibold" panose="020B0703030202060203" pitchFamily="34" charset="0"/>
              </a:defRPr>
            </a:lvl5pPr>
            <a:lvl6pPr>
              <a:defRPr sz="1050">
                <a:solidFill>
                  <a:schemeClr val="bg1"/>
                </a:solidFill>
              </a:defRPr>
            </a:lvl6pPr>
            <a:lvl7pPr>
              <a:spcBef>
                <a:spcPts val="300"/>
              </a:spcBef>
              <a:spcAft>
                <a:spcPts val="300"/>
              </a:spcAft>
              <a:defRPr>
                <a:solidFill>
                  <a:schemeClr val="bg1"/>
                </a:solidFill>
                <a:latin typeface="+mn-lt"/>
              </a:defRPr>
            </a:lvl7pPr>
            <a:lvl8pPr marL="180000" indent="-180000">
              <a:spcBef>
                <a:spcPts val="200"/>
              </a:spcBef>
              <a:spcAft>
                <a:spcPts val="200"/>
              </a:spcAft>
              <a:buFont typeface="Calibre" panose="020B0503030202060203" pitchFamily="34" charset="0"/>
              <a:buChar char="–"/>
              <a:defRPr>
                <a:solidFill>
                  <a:schemeClr val="bg1"/>
                </a:solidFill>
              </a:defRPr>
            </a:lvl8pPr>
            <a:lvl9pPr marL="365760" indent="-182880">
              <a:buFont typeface="Arial" panose="020B0604020202020204" pitchFamily="34" charset="0"/>
              <a:buChar char="•"/>
              <a:defRPr>
                <a:solidFill>
                  <a:schemeClr val="bg1"/>
                </a:solidFill>
              </a:defRPr>
            </a:lvl9pPr>
          </a:lstStyle>
          <a:p>
            <a:pPr lvl="0"/>
            <a:r>
              <a:rPr lang="en-GB" dirty="0"/>
              <a:t>Subheading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sp>
        <p:nvSpPr>
          <p:cNvPr id="16" name="Key Number Placeholder">
            <a:extLst>
              <a:ext uri="{FF2B5EF4-FFF2-40B4-BE49-F238E27FC236}">
                <a16:creationId xmlns:a16="http://schemas.microsoft.com/office/drawing/2014/main" id="{2C83130E-3D96-9313-B0E7-8DF90A4A1777}"/>
              </a:ext>
            </a:extLst>
          </p:cNvPr>
          <p:cNvSpPr>
            <a:spLocks noGrp="1"/>
          </p:cNvSpPr>
          <p:nvPr>
            <p:ph type="body" sz="quarter" idx="15" hasCustomPrompt="1"/>
          </p:nvPr>
        </p:nvSpPr>
        <p:spPr>
          <a:xfrm>
            <a:off x="1531939" y="4005263"/>
            <a:ext cx="9124946" cy="1472184"/>
          </a:xfrm>
        </p:spPr>
        <p:txBody>
          <a:bodyPr anchor="b" anchorCtr="0"/>
          <a:lstStyle>
            <a:lvl1pPr marL="0" indent="0">
              <a:lnSpc>
                <a:spcPct val="75000"/>
              </a:lnSpc>
              <a:spcBef>
                <a:spcPts val="0"/>
              </a:spcBef>
              <a:spcAft>
                <a:spcPts val="600"/>
              </a:spcAft>
              <a:buFont typeface="Arial" panose="020B0604020202020204" pitchFamily="34" charset="0"/>
              <a:buNone/>
              <a:defRPr sz="11000">
                <a:latin typeface="Calibre Light" panose="020B0303030202060203" pitchFamily="34" charset="0"/>
              </a:defRPr>
            </a:lvl1pPr>
            <a:lvl2pPr marL="0" indent="0">
              <a:lnSpc>
                <a:spcPct val="75000"/>
              </a:lnSpc>
              <a:spcBef>
                <a:spcPts val="0"/>
              </a:spcBef>
              <a:spcAft>
                <a:spcPts val="600"/>
              </a:spcAft>
              <a:buFont typeface="Arial" panose="020B0604020202020204" pitchFamily="34" charset="0"/>
              <a:buNone/>
              <a:defRPr sz="8800">
                <a:latin typeface="Calibre Light" panose="020B0303030202060203" pitchFamily="34" charset="0"/>
              </a:defRPr>
            </a:lvl2pPr>
            <a:lvl3pPr marL="0" indent="0">
              <a:lnSpc>
                <a:spcPct val="75000"/>
              </a:lnSpc>
              <a:spcBef>
                <a:spcPts val="0"/>
              </a:spcBef>
              <a:spcAft>
                <a:spcPts val="600"/>
              </a:spcAft>
              <a:buFont typeface="Arial" panose="020B0604020202020204" pitchFamily="34" charset="0"/>
              <a:buNone/>
              <a:defRPr sz="8000">
                <a:latin typeface="Calibre Light" panose="020B0303030202060203" pitchFamily="34" charset="0"/>
              </a:defRPr>
            </a:lvl3pPr>
            <a:lvl4pPr marL="0" indent="0">
              <a:lnSpc>
                <a:spcPct val="75000"/>
              </a:lnSpc>
              <a:spcBef>
                <a:spcPts val="0"/>
              </a:spcBef>
              <a:spcAft>
                <a:spcPts val="600"/>
              </a:spcAft>
              <a:buNone/>
              <a:defRPr sz="7200">
                <a:latin typeface="Calibre Light" panose="020B0303030202060203" pitchFamily="34" charset="0"/>
              </a:defRPr>
            </a:lvl4pPr>
            <a:lvl5pPr marL="0" indent="0">
              <a:lnSpc>
                <a:spcPct val="80000"/>
              </a:lnSpc>
              <a:spcBef>
                <a:spcPts val="0"/>
              </a:spcBef>
              <a:spcAft>
                <a:spcPts val="600"/>
              </a:spcAft>
              <a:buNone/>
              <a:defRPr sz="6600">
                <a:latin typeface="Calibre Light" panose="020B0303030202060203" pitchFamily="34" charset="0"/>
              </a:defRPr>
            </a:lvl5pPr>
            <a:lvl6pPr marL="0" indent="0">
              <a:lnSpc>
                <a:spcPct val="80000"/>
              </a:lnSpc>
              <a:spcBef>
                <a:spcPts val="0"/>
              </a:spcBef>
              <a:spcAft>
                <a:spcPts val="600"/>
              </a:spcAft>
              <a:buFont typeface="Arial" panose="020B0604020202020204" pitchFamily="34" charset="0"/>
              <a:buNone/>
              <a:defRPr sz="5400">
                <a:latin typeface="Calibre Light" panose="020B0303030202060203" pitchFamily="34" charset="0"/>
              </a:defRPr>
            </a:lvl6pPr>
            <a:lvl7pPr marL="0" indent="0">
              <a:lnSpc>
                <a:spcPct val="80000"/>
              </a:lnSpc>
              <a:spcBef>
                <a:spcPts val="0"/>
              </a:spcBef>
              <a:spcAft>
                <a:spcPts val="600"/>
              </a:spcAft>
              <a:buFont typeface="Arial" panose="020B0604020202020204" pitchFamily="34" charset="0"/>
              <a:buNone/>
              <a:defRPr sz="4800">
                <a:latin typeface="Calibre Light" panose="020B0303030202060203" pitchFamily="34" charset="0"/>
              </a:defRPr>
            </a:lvl7pPr>
            <a:lvl8pPr marL="0" indent="0">
              <a:lnSpc>
                <a:spcPct val="80000"/>
              </a:lnSpc>
              <a:spcBef>
                <a:spcPts val="0"/>
              </a:spcBef>
              <a:spcAft>
                <a:spcPts val="600"/>
              </a:spcAft>
              <a:buFont typeface="Arial" panose="020B0604020202020204" pitchFamily="34" charset="0"/>
              <a:buNone/>
              <a:defRPr sz="4400">
                <a:latin typeface="Calibre Light" panose="020B0303030202060203" pitchFamily="34" charset="0"/>
              </a:defRPr>
            </a:lvl8pPr>
            <a:lvl9pPr marL="0" indent="0">
              <a:lnSpc>
                <a:spcPct val="80000"/>
              </a:lnSpc>
              <a:spcBef>
                <a:spcPts val="0"/>
              </a:spcBef>
              <a:spcAft>
                <a:spcPts val="600"/>
              </a:spcAft>
              <a:buNone/>
              <a:defRPr sz="4000">
                <a:latin typeface="Calibre Light" panose="020B0303030202060203" pitchFamily="34" charset="0"/>
              </a:defRPr>
            </a:lvl9pPr>
          </a:lstStyle>
          <a:p>
            <a:pPr lvl="0"/>
            <a:r>
              <a:rPr lang="en-GB" dirty="0"/>
              <a:t>Large key #</a:t>
            </a:r>
          </a:p>
          <a:p>
            <a:pPr lvl="1"/>
            <a:r>
              <a:rPr lang="en-GB" dirty="0"/>
              <a:t>88pt</a:t>
            </a:r>
          </a:p>
          <a:p>
            <a:pPr lvl="2"/>
            <a:r>
              <a:rPr lang="en-GB" dirty="0"/>
              <a:t>80pt</a:t>
            </a:r>
          </a:p>
          <a:p>
            <a:pPr lvl="3"/>
            <a:r>
              <a:rPr lang="en-GB" dirty="0"/>
              <a:t>72pt</a:t>
            </a:r>
          </a:p>
          <a:p>
            <a:pPr lvl="4"/>
            <a:r>
              <a:rPr lang="en-GB" dirty="0"/>
              <a:t>66pt</a:t>
            </a:r>
          </a:p>
          <a:p>
            <a:pPr lvl="5"/>
            <a:r>
              <a:rPr lang="en-GB" dirty="0"/>
              <a:t>54pt</a:t>
            </a:r>
          </a:p>
          <a:p>
            <a:pPr lvl="6"/>
            <a:r>
              <a:rPr lang="en-GB" dirty="0"/>
              <a:t>48pt</a:t>
            </a:r>
          </a:p>
          <a:p>
            <a:pPr lvl="7"/>
            <a:r>
              <a:rPr lang="en-GB" dirty="0"/>
              <a:t>44pt</a:t>
            </a:r>
          </a:p>
          <a:p>
            <a:pPr lvl="8"/>
            <a:r>
              <a:rPr lang="en-GB" dirty="0"/>
              <a:t>40pt</a:t>
            </a:r>
          </a:p>
        </p:txBody>
      </p:sp>
      <p:sp>
        <p:nvSpPr>
          <p:cNvPr id="26" name="Notes Placeholder">
            <a:extLst>
              <a:ext uri="{FF2B5EF4-FFF2-40B4-BE49-F238E27FC236}">
                <a16:creationId xmlns:a16="http://schemas.microsoft.com/office/drawing/2014/main" id="{D05D0514-BFAE-8114-C2E5-E47E60921DC8}"/>
              </a:ext>
            </a:extLst>
          </p:cNvPr>
          <p:cNvSpPr>
            <a:spLocks noGrp="1"/>
          </p:cNvSpPr>
          <p:nvPr>
            <p:ph type="body" sz="quarter" idx="20" hasCustomPrompt="1"/>
          </p:nvPr>
        </p:nvSpPr>
        <p:spPr>
          <a:xfrm>
            <a:off x="511176" y="5357813"/>
            <a:ext cx="2468880" cy="1051560"/>
          </a:xfrm>
        </p:spPr>
        <p:txBody>
          <a:bodyPr anchor="b" anchorCtr="0"/>
          <a:lstStyle>
            <a:lvl1pPr marL="0" marR="0" indent="0">
              <a:lnSpc>
                <a:spcPct val="100000"/>
              </a:lnSpc>
              <a:spcBef>
                <a:spcPts val="300"/>
              </a:spcBef>
              <a:spcAft>
                <a:spcPts val="0"/>
              </a:spcAft>
              <a:defRPr sz="900">
                <a:latin typeface="Calibre Semibold" panose="020B0703030202060203" pitchFamily="34" charset="0"/>
              </a:defRPr>
            </a:lvl1pPr>
            <a:lvl2pPr marL="0" marR="0" indent="0">
              <a:lnSpc>
                <a:spcPct val="100000"/>
              </a:lnSpc>
              <a:spcBef>
                <a:spcPts val="300"/>
              </a:spcBef>
              <a:spcAft>
                <a:spcPts val="0"/>
              </a:spcAft>
              <a:defRPr sz="900">
                <a:latin typeface="Calibre" panose="020B0503030202060203" pitchFamily="34" charset="0"/>
              </a:defRPr>
            </a:lvl2pPr>
            <a:lvl3pPr marL="108000" marR="0" indent="-108000">
              <a:lnSpc>
                <a:spcPct val="100000"/>
              </a:lnSpc>
              <a:spcBef>
                <a:spcPts val="200"/>
              </a:spcBef>
              <a:spcAft>
                <a:spcPts val="0"/>
              </a:spcAft>
              <a:buFont typeface="Calibre" panose="020B0503030202060203" pitchFamily="34" charset="0"/>
              <a:buChar char="–"/>
              <a:defRPr sz="900">
                <a:latin typeface="Calibre" panose="020B0503030202060203" pitchFamily="34" charset="0"/>
              </a:defRPr>
            </a:lvl3pPr>
            <a:lvl4pPr marL="216000" marR="0" indent="-108000">
              <a:lnSpc>
                <a:spcPct val="100000"/>
              </a:lnSpc>
              <a:spcBef>
                <a:spcPts val="200"/>
              </a:spcBef>
              <a:spcAft>
                <a:spcPts val="0"/>
              </a:spcAft>
              <a:buFont typeface="Arial" panose="020B0604020202020204" pitchFamily="34" charset="0"/>
              <a:buChar char="•"/>
              <a:defRPr sz="900">
                <a:latin typeface="Calibre" panose="020B0503030202060203" pitchFamily="34" charset="0"/>
              </a:defRPr>
            </a:lvl4pPr>
            <a:lvl5pPr marL="0" marR="0" indent="0">
              <a:lnSpc>
                <a:spcPct val="100000"/>
              </a:lnSpc>
              <a:spcBef>
                <a:spcPts val="300"/>
              </a:spcBef>
              <a:spcAft>
                <a:spcPts val="0"/>
              </a:spcAft>
              <a:buNone/>
              <a:defRPr sz="900">
                <a:latin typeface="Calibre Semibold" panose="020B0703030202060203" pitchFamily="34" charset="0"/>
              </a:defRPr>
            </a:lvl5pPr>
            <a:lvl6pPr marL="0" marR="0" indent="0">
              <a:lnSpc>
                <a:spcPct val="100000"/>
              </a:lnSpc>
              <a:spcBef>
                <a:spcPts val="300"/>
              </a:spcBef>
              <a:spcAft>
                <a:spcPts val="0"/>
              </a:spcAft>
              <a:defRPr sz="800">
                <a:latin typeface="Calibre Semibold" panose="020B0703030202060203" pitchFamily="34" charset="0"/>
              </a:defRPr>
            </a:lvl6pPr>
            <a:lvl7pPr marL="0" marR="0" indent="0">
              <a:lnSpc>
                <a:spcPct val="100000"/>
              </a:lnSpc>
              <a:spcBef>
                <a:spcPts val="200"/>
              </a:spcBef>
              <a:spcAft>
                <a:spcPts val="0"/>
              </a:spcAft>
              <a:defRPr sz="800">
                <a:latin typeface="Calibre" panose="020B0503030202060203" pitchFamily="34" charset="0"/>
              </a:defRPr>
            </a:lvl7pPr>
            <a:lvl8pPr marL="108000" marR="0" indent="-108000">
              <a:lnSpc>
                <a:spcPct val="100000"/>
              </a:lnSpc>
              <a:spcBef>
                <a:spcPts val="200"/>
              </a:spcBef>
              <a:spcAft>
                <a:spcPts val="0"/>
              </a:spcAft>
              <a:buFont typeface="Calibre" panose="020B0503030202060203" pitchFamily="34" charset="0"/>
              <a:buChar char="–"/>
              <a:defRPr sz="800">
                <a:latin typeface="Calibre" panose="020B0503030202060203" pitchFamily="34" charset="0"/>
              </a:defRPr>
            </a:lvl8pPr>
            <a:lvl9pPr marL="216000" marR="0" indent="-108000">
              <a:lnSpc>
                <a:spcPct val="100000"/>
              </a:lnSpc>
              <a:spcBef>
                <a:spcPts val="200"/>
              </a:spcBef>
              <a:spcAft>
                <a:spcPts val="0"/>
              </a:spcAft>
              <a:buFont typeface="Arial" panose="020B0604020202020204" pitchFamily="34" charset="0"/>
              <a:buChar char="•"/>
              <a:defRPr sz="800">
                <a:latin typeface="Calibre" panose="020B0503030202060203" pitchFamily="34" charset="0"/>
              </a:defRPr>
            </a:lvl9pPr>
          </a:lstStyle>
          <a:p>
            <a:pPr lvl="0"/>
            <a:r>
              <a:rPr lang="en-GB" dirty="0"/>
              <a:t>Notes title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cxnSp>
        <p:nvCxnSpPr>
          <p:cNvPr id="19" name="LoS - Fixed">
            <a:extLst>
              <a:ext uri="{FF2B5EF4-FFF2-40B4-BE49-F238E27FC236}">
                <a16:creationId xmlns:a16="http://schemas.microsoft.com/office/drawing/2014/main" id="{585E1CF6-3840-7874-086D-78AEE1828F89}"/>
              </a:ext>
              <a:ext uri="{C183D7F6-B498-43B3-948B-1728B52AA6E4}">
                <adec:decorative xmlns:adec="http://schemas.microsoft.com/office/drawing/2017/decorative" val="1"/>
              </a:ext>
            </a:extLst>
          </p:cNvPr>
          <p:cNvCxnSpPr>
            <a:cxnSpLocks/>
          </p:cNvCxnSpPr>
          <p:nvPr userDrawn="1"/>
        </p:nvCxnSpPr>
        <p:spPr>
          <a:xfrm>
            <a:off x="503239" y="1600200"/>
            <a:ext cx="0" cy="3656013"/>
          </a:xfrm>
          <a:prstGeom prst="line">
            <a:avLst/>
          </a:prstGeom>
          <a:ln w="63500">
            <a:solidFill>
              <a:srgbClr val="17E88F"/>
            </a:solidFill>
          </a:ln>
        </p:spPr>
        <p:style>
          <a:lnRef idx="1">
            <a:schemeClr val="accent1"/>
          </a:lnRef>
          <a:fillRef idx="0">
            <a:schemeClr val="accent1"/>
          </a:fillRef>
          <a:effectRef idx="0">
            <a:schemeClr val="accent1"/>
          </a:effectRef>
          <a:fontRef idx="minor">
            <a:schemeClr val="tx1"/>
          </a:fontRef>
        </p:style>
      </p:cxnSp>
      <p:grpSp>
        <p:nvGrpSpPr>
          <p:cNvPr id="3" name="Text Styles Guidance">
            <a:extLst>
              <a:ext uri="{FF2B5EF4-FFF2-40B4-BE49-F238E27FC236}">
                <a16:creationId xmlns:a16="http://schemas.microsoft.com/office/drawing/2014/main" id="{5A7CE67B-AF5D-7E04-6C49-E3D30A8FF654}"/>
              </a:ext>
              <a:ext uri="{C183D7F6-B498-43B3-948B-1728B52AA6E4}">
                <adec:decorative xmlns:adec="http://schemas.microsoft.com/office/drawing/2017/decorative" val="1"/>
              </a:ext>
            </a:extLst>
          </p:cNvPr>
          <p:cNvGrpSpPr>
            <a:grpSpLocks noGrp="1" noUngrp="1" noRot="1" noMove="1" noResize="1"/>
          </p:cNvGrpSpPr>
          <p:nvPr userDrawn="1"/>
        </p:nvGrpSpPr>
        <p:grpSpPr>
          <a:xfrm>
            <a:off x="-2322513" y="452438"/>
            <a:ext cx="1969750" cy="1731874"/>
            <a:chOff x="-2322513" y="1484313"/>
            <a:chExt cx="1969750" cy="1731874"/>
          </a:xfrm>
        </p:grpSpPr>
        <p:grpSp>
          <p:nvGrpSpPr>
            <p:cNvPr id="5" name="Group 4">
              <a:extLst>
                <a:ext uri="{FF2B5EF4-FFF2-40B4-BE49-F238E27FC236}">
                  <a16:creationId xmlns:a16="http://schemas.microsoft.com/office/drawing/2014/main" id="{E74A7282-226F-3692-CDF5-890895D3BB2A}"/>
                </a:ext>
              </a:extLst>
            </p:cNvPr>
            <p:cNvGrpSpPr>
              <a:grpSpLocks noGrp="1" noUngrp="1" noRot="1" noMove="1" noResize="1"/>
            </p:cNvGrpSpPr>
            <p:nvPr userDrawn="1"/>
          </p:nvGrpSpPr>
          <p:grpSpPr>
            <a:xfrm>
              <a:off x="-2317919" y="1484313"/>
              <a:ext cx="1960563" cy="1231106"/>
              <a:chOff x="-2322513" y="195104"/>
              <a:chExt cx="1960563" cy="1231106"/>
            </a:xfrm>
          </p:grpSpPr>
          <p:sp>
            <p:nvSpPr>
              <p:cNvPr id="13" name="Guidance">
                <a:extLst>
                  <a:ext uri="{FF2B5EF4-FFF2-40B4-BE49-F238E27FC236}">
                    <a16:creationId xmlns:a16="http://schemas.microsoft.com/office/drawing/2014/main" id="{BCE8A02B-3807-0D55-B9E7-FCD2309C63BD}"/>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984885"/>
              </a:xfrm>
              <a:prstGeom prst="rect">
                <a:avLst/>
              </a:prstGeom>
              <a:solidFill>
                <a:srgbClr val="C0D4CB"/>
              </a:solidFill>
            </p:spPr>
            <p:txBody>
              <a:bodyPr wrap="square" lIns="72000" rIns="72000" rtlCol="0">
                <a:noAutofit/>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Each text frame has nine pre-formatted styles defined for you to use.</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To access the styles, use the Increase/Decrease List Level commands found in Home &gt; Paragraph tools:</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800" b="0" i="0" u="none" strike="noStrike" kern="1200" cap="none" spc="0" normalizeH="0" baseline="0" noProof="0" dirty="0">
                  <a:ln>
                    <a:noFill/>
                  </a:ln>
                  <a:solidFill>
                    <a:srgbClr val="012A2D"/>
                  </a:solidFill>
                  <a:effectLst/>
                  <a:uLnTx/>
                  <a:uFillTx/>
                  <a:latin typeface="Calibre"/>
                </a:endParaRPr>
              </a:p>
            </p:txBody>
          </p:sp>
          <p:sp>
            <p:nvSpPr>
              <p:cNvPr id="15" name="Guidance">
                <a:extLst>
                  <a:ext uri="{FF2B5EF4-FFF2-40B4-BE49-F238E27FC236}">
                    <a16:creationId xmlns:a16="http://schemas.microsoft.com/office/drawing/2014/main" id="{889FCAF2-F788-3B8D-6EFC-F88C353D212C}"/>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Text styles</a:t>
                </a:r>
              </a:p>
            </p:txBody>
          </p:sp>
        </p:grpSp>
        <p:grpSp>
          <p:nvGrpSpPr>
            <p:cNvPr id="7" name="Group 6">
              <a:extLst>
                <a:ext uri="{FF2B5EF4-FFF2-40B4-BE49-F238E27FC236}">
                  <a16:creationId xmlns:a16="http://schemas.microsoft.com/office/drawing/2014/main" id="{16B3763C-4EFE-EF3A-15CE-5A9422CB0E3D}"/>
                </a:ext>
              </a:extLst>
            </p:cNvPr>
            <p:cNvGrpSpPr>
              <a:grpSpLocks noGrp="1" noUngrp="1" noRot="1" noMove="1" noResize="1"/>
            </p:cNvGrpSpPr>
            <p:nvPr userDrawn="1"/>
          </p:nvGrpSpPr>
          <p:grpSpPr>
            <a:xfrm>
              <a:off x="-2322513" y="2655826"/>
              <a:ext cx="1969750" cy="560361"/>
              <a:chOff x="3911096" y="2800206"/>
              <a:chExt cx="4420607" cy="1257587"/>
            </a:xfrm>
          </p:grpSpPr>
          <p:pic>
            <p:nvPicPr>
              <p:cNvPr id="9" name="Picture 8">
                <a:extLst>
                  <a:ext uri="{FF2B5EF4-FFF2-40B4-BE49-F238E27FC236}">
                    <a16:creationId xmlns:a16="http://schemas.microsoft.com/office/drawing/2014/main" id="{BBAD7E0E-F7DC-E8F5-C5BE-948FE905EA2A}"/>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3911096" y="2800206"/>
                <a:ext cx="4420607" cy="1257587"/>
              </a:xfrm>
              <a:prstGeom prst="rect">
                <a:avLst/>
              </a:prstGeom>
            </p:spPr>
          </p:pic>
          <p:sp>
            <p:nvSpPr>
              <p:cNvPr id="11" name="Rectangle 10">
                <a:extLst>
                  <a:ext uri="{FF2B5EF4-FFF2-40B4-BE49-F238E27FC236}">
                    <a16:creationId xmlns:a16="http://schemas.microsoft.com/office/drawing/2014/main" id="{C75A3823-0832-51E0-2FEC-2069EED0F547}"/>
                  </a:ext>
                </a:extLst>
              </p:cNvPr>
              <p:cNvSpPr>
                <a:spLocks noGrp="1" noRot="1" noMove="1" noResize="1" noEditPoints="1" noAdjustHandles="1" noChangeArrowheads="1" noChangeShapeType="1"/>
              </p:cNvSpPr>
              <p:nvPr/>
            </p:nvSpPr>
            <p:spPr>
              <a:xfrm>
                <a:off x="5074444" y="2959894"/>
                <a:ext cx="669131" cy="285750"/>
              </a:xfrm>
              <a:prstGeom prst="rect">
                <a:avLst/>
              </a:prstGeom>
              <a:noFill/>
              <a:ln w="6350" cap="flat" cmpd="sng" algn="ctr">
                <a:solidFill>
                  <a:srgbClr val="FF0000"/>
                </a:solidFill>
                <a:prstDash val="solid"/>
                <a:miter lim="800000"/>
              </a:ln>
              <a:effectLst/>
            </p:spPr>
            <p:txBody>
              <a:bodyPr rtlCol="0" anchor="ctr">
                <a:noAutofit/>
              </a:bodyPr>
              <a:lstStyle/>
              <a:p>
                <a:pPr marL="0" marR="0" lvl="0" indent="0" algn="ctr"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1200" b="0" i="0" u="none" strike="noStrike" kern="1200" cap="none" spc="0" normalizeH="0" baseline="0" noProof="0" dirty="0">
                  <a:ln>
                    <a:noFill/>
                  </a:ln>
                  <a:solidFill>
                    <a:srgbClr val="FFFFFF"/>
                  </a:solidFill>
                  <a:effectLst/>
                  <a:uLnTx/>
                  <a:uFillTx/>
                  <a:latin typeface="Calibre"/>
                  <a:ea typeface="+mn-ea"/>
                  <a:cs typeface="+mn-cs"/>
                </a:endParaRPr>
              </a:p>
            </p:txBody>
          </p:sp>
        </p:grpSp>
      </p:grpSp>
    </p:spTree>
    <p:extLst>
      <p:ext uri="{BB962C8B-B14F-4D97-AF65-F5344CB8AC3E}">
        <p14:creationId xmlns:p14="http://schemas.microsoft.com/office/powerpoint/2010/main" val="3929312420"/>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Key Number: Option 02 light">
    <p:bg>
      <p:bgPr>
        <a:solidFill>
          <a:srgbClr val="F6F6F6"/>
        </a:solidFill>
        <a:effectLst/>
      </p:bgPr>
    </p:bg>
    <p:spTree>
      <p:nvGrpSpPr>
        <p:cNvPr id="1" name=""/>
        <p:cNvGrpSpPr/>
        <p:nvPr/>
      </p:nvGrpSpPr>
      <p:grpSpPr>
        <a:xfrm>
          <a:off x="0" y="0"/>
          <a:ext cx="0" cy="0"/>
          <a:chOff x="0" y="0"/>
          <a:chExt cx="0" cy="0"/>
        </a:xfrm>
      </p:grpSpPr>
      <p:sp>
        <p:nvSpPr>
          <p:cNvPr id="20" name="White Color Block BG">
            <a:extLst>
              <a:ext uri="{FF2B5EF4-FFF2-40B4-BE49-F238E27FC236}">
                <a16:creationId xmlns:a16="http://schemas.microsoft.com/office/drawing/2014/main" id="{874B4A39-EB59-B7C0-BFC9-DC5CD4EEE5F0}"/>
              </a:ext>
              <a:ext uri="{C183D7F6-B498-43B3-948B-1728B52AA6E4}">
                <adec:decorative xmlns:adec="http://schemas.microsoft.com/office/drawing/2017/decorative" val="1"/>
              </a:ext>
            </a:extLst>
          </p:cNvPr>
          <p:cNvSpPr/>
          <p:nvPr userDrawn="1"/>
        </p:nvSpPr>
        <p:spPr>
          <a:xfrm>
            <a:off x="0" y="0"/>
            <a:ext cx="12192000" cy="3378200"/>
          </a:xfrm>
          <a:prstGeom prst="rect">
            <a:avLst/>
          </a:prstGeom>
          <a:solidFill>
            <a:srgbClr val="FFFFFF"/>
          </a:solidFill>
        </p:spPr>
        <p:txBody>
          <a:bodyPr wrap="square" lIns="72000" tIns="46800" rIns="72000" bIns="46800" rtlCol="0" anchor="ctr" anchorCtr="1">
            <a:noAutofit/>
          </a:bodyPr>
          <a:lstStyle/>
          <a:p>
            <a:pPr algn="ctr"/>
            <a:endParaRPr lang="en-GB" dirty="0">
              <a:solidFill>
                <a:schemeClr val="bg1"/>
              </a:solidFill>
            </a:endParaRPr>
          </a:p>
        </p:txBody>
      </p:sp>
      <p:sp>
        <p:nvSpPr>
          <p:cNvPr id="8" name="Main Title Placeholder">
            <a:extLst>
              <a:ext uri="{FF2B5EF4-FFF2-40B4-BE49-F238E27FC236}">
                <a16:creationId xmlns:a16="http://schemas.microsoft.com/office/drawing/2014/main" id="{0AB1EEEC-0D13-0BD5-86C1-FEA968AFEE5B}"/>
              </a:ext>
            </a:extLst>
          </p:cNvPr>
          <p:cNvSpPr>
            <a:spLocks noGrp="1"/>
          </p:cNvSpPr>
          <p:nvPr>
            <p:ph type="body" sz="quarter" idx="11" hasCustomPrompt="1"/>
          </p:nvPr>
        </p:nvSpPr>
        <p:spPr>
          <a:xfrm>
            <a:off x="1531939" y="973139"/>
            <a:ext cx="3487736" cy="1778000"/>
          </a:xfrm>
        </p:spPr>
        <p:txBody>
          <a:bodyPr anchor="t" anchorCtr="0"/>
          <a:lstStyle>
            <a:lvl1pPr marL="0" indent="0" algn="l">
              <a:lnSpc>
                <a:spcPct val="80000"/>
              </a:lnSpc>
              <a:spcBef>
                <a:spcPts val="1200"/>
              </a:spcBef>
              <a:spcAft>
                <a:spcPts val="1200"/>
              </a:spcAft>
              <a:buFont typeface="Arial" panose="020B0604020202020204" pitchFamily="34" charset="0"/>
              <a:buNone/>
              <a:defRPr sz="4200">
                <a:solidFill>
                  <a:schemeClr val="tx1"/>
                </a:solidFill>
                <a:latin typeface="+mj-lt"/>
              </a:defRPr>
            </a:lvl1pPr>
            <a:lvl2pPr marL="0" indent="0" algn="l">
              <a:lnSpc>
                <a:spcPct val="80000"/>
              </a:lnSpc>
              <a:spcBef>
                <a:spcPts val="1200"/>
              </a:spcBef>
              <a:spcAft>
                <a:spcPts val="1200"/>
              </a:spcAft>
              <a:buFont typeface="Arial" panose="020B0604020202020204" pitchFamily="34" charset="0"/>
              <a:buNone/>
              <a:defRPr sz="3600">
                <a:solidFill>
                  <a:schemeClr val="tx1"/>
                </a:solidFill>
                <a:latin typeface="+mj-lt"/>
              </a:defRPr>
            </a:lvl2pPr>
            <a:lvl3pPr marL="0" indent="0" algn="l">
              <a:lnSpc>
                <a:spcPct val="80000"/>
              </a:lnSpc>
              <a:spcBef>
                <a:spcPts val="1200"/>
              </a:spcBef>
              <a:spcAft>
                <a:spcPts val="1200"/>
              </a:spcAft>
              <a:buFont typeface="Arial" panose="020B0604020202020204" pitchFamily="34" charset="0"/>
              <a:buNone/>
              <a:defRPr sz="3200">
                <a:solidFill>
                  <a:schemeClr val="tx1"/>
                </a:solidFill>
                <a:latin typeface="+mj-lt"/>
              </a:defRPr>
            </a:lvl3pPr>
            <a:lvl4pPr marL="0" indent="0" algn="l">
              <a:lnSpc>
                <a:spcPct val="80000"/>
              </a:lnSpc>
              <a:spcBef>
                <a:spcPts val="1200"/>
              </a:spcBef>
              <a:spcAft>
                <a:spcPts val="1200"/>
              </a:spcAft>
              <a:buNone/>
              <a:defRPr sz="2800">
                <a:solidFill>
                  <a:schemeClr val="tx1"/>
                </a:solidFill>
                <a:latin typeface="+mj-lt"/>
              </a:defRPr>
            </a:lvl4pPr>
            <a:lvl5pPr marL="0" indent="0" algn="l">
              <a:lnSpc>
                <a:spcPct val="80000"/>
              </a:lnSpc>
              <a:spcBef>
                <a:spcPts val="1200"/>
              </a:spcBef>
              <a:spcAft>
                <a:spcPts val="1200"/>
              </a:spcAft>
              <a:buNone/>
              <a:defRPr sz="2200">
                <a:solidFill>
                  <a:schemeClr val="tx1"/>
                </a:solidFill>
                <a:latin typeface="+mj-lt"/>
              </a:defRPr>
            </a:lvl5pPr>
            <a:lvl6pPr marL="0" indent="0" algn="l">
              <a:lnSpc>
                <a:spcPct val="80000"/>
              </a:lnSpc>
              <a:spcBef>
                <a:spcPts val="0"/>
              </a:spcBef>
              <a:spcAft>
                <a:spcPts val="600"/>
              </a:spcAft>
              <a:buFont typeface="Arial" panose="020B0604020202020204" pitchFamily="34" charset="0"/>
              <a:buNone/>
              <a:defRPr sz="1600">
                <a:solidFill>
                  <a:schemeClr val="tx1"/>
                </a:solidFill>
                <a:latin typeface="Calibre Semibold" panose="020B0703030202060203" pitchFamily="34" charset="0"/>
              </a:defRPr>
            </a:lvl6pPr>
            <a:lvl7pPr marL="0" indent="0" algn="l">
              <a:lnSpc>
                <a:spcPct val="75000"/>
              </a:lnSpc>
              <a:spcBef>
                <a:spcPts val="0"/>
              </a:spcBef>
              <a:spcAft>
                <a:spcPts val="600"/>
              </a:spcAft>
              <a:buFont typeface="Arial" panose="020B0604020202020204" pitchFamily="34" charset="0"/>
              <a:buNone/>
              <a:defRPr sz="1600">
                <a:solidFill>
                  <a:schemeClr val="tx1"/>
                </a:solidFill>
                <a:latin typeface="Calibre Light" panose="020B0303030202060203" pitchFamily="34" charset="0"/>
              </a:defRPr>
            </a:lvl7pPr>
            <a:lvl8pPr marL="0" indent="0" algn="l">
              <a:lnSpc>
                <a:spcPct val="75000"/>
              </a:lnSpc>
              <a:spcBef>
                <a:spcPts val="0"/>
              </a:spcBef>
              <a:spcAft>
                <a:spcPts val="600"/>
              </a:spcAft>
              <a:buFont typeface="Arial" panose="020B0604020202020204" pitchFamily="34" charset="0"/>
              <a:buNone/>
              <a:defRPr sz="1050">
                <a:solidFill>
                  <a:schemeClr val="tx1"/>
                </a:solidFill>
                <a:latin typeface="Calibre Semibold" panose="020B0703030202060203" pitchFamily="34" charset="0"/>
              </a:defRPr>
            </a:lvl8pPr>
            <a:lvl9pPr marL="0" indent="0" algn="l">
              <a:lnSpc>
                <a:spcPct val="75000"/>
              </a:lnSpc>
              <a:spcBef>
                <a:spcPts val="0"/>
              </a:spcBef>
              <a:spcAft>
                <a:spcPts val="600"/>
              </a:spcAft>
              <a:buNone/>
              <a:defRPr sz="1050">
                <a:solidFill>
                  <a:schemeClr val="tx1"/>
                </a:solidFill>
                <a:latin typeface="+mn-lt"/>
              </a:defRPr>
            </a:lvl9pPr>
          </a:lstStyle>
          <a:p>
            <a:pPr lvl="0"/>
            <a:r>
              <a:rPr lang="en-GB" dirty="0"/>
              <a:t>Subject title  – max three lines – use text levels  for other sizes</a:t>
            </a:r>
          </a:p>
          <a:p>
            <a:pPr lvl="1"/>
            <a:r>
              <a:rPr lang="en-GB" dirty="0"/>
              <a:t>36pt</a:t>
            </a:r>
          </a:p>
          <a:p>
            <a:pPr lvl="2"/>
            <a:r>
              <a:rPr lang="en-GB" dirty="0"/>
              <a:t>32pt</a:t>
            </a:r>
          </a:p>
          <a:p>
            <a:pPr lvl="3"/>
            <a:r>
              <a:rPr lang="en-GB" dirty="0"/>
              <a:t>28pt</a:t>
            </a:r>
          </a:p>
          <a:p>
            <a:pPr lvl="4"/>
            <a:r>
              <a:rPr lang="en-GB" dirty="0"/>
              <a:t>22pt</a:t>
            </a:r>
          </a:p>
          <a:p>
            <a:pPr lvl="5"/>
            <a:r>
              <a:rPr lang="en-GB" dirty="0"/>
              <a:t>Attribution Name</a:t>
            </a:r>
          </a:p>
          <a:p>
            <a:pPr lvl="6"/>
            <a:r>
              <a:rPr lang="en-GB" dirty="0"/>
              <a:t>Attribution Title</a:t>
            </a:r>
          </a:p>
          <a:p>
            <a:pPr lvl="7"/>
            <a:r>
              <a:rPr lang="en-GB" dirty="0"/>
              <a:t>Caption</a:t>
            </a:r>
          </a:p>
          <a:p>
            <a:pPr lvl="8"/>
            <a:r>
              <a:rPr lang="en-GB" dirty="0"/>
              <a:t>Caption copy</a:t>
            </a:r>
          </a:p>
        </p:txBody>
      </p:sp>
      <p:sp>
        <p:nvSpPr>
          <p:cNvPr id="12" name="Subheading Placeholder">
            <a:extLst>
              <a:ext uri="{FF2B5EF4-FFF2-40B4-BE49-F238E27FC236}">
                <a16:creationId xmlns:a16="http://schemas.microsoft.com/office/drawing/2014/main" id="{7686CD6E-3238-BA56-8AEE-517E1259F967}"/>
              </a:ext>
            </a:extLst>
          </p:cNvPr>
          <p:cNvSpPr>
            <a:spLocks noGrp="1"/>
          </p:cNvSpPr>
          <p:nvPr>
            <p:ph type="body" sz="quarter" idx="13" hasCustomPrompt="1"/>
          </p:nvPr>
        </p:nvSpPr>
        <p:spPr>
          <a:xfrm>
            <a:off x="6656388" y="973139"/>
            <a:ext cx="3487736" cy="1778000"/>
          </a:xfrm>
        </p:spPr>
        <p:txBody>
          <a:bodyPr/>
          <a:lstStyle>
            <a:lvl1pPr>
              <a:spcBef>
                <a:spcPts val="600"/>
              </a:spcBef>
              <a:spcAft>
                <a:spcPts val="0"/>
              </a:spcAft>
              <a:defRPr sz="1600">
                <a:latin typeface="Calibre Semibold" panose="020B0703030202060203" pitchFamily="34" charset="0"/>
              </a:defRPr>
            </a:lvl1pPr>
            <a:lvl2pPr>
              <a:lnSpc>
                <a:spcPct val="100000"/>
              </a:lnSpc>
              <a:spcBef>
                <a:spcPts val="300"/>
              </a:spcBef>
              <a:spcAft>
                <a:spcPts val="300"/>
              </a:spcAft>
              <a:defRPr sz="1200">
                <a:latin typeface="+mn-lt"/>
              </a:defRPr>
            </a:lvl2pPr>
            <a:lvl3pPr marL="180000" indent="-180000">
              <a:buFont typeface="Calibre" panose="020B0503030202060203" pitchFamily="34" charset="0"/>
              <a:buChar char="–"/>
              <a:defRPr/>
            </a:lvl3pPr>
            <a:lvl4pPr marL="365760" indent="-182880">
              <a:buFont typeface="Arial" panose="020B0604020202020204" pitchFamily="34" charset="0"/>
              <a:buChar char="•"/>
              <a:defRPr/>
            </a:lvl4pPr>
            <a:lvl5pPr marL="0" indent="0">
              <a:lnSpc>
                <a:spcPct val="100000"/>
              </a:lnSpc>
              <a:spcBef>
                <a:spcPts val="600"/>
              </a:spcBef>
              <a:spcAft>
                <a:spcPts val="0"/>
              </a:spcAft>
              <a:buNone/>
              <a:defRPr sz="1200">
                <a:latin typeface="Calibre Semibold" panose="020B0703030202060203" pitchFamily="34" charset="0"/>
              </a:defRPr>
            </a:lvl5pPr>
            <a:lvl6pPr>
              <a:defRPr sz="1050"/>
            </a:lvl6pPr>
            <a:lvl7pPr>
              <a:spcBef>
                <a:spcPts val="300"/>
              </a:spcBef>
              <a:spcAft>
                <a:spcPts val="300"/>
              </a:spcAft>
              <a:defRPr>
                <a:latin typeface="+mn-lt"/>
              </a:defRPr>
            </a:lvl7pPr>
            <a:lvl8pPr marL="180000" indent="-180000">
              <a:spcBef>
                <a:spcPts val="200"/>
              </a:spcBef>
              <a:spcAft>
                <a:spcPts val="200"/>
              </a:spcAft>
              <a:buFont typeface="Calibre" panose="020B0503030202060203" pitchFamily="34" charset="0"/>
              <a:buChar char="–"/>
              <a:defRPr/>
            </a:lvl8pPr>
            <a:lvl9pPr marL="365760" indent="-182880">
              <a:buFont typeface="Arial" panose="020B0604020202020204" pitchFamily="34" charset="0"/>
              <a:buChar char="•"/>
              <a:defRPr/>
            </a:lvl9pPr>
          </a:lstStyle>
          <a:p>
            <a:pPr lvl="0"/>
            <a:r>
              <a:rPr lang="en-GB" dirty="0"/>
              <a:t>Subheading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sp>
        <p:nvSpPr>
          <p:cNvPr id="16" name="Key Number Placeholder">
            <a:extLst>
              <a:ext uri="{FF2B5EF4-FFF2-40B4-BE49-F238E27FC236}">
                <a16:creationId xmlns:a16="http://schemas.microsoft.com/office/drawing/2014/main" id="{2C83130E-3D96-9313-B0E7-8DF90A4A1777}"/>
              </a:ext>
            </a:extLst>
          </p:cNvPr>
          <p:cNvSpPr>
            <a:spLocks noGrp="1"/>
          </p:cNvSpPr>
          <p:nvPr>
            <p:ph type="body" sz="quarter" idx="15" hasCustomPrompt="1"/>
          </p:nvPr>
        </p:nvSpPr>
        <p:spPr>
          <a:xfrm>
            <a:off x="6656387" y="4616450"/>
            <a:ext cx="5024438" cy="1709928"/>
          </a:xfrm>
        </p:spPr>
        <p:txBody>
          <a:bodyPr anchor="b" anchorCtr="0"/>
          <a:lstStyle>
            <a:lvl1pPr marL="0" indent="0">
              <a:lnSpc>
                <a:spcPct val="60000"/>
              </a:lnSpc>
              <a:spcBef>
                <a:spcPts val="0"/>
              </a:spcBef>
              <a:spcAft>
                <a:spcPts val="600"/>
              </a:spcAft>
              <a:buFont typeface="Arial" panose="020B0604020202020204" pitchFamily="34" charset="0"/>
              <a:buNone/>
              <a:defRPr sz="17500">
                <a:latin typeface="Calibre Light" panose="020B0303030202060203" pitchFamily="34" charset="0"/>
              </a:defRPr>
            </a:lvl1pPr>
            <a:lvl2pPr marL="0" indent="0">
              <a:lnSpc>
                <a:spcPct val="60000"/>
              </a:lnSpc>
              <a:spcBef>
                <a:spcPts val="0"/>
              </a:spcBef>
              <a:spcAft>
                <a:spcPts val="600"/>
              </a:spcAft>
              <a:buFont typeface="Arial" panose="020B0604020202020204" pitchFamily="34" charset="0"/>
              <a:buNone/>
              <a:defRPr sz="13800">
                <a:latin typeface="Calibre Light" panose="020B0303030202060203" pitchFamily="34" charset="0"/>
              </a:defRPr>
            </a:lvl2pPr>
            <a:lvl3pPr marL="0" indent="0">
              <a:lnSpc>
                <a:spcPct val="75000"/>
              </a:lnSpc>
              <a:spcBef>
                <a:spcPts val="0"/>
              </a:spcBef>
              <a:spcAft>
                <a:spcPts val="600"/>
              </a:spcAft>
              <a:buFont typeface="Arial" panose="020B0604020202020204" pitchFamily="34" charset="0"/>
              <a:buNone/>
              <a:defRPr sz="11000">
                <a:latin typeface="Calibre Light" panose="020B0303030202060203" pitchFamily="34" charset="0"/>
              </a:defRPr>
            </a:lvl3pPr>
            <a:lvl4pPr marL="0" indent="0">
              <a:lnSpc>
                <a:spcPct val="75000"/>
              </a:lnSpc>
              <a:spcBef>
                <a:spcPts val="0"/>
              </a:spcBef>
              <a:spcAft>
                <a:spcPts val="600"/>
              </a:spcAft>
              <a:buNone/>
              <a:defRPr sz="8800">
                <a:latin typeface="Calibre Light" panose="020B0303030202060203" pitchFamily="34" charset="0"/>
              </a:defRPr>
            </a:lvl4pPr>
            <a:lvl5pPr marL="0" indent="0">
              <a:lnSpc>
                <a:spcPct val="80000"/>
              </a:lnSpc>
              <a:spcBef>
                <a:spcPts val="0"/>
              </a:spcBef>
              <a:spcAft>
                <a:spcPts val="600"/>
              </a:spcAft>
              <a:buNone/>
              <a:defRPr sz="7200">
                <a:latin typeface="Calibre Light" panose="020B0303030202060203" pitchFamily="34" charset="0"/>
              </a:defRPr>
            </a:lvl5pPr>
            <a:lvl6pPr marL="0" indent="0">
              <a:lnSpc>
                <a:spcPct val="80000"/>
              </a:lnSpc>
              <a:spcBef>
                <a:spcPts val="0"/>
              </a:spcBef>
              <a:spcAft>
                <a:spcPts val="600"/>
              </a:spcAft>
              <a:buFont typeface="Arial" panose="020B0604020202020204" pitchFamily="34" charset="0"/>
              <a:buNone/>
              <a:defRPr sz="6600">
                <a:latin typeface="Calibre Light" panose="020B0303030202060203" pitchFamily="34" charset="0"/>
              </a:defRPr>
            </a:lvl6pPr>
            <a:lvl7pPr marL="0" indent="0">
              <a:lnSpc>
                <a:spcPct val="80000"/>
              </a:lnSpc>
              <a:spcBef>
                <a:spcPts val="0"/>
              </a:spcBef>
              <a:spcAft>
                <a:spcPts val="600"/>
              </a:spcAft>
              <a:buFont typeface="Arial" panose="020B0604020202020204" pitchFamily="34" charset="0"/>
              <a:buNone/>
              <a:defRPr sz="5400">
                <a:latin typeface="Calibre Light" panose="020B0303030202060203" pitchFamily="34" charset="0"/>
              </a:defRPr>
            </a:lvl7pPr>
            <a:lvl8pPr marL="0" indent="0">
              <a:lnSpc>
                <a:spcPct val="80000"/>
              </a:lnSpc>
              <a:spcBef>
                <a:spcPts val="0"/>
              </a:spcBef>
              <a:spcAft>
                <a:spcPts val="600"/>
              </a:spcAft>
              <a:buFont typeface="Arial" panose="020B0604020202020204" pitchFamily="34" charset="0"/>
              <a:buNone/>
              <a:defRPr sz="4800">
                <a:latin typeface="Calibre Light" panose="020B0303030202060203" pitchFamily="34" charset="0"/>
              </a:defRPr>
            </a:lvl8pPr>
            <a:lvl9pPr marL="0" indent="0">
              <a:lnSpc>
                <a:spcPct val="80000"/>
              </a:lnSpc>
              <a:spcBef>
                <a:spcPts val="0"/>
              </a:spcBef>
              <a:spcAft>
                <a:spcPts val="600"/>
              </a:spcAft>
              <a:buNone/>
              <a:defRPr sz="4000">
                <a:latin typeface="Calibre Light" panose="020B0303030202060203" pitchFamily="34" charset="0"/>
              </a:defRPr>
            </a:lvl9pPr>
          </a:lstStyle>
          <a:p>
            <a:pPr lvl="0"/>
            <a:r>
              <a:rPr lang="en-GB" dirty="0"/>
              <a:t>Key #</a:t>
            </a:r>
          </a:p>
          <a:p>
            <a:pPr lvl="1"/>
            <a:r>
              <a:rPr lang="en-GB" dirty="0"/>
              <a:t>138pt</a:t>
            </a:r>
          </a:p>
          <a:p>
            <a:pPr lvl="2"/>
            <a:r>
              <a:rPr lang="en-GB" dirty="0"/>
              <a:t>110pt</a:t>
            </a:r>
          </a:p>
          <a:p>
            <a:pPr lvl="3"/>
            <a:r>
              <a:rPr lang="en-GB" dirty="0"/>
              <a:t>88pt</a:t>
            </a:r>
          </a:p>
          <a:p>
            <a:pPr lvl="4"/>
            <a:r>
              <a:rPr lang="en-GB" dirty="0"/>
              <a:t>72pt</a:t>
            </a:r>
          </a:p>
          <a:p>
            <a:pPr lvl="5"/>
            <a:r>
              <a:rPr lang="en-GB" dirty="0"/>
              <a:t>66pt</a:t>
            </a:r>
          </a:p>
          <a:p>
            <a:pPr lvl="6"/>
            <a:r>
              <a:rPr lang="en-GB" dirty="0"/>
              <a:t>54pt</a:t>
            </a:r>
          </a:p>
          <a:p>
            <a:pPr lvl="7"/>
            <a:r>
              <a:rPr lang="en-GB" dirty="0"/>
              <a:t>48pt</a:t>
            </a:r>
          </a:p>
          <a:p>
            <a:pPr lvl="8"/>
            <a:r>
              <a:rPr lang="en-GB" dirty="0"/>
              <a:t>40pt</a:t>
            </a:r>
          </a:p>
        </p:txBody>
      </p:sp>
      <p:sp>
        <p:nvSpPr>
          <p:cNvPr id="26" name="Notes Placeholder">
            <a:extLst>
              <a:ext uri="{FF2B5EF4-FFF2-40B4-BE49-F238E27FC236}">
                <a16:creationId xmlns:a16="http://schemas.microsoft.com/office/drawing/2014/main" id="{D05D0514-BFAE-8114-C2E5-E47E60921DC8}"/>
              </a:ext>
            </a:extLst>
          </p:cNvPr>
          <p:cNvSpPr>
            <a:spLocks noGrp="1"/>
          </p:cNvSpPr>
          <p:nvPr>
            <p:ph type="body" sz="quarter" idx="20" hasCustomPrompt="1"/>
          </p:nvPr>
        </p:nvSpPr>
        <p:spPr>
          <a:xfrm>
            <a:off x="511176" y="5357813"/>
            <a:ext cx="2468880" cy="1051560"/>
          </a:xfrm>
        </p:spPr>
        <p:txBody>
          <a:bodyPr anchor="b" anchorCtr="0"/>
          <a:lstStyle>
            <a:lvl1pPr marL="0" marR="0" indent="0">
              <a:lnSpc>
                <a:spcPct val="100000"/>
              </a:lnSpc>
              <a:spcBef>
                <a:spcPts val="300"/>
              </a:spcBef>
              <a:spcAft>
                <a:spcPts val="0"/>
              </a:spcAft>
              <a:defRPr sz="900">
                <a:latin typeface="Calibre Semibold" panose="020B0703030202060203" pitchFamily="34" charset="0"/>
              </a:defRPr>
            </a:lvl1pPr>
            <a:lvl2pPr marL="0" marR="0" indent="0">
              <a:lnSpc>
                <a:spcPct val="100000"/>
              </a:lnSpc>
              <a:spcBef>
                <a:spcPts val="300"/>
              </a:spcBef>
              <a:spcAft>
                <a:spcPts val="0"/>
              </a:spcAft>
              <a:defRPr sz="900">
                <a:latin typeface="Calibre" panose="020B0503030202060203" pitchFamily="34" charset="0"/>
              </a:defRPr>
            </a:lvl2pPr>
            <a:lvl3pPr marL="108000" marR="0" indent="-108000">
              <a:lnSpc>
                <a:spcPct val="100000"/>
              </a:lnSpc>
              <a:spcBef>
                <a:spcPts val="200"/>
              </a:spcBef>
              <a:spcAft>
                <a:spcPts val="0"/>
              </a:spcAft>
              <a:buFont typeface="Calibre" panose="020B0503030202060203" pitchFamily="34" charset="0"/>
              <a:buChar char="–"/>
              <a:defRPr sz="900">
                <a:latin typeface="Calibre" panose="020B0503030202060203" pitchFamily="34" charset="0"/>
              </a:defRPr>
            </a:lvl3pPr>
            <a:lvl4pPr marL="216000" marR="0" indent="-108000">
              <a:lnSpc>
                <a:spcPct val="100000"/>
              </a:lnSpc>
              <a:spcBef>
                <a:spcPts val="200"/>
              </a:spcBef>
              <a:spcAft>
                <a:spcPts val="0"/>
              </a:spcAft>
              <a:buFont typeface="Arial" panose="020B0604020202020204" pitchFamily="34" charset="0"/>
              <a:buChar char="•"/>
              <a:defRPr sz="900">
                <a:latin typeface="Calibre" panose="020B0503030202060203" pitchFamily="34" charset="0"/>
              </a:defRPr>
            </a:lvl4pPr>
            <a:lvl5pPr marL="0" marR="0" indent="0">
              <a:lnSpc>
                <a:spcPct val="100000"/>
              </a:lnSpc>
              <a:spcBef>
                <a:spcPts val="300"/>
              </a:spcBef>
              <a:spcAft>
                <a:spcPts val="0"/>
              </a:spcAft>
              <a:buNone/>
              <a:defRPr sz="900">
                <a:latin typeface="Calibre Semibold" panose="020B0703030202060203" pitchFamily="34" charset="0"/>
              </a:defRPr>
            </a:lvl5pPr>
            <a:lvl6pPr marL="0" marR="0" indent="0">
              <a:lnSpc>
                <a:spcPct val="100000"/>
              </a:lnSpc>
              <a:spcBef>
                <a:spcPts val="300"/>
              </a:spcBef>
              <a:spcAft>
                <a:spcPts val="0"/>
              </a:spcAft>
              <a:defRPr sz="800">
                <a:latin typeface="Calibre Semibold" panose="020B0703030202060203" pitchFamily="34" charset="0"/>
              </a:defRPr>
            </a:lvl6pPr>
            <a:lvl7pPr marL="0" marR="0" indent="0">
              <a:lnSpc>
                <a:spcPct val="100000"/>
              </a:lnSpc>
              <a:spcBef>
                <a:spcPts val="200"/>
              </a:spcBef>
              <a:spcAft>
                <a:spcPts val="0"/>
              </a:spcAft>
              <a:defRPr sz="800">
                <a:latin typeface="Calibre" panose="020B0503030202060203" pitchFamily="34" charset="0"/>
              </a:defRPr>
            </a:lvl7pPr>
            <a:lvl8pPr marL="108000" marR="0" indent="-108000">
              <a:lnSpc>
                <a:spcPct val="100000"/>
              </a:lnSpc>
              <a:spcBef>
                <a:spcPts val="200"/>
              </a:spcBef>
              <a:spcAft>
                <a:spcPts val="0"/>
              </a:spcAft>
              <a:buFont typeface="Calibre" panose="020B0503030202060203" pitchFamily="34" charset="0"/>
              <a:buChar char="–"/>
              <a:defRPr sz="800">
                <a:latin typeface="Calibre" panose="020B0503030202060203" pitchFamily="34" charset="0"/>
              </a:defRPr>
            </a:lvl8pPr>
            <a:lvl9pPr marL="216000" marR="0" indent="-108000">
              <a:lnSpc>
                <a:spcPct val="100000"/>
              </a:lnSpc>
              <a:spcBef>
                <a:spcPts val="200"/>
              </a:spcBef>
              <a:spcAft>
                <a:spcPts val="0"/>
              </a:spcAft>
              <a:buFont typeface="Arial" panose="020B0604020202020204" pitchFamily="34" charset="0"/>
              <a:buChar char="•"/>
              <a:defRPr sz="800">
                <a:latin typeface="Calibre" panose="020B0503030202060203" pitchFamily="34" charset="0"/>
              </a:defRPr>
            </a:lvl9pPr>
          </a:lstStyle>
          <a:p>
            <a:pPr lvl="0"/>
            <a:r>
              <a:rPr lang="en-GB" dirty="0"/>
              <a:t>Notes title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cxnSp>
        <p:nvCxnSpPr>
          <p:cNvPr id="10" name="LoS - Fixed">
            <a:extLst>
              <a:ext uri="{FF2B5EF4-FFF2-40B4-BE49-F238E27FC236}">
                <a16:creationId xmlns:a16="http://schemas.microsoft.com/office/drawing/2014/main" id="{C9F89FAD-E4BE-732F-B568-B72CF08A6847}"/>
              </a:ext>
              <a:ext uri="{C183D7F6-B498-43B3-948B-1728B52AA6E4}">
                <adec:decorative xmlns:adec="http://schemas.microsoft.com/office/drawing/2017/decorative" val="1"/>
              </a:ext>
            </a:extLst>
          </p:cNvPr>
          <p:cNvCxnSpPr>
            <a:cxnSpLocks/>
          </p:cNvCxnSpPr>
          <p:nvPr userDrawn="1"/>
        </p:nvCxnSpPr>
        <p:spPr>
          <a:xfrm>
            <a:off x="6096000" y="981075"/>
            <a:ext cx="0" cy="4895850"/>
          </a:xfrm>
          <a:prstGeom prst="line">
            <a:avLst/>
          </a:prstGeom>
          <a:ln w="63500">
            <a:solidFill>
              <a:srgbClr val="17E88F"/>
            </a:solidFill>
          </a:ln>
        </p:spPr>
        <p:style>
          <a:lnRef idx="1">
            <a:schemeClr val="accent1"/>
          </a:lnRef>
          <a:fillRef idx="0">
            <a:schemeClr val="accent1"/>
          </a:fillRef>
          <a:effectRef idx="0">
            <a:schemeClr val="accent1"/>
          </a:effectRef>
          <a:fontRef idx="minor">
            <a:schemeClr val="tx1"/>
          </a:fontRef>
        </p:style>
      </p:cxnSp>
      <p:grpSp>
        <p:nvGrpSpPr>
          <p:cNvPr id="3" name="Text Styles Guidance">
            <a:extLst>
              <a:ext uri="{FF2B5EF4-FFF2-40B4-BE49-F238E27FC236}">
                <a16:creationId xmlns:a16="http://schemas.microsoft.com/office/drawing/2014/main" id="{5A7CE67B-AF5D-7E04-6C49-E3D30A8FF654}"/>
              </a:ext>
              <a:ext uri="{C183D7F6-B498-43B3-948B-1728B52AA6E4}">
                <adec:decorative xmlns:adec="http://schemas.microsoft.com/office/drawing/2017/decorative" val="1"/>
              </a:ext>
            </a:extLst>
          </p:cNvPr>
          <p:cNvGrpSpPr>
            <a:grpSpLocks noGrp="1" noUngrp="1" noRot="1" noMove="1" noResize="1"/>
          </p:cNvGrpSpPr>
          <p:nvPr userDrawn="1"/>
        </p:nvGrpSpPr>
        <p:grpSpPr>
          <a:xfrm>
            <a:off x="-2322513" y="452438"/>
            <a:ext cx="1969750" cy="1731874"/>
            <a:chOff x="-2322513" y="1484313"/>
            <a:chExt cx="1969750" cy="1731874"/>
          </a:xfrm>
        </p:grpSpPr>
        <p:grpSp>
          <p:nvGrpSpPr>
            <p:cNvPr id="5" name="Group 4">
              <a:extLst>
                <a:ext uri="{FF2B5EF4-FFF2-40B4-BE49-F238E27FC236}">
                  <a16:creationId xmlns:a16="http://schemas.microsoft.com/office/drawing/2014/main" id="{E74A7282-226F-3692-CDF5-890895D3BB2A}"/>
                </a:ext>
              </a:extLst>
            </p:cNvPr>
            <p:cNvGrpSpPr>
              <a:grpSpLocks noGrp="1" noUngrp="1" noRot="1" noMove="1" noResize="1"/>
            </p:cNvGrpSpPr>
            <p:nvPr userDrawn="1"/>
          </p:nvGrpSpPr>
          <p:grpSpPr>
            <a:xfrm>
              <a:off x="-2317919" y="1484313"/>
              <a:ext cx="1960563" cy="1231106"/>
              <a:chOff x="-2322513" y="195104"/>
              <a:chExt cx="1960563" cy="1231106"/>
            </a:xfrm>
          </p:grpSpPr>
          <p:sp>
            <p:nvSpPr>
              <p:cNvPr id="13" name="Guidance">
                <a:extLst>
                  <a:ext uri="{FF2B5EF4-FFF2-40B4-BE49-F238E27FC236}">
                    <a16:creationId xmlns:a16="http://schemas.microsoft.com/office/drawing/2014/main" id="{BCE8A02B-3807-0D55-B9E7-FCD2309C63BD}"/>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984885"/>
              </a:xfrm>
              <a:prstGeom prst="rect">
                <a:avLst/>
              </a:prstGeom>
              <a:solidFill>
                <a:srgbClr val="C0D4CB"/>
              </a:solidFill>
            </p:spPr>
            <p:txBody>
              <a:bodyPr wrap="square" lIns="72000" rIns="72000" rtlCol="0">
                <a:noAutofit/>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Each text frame has nine pre-formatted styles defined for you to use.</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To access the styles, use the Increase/Decrease List Level commands found in Home &gt; Paragraph tools:</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800" b="0" i="0" u="none" strike="noStrike" kern="1200" cap="none" spc="0" normalizeH="0" baseline="0" noProof="0" dirty="0">
                  <a:ln>
                    <a:noFill/>
                  </a:ln>
                  <a:solidFill>
                    <a:srgbClr val="012A2D"/>
                  </a:solidFill>
                  <a:effectLst/>
                  <a:uLnTx/>
                  <a:uFillTx/>
                  <a:latin typeface="Calibre"/>
                </a:endParaRPr>
              </a:p>
            </p:txBody>
          </p:sp>
          <p:sp>
            <p:nvSpPr>
              <p:cNvPr id="15" name="Guidance">
                <a:extLst>
                  <a:ext uri="{FF2B5EF4-FFF2-40B4-BE49-F238E27FC236}">
                    <a16:creationId xmlns:a16="http://schemas.microsoft.com/office/drawing/2014/main" id="{889FCAF2-F788-3B8D-6EFC-F88C353D212C}"/>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Text styles</a:t>
                </a:r>
              </a:p>
            </p:txBody>
          </p:sp>
        </p:grpSp>
        <p:grpSp>
          <p:nvGrpSpPr>
            <p:cNvPr id="7" name="Group 6">
              <a:extLst>
                <a:ext uri="{FF2B5EF4-FFF2-40B4-BE49-F238E27FC236}">
                  <a16:creationId xmlns:a16="http://schemas.microsoft.com/office/drawing/2014/main" id="{16B3763C-4EFE-EF3A-15CE-5A9422CB0E3D}"/>
                </a:ext>
              </a:extLst>
            </p:cNvPr>
            <p:cNvGrpSpPr>
              <a:grpSpLocks noGrp="1" noUngrp="1" noRot="1" noMove="1" noResize="1"/>
            </p:cNvGrpSpPr>
            <p:nvPr userDrawn="1"/>
          </p:nvGrpSpPr>
          <p:grpSpPr>
            <a:xfrm>
              <a:off x="-2322513" y="2655826"/>
              <a:ext cx="1969750" cy="560361"/>
              <a:chOff x="3911096" y="2800206"/>
              <a:chExt cx="4420607" cy="1257587"/>
            </a:xfrm>
          </p:grpSpPr>
          <p:pic>
            <p:nvPicPr>
              <p:cNvPr id="9" name="Picture 8">
                <a:extLst>
                  <a:ext uri="{FF2B5EF4-FFF2-40B4-BE49-F238E27FC236}">
                    <a16:creationId xmlns:a16="http://schemas.microsoft.com/office/drawing/2014/main" id="{BBAD7E0E-F7DC-E8F5-C5BE-948FE905EA2A}"/>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3911096" y="2800206"/>
                <a:ext cx="4420607" cy="1257587"/>
              </a:xfrm>
              <a:prstGeom prst="rect">
                <a:avLst/>
              </a:prstGeom>
            </p:spPr>
          </p:pic>
          <p:sp>
            <p:nvSpPr>
              <p:cNvPr id="11" name="Rectangle 10">
                <a:extLst>
                  <a:ext uri="{FF2B5EF4-FFF2-40B4-BE49-F238E27FC236}">
                    <a16:creationId xmlns:a16="http://schemas.microsoft.com/office/drawing/2014/main" id="{C75A3823-0832-51E0-2FEC-2069EED0F547}"/>
                  </a:ext>
                </a:extLst>
              </p:cNvPr>
              <p:cNvSpPr>
                <a:spLocks noGrp="1" noRot="1" noMove="1" noResize="1" noEditPoints="1" noAdjustHandles="1" noChangeArrowheads="1" noChangeShapeType="1"/>
              </p:cNvSpPr>
              <p:nvPr/>
            </p:nvSpPr>
            <p:spPr>
              <a:xfrm>
                <a:off x="5074444" y="2959894"/>
                <a:ext cx="669131" cy="285750"/>
              </a:xfrm>
              <a:prstGeom prst="rect">
                <a:avLst/>
              </a:prstGeom>
              <a:noFill/>
              <a:ln w="6350" cap="flat" cmpd="sng" algn="ctr">
                <a:solidFill>
                  <a:srgbClr val="FF0000"/>
                </a:solidFill>
                <a:prstDash val="solid"/>
                <a:miter lim="800000"/>
              </a:ln>
              <a:effectLst/>
            </p:spPr>
            <p:txBody>
              <a:bodyPr rtlCol="0" anchor="ctr">
                <a:noAutofit/>
              </a:bodyPr>
              <a:lstStyle/>
              <a:p>
                <a:pPr marL="0" marR="0" lvl="0" indent="0" algn="ctr"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1200" b="0" i="0" u="none" strike="noStrike" kern="1200" cap="none" spc="0" normalizeH="0" baseline="0" noProof="0" dirty="0">
                  <a:ln>
                    <a:noFill/>
                  </a:ln>
                  <a:solidFill>
                    <a:srgbClr val="FFFFFF"/>
                  </a:solidFill>
                  <a:effectLst/>
                  <a:uLnTx/>
                  <a:uFillTx/>
                  <a:latin typeface="Calibre"/>
                  <a:ea typeface="+mn-ea"/>
                  <a:cs typeface="+mn-cs"/>
                </a:endParaRPr>
              </a:p>
            </p:txBody>
          </p:sp>
        </p:grpSp>
      </p:grpSp>
    </p:spTree>
    <p:extLst>
      <p:ext uri="{BB962C8B-B14F-4D97-AF65-F5344CB8AC3E}">
        <p14:creationId xmlns:p14="http://schemas.microsoft.com/office/powerpoint/2010/main" val="407904239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Key Number: Option 02 dark">
    <p:bg>
      <p:bgRef idx="1001">
        <a:schemeClr val="bg1"/>
      </p:bgRef>
    </p:bg>
    <p:spTree>
      <p:nvGrpSpPr>
        <p:cNvPr id="1" name=""/>
        <p:cNvGrpSpPr/>
        <p:nvPr/>
      </p:nvGrpSpPr>
      <p:grpSpPr>
        <a:xfrm>
          <a:off x="0" y="0"/>
          <a:ext cx="0" cy="0"/>
          <a:chOff x="0" y="0"/>
          <a:chExt cx="0" cy="0"/>
        </a:xfrm>
      </p:grpSpPr>
      <p:sp>
        <p:nvSpPr>
          <p:cNvPr id="20" name="White Color Block BG">
            <a:extLst>
              <a:ext uri="{FF2B5EF4-FFF2-40B4-BE49-F238E27FC236}">
                <a16:creationId xmlns:a16="http://schemas.microsoft.com/office/drawing/2014/main" id="{874B4A39-EB59-B7C0-BFC9-DC5CD4EEE5F0}"/>
              </a:ext>
              <a:ext uri="{C183D7F6-B498-43B3-948B-1728B52AA6E4}">
                <adec:decorative xmlns:adec="http://schemas.microsoft.com/office/drawing/2017/decorative" val="1"/>
              </a:ext>
            </a:extLst>
          </p:cNvPr>
          <p:cNvSpPr/>
          <p:nvPr userDrawn="1"/>
        </p:nvSpPr>
        <p:spPr>
          <a:xfrm>
            <a:off x="0" y="0"/>
            <a:ext cx="12192000" cy="3378200"/>
          </a:xfrm>
          <a:prstGeom prst="rect">
            <a:avLst/>
          </a:prstGeom>
          <a:solidFill>
            <a:srgbClr val="FFFFFF"/>
          </a:solidFill>
        </p:spPr>
        <p:txBody>
          <a:bodyPr wrap="square" lIns="72000" tIns="46800" rIns="72000" bIns="46800" rtlCol="0" anchor="ctr" anchorCtr="1">
            <a:noAutofit/>
          </a:bodyPr>
          <a:lstStyle/>
          <a:p>
            <a:pPr algn="ctr"/>
            <a:endParaRPr lang="en-GB" dirty="0">
              <a:solidFill>
                <a:schemeClr val="bg1"/>
              </a:solidFill>
            </a:endParaRPr>
          </a:p>
        </p:txBody>
      </p:sp>
      <p:sp>
        <p:nvSpPr>
          <p:cNvPr id="8" name="Main Title Placeholder">
            <a:extLst>
              <a:ext uri="{FF2B5EF4-FFF2-40B4-BE49-F238E27FC236}">
                <a16:creationId xmlns:a16="http://schemas.microsoft.com/office/drawing/2014/main" id="{0AB1EEEC-0D13-0BD5-86C1-FEA968AFEE5B}"/>
              </a:ext>
            </a:extLst>
          </p:cNvPr>
          <p:cNvSpPr>
            <a:spLocks noGrp="1"/>
          </p:cNvSpPr>
          <p:nvPr>
            <p:ph type="body" sz="quarter" idx="11" hasCustomPrompt="1"/>
          </p:nvPr>
        </p:nvSpPr>
        <p:spPr>
          <a:xfrm>
            <a:off x="1531939" y="973139"/>
            <a:ext cx="3487736" cy="1778000"/>
          </a:xfrm>
        </p:spPr>
        <p:txBody>
          <a:bodyPr anchor="t" anchorCtr="0"/>
          <a:lstStyle>
            <a:lvl1pPr marL="0" indent="0" algn="l">
              <a:lnSpc>
                <a:spcPct val="80000"/>
              </a:lnSpc>
              <a:spcBef>
                <a:spcPts val="1200"/>
              </a:spcBef>
              <a:spcAft>
                <a:spcPts val="1200"/>
              </a:spcAft>
              <a:buFont typeface="Arial" panose="020B0604020202020204" pitchFamily="34" charset="0"/>
              <a:buNone/>
              <a:defRPr sz="4200">
                <a:solidFill>
                  <a:schemeClr val="bg1"/>
                </a:solidFill>
                <a:latin typeface="+mj-lt"/>
              </a:defRPr>
            </a:lvl1pPr>
            <a:lvl2pPr marL="0" indent="0" algn="l">
              <a:lnSpc>
                <a:spcPct val="80000"/>
              </a:lnSpc>
              <a:spcBef>
                <a:spcPts val="1200"/>
              </a:spcBef>
              <a:spcAft>
                <a:spcPts val="1200"/>
              </a:spcAft>
              <a:buFont typeface="Arial" panose="020B0604020202020204" pitchFamily="34" charset="0"/>
              <a:buNone/>
              <a:defRPr sz="3600">
                <a:solidFill>
                  <a:schemeClr val="bg1"/>
                </a:solidFill>
                <a:latin typeface="+mj-lt"/>
              </a:defRPr>
            </a:lvl2pPr>
            <a:lvl3pPr marL="0" indent="0" algn="l">
              <a:lnSpc>
                <a:spcPct val="80000"/>
              </a:lnSpc>
              <a:spcBef>
                <a:spcPts val="1200"/>
              </a:spcBef>
              <a:spcAft>
                <a:spcPts val="1200"/>
              </a:spcAft>
              <a:buFont typeface="Arial" panose="020B0604020202020204" pitchFamily="34" charset="0"/>
              <a:buNone/>
              <a:defRPr sz="3200">
                <a:solidFill>
                  <a:schemeClr val="bg1"/>
                </a:solidFill>
                <a:latin typeface="+mj-lt"/>
              </a:defRPr>
            </a:lvl3pPr>
            <a:lvl4pPr marL="0" indent="0" algn="l">
              <a:lnSpc>
                <a:spcPct val="80000"/>
              </a:lnSpc>
              <a:spcBef>
                <a:spcPts val="1200"/>
              </a:spcBef>
              <a:spcAft>
                <a:spcPts val="1200"/>
              </a:spcAft>
              <a:buNone/>
              <a:defRPr sz="2800">
                <a:solidFill>
                  <a:schemeClr val="bg1"/>
                </a:solidFill>
                <a:latin typeface="+mj-lt"/>
              </a:defRPr>
            </a:lvl4pPr>
            <a:lvl5pPr marL="0" indent="0" algn="l">
              <a:lnSpc>
                <a:spcPct val="80000"/>
              </a:lnSpc>
              <a:spcBef>
                <a:spcPts val="1200"/>
              </a:spcBef>
              <a:spcAft>
                <a:spcPts val="1200"/>
              </a:spcAft>
              <a:buNone/>
              <a:defRPr sz="2200">
                <a:solidFill>
                  <a:schemeClr val="bg1"/>
                </a:solidFill>
                <a:latin typeface="+mj-lt"/>
              </a:defRPr>
            </a:lvl5pPr>
            <a:lvl6pPr marL="0" indent="0" algn="l">
              <a:lnSpc>
                <a:spcPct val="80000"/>
              </a:lnSpc>
              <a:spcBef>
                <a:spcPts val="0"/>
              </a:spcBef>
              <a:spcAft>
                <a:spcPts val="600"/>
              </a:spcAft>
              <a:buFont typeface="Arial" panose="020B0604020202020204" pitchFamily="34" charset="0"/>
              <a:buNone/>
              <a:defRPr sz="1600">
                <a:solidFill>
                  <a:schemeClr val="bg1"/>
                </a:solidFill>
                <a:latin typeface="Calibre Semibold" panose="020B0703030202060203" pitchFamily="34" charset="0"/>
              </a:defRPr>
            </a:lvl6pPr>
            <a:lvl7pPr marL="0" indent="0" algn="l">
              <a:lnSpc>
                <a:spcPct val="75000"/>
              </a:lnSpc>
              <a:spcBef>
                <a:spcPts val="0"/>
              </a:spcBef>
              <a:spcAft>
                <a:spcPts val="600"/>
              </a:spcAft>
              <a:buFont typeface="Arial" panose="020B0604020202020204" pitchFamily="34" charset="0"/>
              <a:buNone/>
              <a:defRPr sz="1600">
                <a:solidFill>
                  <a:schemeClr val="bg1"/>
                </a:solidFill>
                <a:latin typeface="Calibre Light" panose="020B0303030202060203" pitchFamily="34" charset="0"/>
              </a:defRPr>
            </a:lvl7pPr>
            <a:lvl8pPr marL="0" indent="0" algn="l">
              <a:lnSpc>
                <a:spcPct val="75000"/>
              </a:lnSpc>
              <a:spcBef>
                <a:spcPts val="0"/>
              </a:spcBef>
              <a:spcAft>
                <a:spcPts val="600"/>
              </a:spcAft>
              <a:buFont typeface="Arial" panose="020B0604020202020204" pitchFamily="34" charset="0"/>
              <a:buNone/>
              <a:defRPr sz="1050">
                <a:solidFill>
                  <a:schemeClr val="bg1"/>
                </a:solidFill>
                <a:latin typeface="Calibre Semibold" panose="020B0703030202060203" pitchFamily="34" charset="0"/>
              </a:defRPr>
            </a:lvl8pPr>
            <a:lvl9pPr marL="0" indent="0" algn="l">
              <a:lnSpc>
                <a:spcPct val="75000"/>
              </a:lnSpc>
              <a:spcBef>
                <a:spcPts val="0"/>
              </a:spcBef>
              <a:spcAft>
                <a:spcPts val="600"/>
              </a:spcAft>
              <a:buNone/>
              <a:defRPr sz="1050">
                <a:solidFill>
                  <a:schemeClr val="bg1"/>
                </a:solidFill>
                <a:latin typeface="+mn-lt"/>
              </a:defRPr>
            </a:lvl9pPr>
          </a:lstStyle>
          <a:p>
            <a:pPr lvl="0"/>
            <a:r>
              <a:rPr lang="en-GB" dirty="0"/>
              <a:t>Subject title  – max three lines – use text levels  for other sizes</a:t>
            </a:r>
          </a:p>
          <a:p>
            <a:pPr lvl="1"/>
            <a:r>
              <a:rPr lang="en-GB" dirty="0"/>
              <a:t>36pt</a:t>
            </a:r>
          </a:p>
          <a:p>
            <a:pPr lvl="2"/>
            <a:r>
              <a:rPr lang="en-GB" dirty="0"/>
              <a:t>32pt</a:t>
            </a:r>
          </a:p>
          <a:p>
            <a:pPr lvl="3"/>
            <a:r>
              <a:rPr lang="en-GB" dirty="0"/>
              <a:t>28pt</a:t>
            </a:r>
          </a:p>
          <a:p>
            <a:pPr lvl="4"/>
            <a:r>
              <a:rPr lang="en-GB" dirty="0"/>
              <a:t>22pt</a:t>
            </a:r>
          </a:p>
          <a:p>
            <a:pPr lvl="5"/>
            <a:r>
              <a:rPr lang="en-GB" dirty="0"/>
              <a:t>Attribution Name</a:t>
            </a:r>
          </a:p>
          <a:p>
            <a:pPr lvl="6"/>
            <a:r>
              <a:rPr lang="en-GB" dirty="0"/>
              <a:t>Attribution Title</a:t>
            </a:r>
          </a:p>
          <a:p>
            <a:pPr lvl="7"/>
            <a:r>
              <a:rPr lang="en-GB" dirty="0"/>
              <a:t>Caption</a:t>
            </a:r>
          </a:p>
          <a:p>
            <a:pPr lvl="8"/>
            <a:r>
              <a:rPr lang="en-GB" dirty="0"/>
              <a:t>Caption copy</a:t>
            </a:r>
          </a:p>
        </p:txBody>
      </p:sp>
      <p:sp>
        <p:nvSpPr>
          <p:cNvPr id="12" name="Subheading Placeholder">
            <a:extLst>
              <a:ext uri="{FF2B5EF4-FFF2-40B4-BE49-F238E27FC236}">
                <a16:creationId xmlns:a16="http://schemas.microsoft.com/office/drawing/2014/main" id="{7686CD6E-3238-BA56-8AEE-517E1259F967}"/>
              </a:ext>
            </a:extLst>
          </p:cNvPr>
          <p:cNvSpPr>
            <a:spLocks noGrp="1"/>
          </p:cNvSpPr>
          <p:nvPr>
            <p:ph type="body" sz="quarter" idx="13" hasCustomPrompt="1"/>
          </p:nvPr>
        </p:nvSpPr>
        <p:spPr>
          <a:xfrm>
            <a:off x="6656388" y="973139"/>
            <a:ext cx="3487736" cy="1778000"/>
          </a:xfrm>
        </p:spPr>
        <p:txBody>
          <a:bodyPr/>
          <a:lstStyle>
            <a:lvl1pPr>
              <a:spcBef>
                <a:spcPts val="600"/>
              </a:spcBef>
              <a:spcAft>
                <a:spcPts val="0"/>
              </a:spcAft>
              <a:defRPr sz="1600">
                <a:solidFill>
                  <a:schemeClr val="bg1"/>
                </a:solidFill>
                <a:latin typeface="Calibre Semibold" panose="020B0703030202060203" pitchFamily="34" charset="0"/>
              </a:defRPr>
            </a:lvl1pPr>
            <a:lvl2pPr>
              <a:lnSpc>
                <a:spcPct val="100000"/>
              </a:lnSpc>
              <a:spcBef>
                <a:spcPts val="300"/>
              </a:spcBef>
              <a:spcAft>
                <a:spcPts val="300"/>
              </a:spcAft>
              <a:defRPr sz="1200">
                <a:solidFill>
                  <a:schemeClr val="bg1"/>
                </a:solidFill>
                <a:latin typeface="+mn-lt"/>
              </a:defRPr>
            </a:lvl2pPr>
            <a:lvl3pPr marL="180000" indent="-180000">
              <a:buFont typeface="Calibre" panose="020B0503030202060203" pitchFamily="34" charset="0"/>
              <a:buChar char="–"/>
              <a:defRPr>
                <a:solidFill>
                  <a:schemeClr val="bg1"/>
                </a:solidFill>
              </a:defRPr>
            </a:lvl3pPr>
            <a:lvl4pPr marL="365760" indent="-182880">
              <a:buFont typeface="Arial" panose="020B0604020202020204" pitchFamily="34" charset="0"/>
              <a:buChar char="•"/>
              <a:defRPr>
                <a:solidFill>
                  <a:schemeClr val="bg1"/>
                </a:solidFill>
              </a:defRPr>
            </a:lvl4pPr>
            <a:lvl5pPr marL="0" indent="0">
              <a:lnSpc>
                <a:spcPct val="100000"/>
              </a:lnSpc>
              <a:spcBef>
                <a:spcPts val="600"/>
              </a:spcBef>
              <a:spcAft>
                <a:spcPts val="0"/>
              </a:spcAft>
              <a:buNone/>
              <a:defRPr sz="1200">
                <a:solidFill>
                  <a:schemeClr val="bg1"/>
                </a:solidFill>
                <a:latin typeface="Calibre Semibold" panose="020B0703030202060203" pitchFamily="34" charset="0"/>
              </a:defRPr>
            </a:lvl5pPr>
            <a:lvl6pPr>
              <a:defRPr sz="1050">
                <a:solidFill>
                  <a:schemeClr val="bg1"/>
                </a:solidFill>
              </a:defRPr>
            </a:lvl6pPr>
            <a:lvl7pPr>
              <a:spcBef>
                <a:spcPts val="300"/>
              </a:spcBef>
              <a:spcAft>
                <a:spcPts val="300"/>
              </a:spcAft>
              <a:defRPr>
                <a:solidFill>
                  <a:schemeClr val="bg1"/>
                </a:solidFill>
                <a:latin typeface="+mn-lt"/>
              </a:defRPr>
            </a:lvl7pPr>
            <a:lvl8pPr marL="180000" indent="-180000">
              <a:spcBef>
                <a:spcPts val="200"/>
              </a:spcBef>
              <a:spcAft>
                <a:spcPts val="200"/>
              </a:spcAft>
              <a:buFont typeface="Calibre" panose="020B0503030202060203" pitchFamily="34" charset="0"/>
              <a:buChar char="–"/>
              <a:defRPr>
                <a:solidFill>
                  <a:schemeClr val="bg1"/>
                </a:solidFill>
              </a:defRPr>
            </a:lvl8pPr>
            <a:lvl9pPr marL="365760" indent="-182880">
              <a:buFont typeface="Arial" panose="020B0604020202020204" pitchFamily="34" charset="0"/>
              <a:buChar char="•"/>
              <a:defRPr>
                <a:solidFill>
                  <a:schemeClr val="bg1"/>
                </a:solidFill>
              </a:defRPr>
            </a:lvl9pPr>
          </a:lstStyle>
          <a:p>
            <a:pPr lvl="0"/>
            <a:r>
              <a:rPr lang="en-GB" dirty="0"/>
              <a:t>Subheading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sp>
        <p:nvSpPr>
          <p:cNvPr id="16" name="Key Number Placeholder">
            <a:extLst>
              <a:ext uri="{FF2B5EF4-FFF2-40B4-BE49-F238E27FC236}">
                <a16:creationId xmlns:a16="http://schemas.microsoft.com/office/drawing/2014/main" id="{2C83130E-3D96-9313-B0E7-8DF90A4A1777}"/>
              </a:ext>
            </a:extLst>
          </p:cNvPr>
          <p:cNvSpPr>
            <a:spLocks noGrp="1"/>
          </p:cNvSpPr>
          <p:nvPr>
            <p:ph type="body" sz="quarter" idx="15" hasCustomPrompt="1"/>
          </p:nvPr>
        </p:nvSpPr>
        <p:spPr>
          <a:xfrm>
            <a:off x="6656387" y="4616450"/>
            <a:ext cx="5024438" cy="1709928"/>
          </a:xfrm>
        </p:spPr>
        <p:txBody>
          <a:bodyPr anchor="b" anchorCtr="0"/>
          <a:lstStyle>
            <a:lvl1pPr marL="0" indent="0">
              <a:lnSpc>
                <a:spcPct val="60000"/>
              </a:lnSpc>
              <a:spcBef>
                <a:spcPts val="0"/>
              </a:spcBef>
              <a:spcAft>
                <a:spcPts val="600"/>
              </a:spcAft>
              <a:buFont typeface="Arial" panose="020B0604020202020204" pitchFamily="34" charset="0"/>
              <a:buNone/>
              <a:defRPr sz="17500">
                <a:latin typeface="Calibre Light" panose="020B0303030202060203" pitchFamily="34" charset="0"/>
              </a:defRPr>
            </a:lvl1pPr>
            <a:lvl2pPr marL="0" indent="0">
              <a:lnSpc>
                <a:spcPct val="60000"/>
              </a:lnSpc>
              <a:spcBef>
                <a:spcPts val="0"/>
              </a:spcBef>
              <a:spcAft>
                <a:spcPts val="600"/>
              </a:spcAft>
              <a:buFont typeface="Arial" panose="020B0604020202020204" pitchFamily="34" charset="0"/>
              <a:buNone/>
              <a:defRPr sz="13800">
                <a:latin typeface="Calibre Light" panose="020B0303030202060203" pitchFamily="34" charset="0"/>
              </a:defRPr>
            </a:lvl2pPr>
            <a:lvl3pPr marL="0" indent="0">
              <a:lnSpc>
                <a:spcPct val="75000"/>
              </a:lnSpc>
              <a:spcBef>
                <a:spcPts val="0"/>
              </a:spcBef>
              <a:spcAft>
                <a:spcPts val="600"/>
              </a:spcAft>
              <a:buFont typeface="Arial" panose="020B0604020202020204" pitchFamily="34" charset="0"/>
              <a:buNone/>
              <a:defRPr sz="11000">
                <a:latin typeface="Calibre Light" panose="020B0303030202060203" pitchFamily="34" charset="0"/>
              </a:defRPr>
            </a:lvl3pPr>
            <a:lvl4pPr marL="0" indent="0">
              <a:lnSpc>
                <a:spcPct val="75000"/>
              </a:lnSpc>
              <a:spcBef>
                <a:spcPts val="0"/>
              </a:spcBef>
              <a:spcAft>
                <a:spcPts val="600"/>
              </a:spcAft>
              <a:buNone/>
              <a:defRPr sz="8800">
                <a:latin typeface="Calibre Light" panose="020B0303030202060203" pitchFamily="34" charset="0"/>
              </a:defRPr>
            </a:lvl4pPr>
            <a:lvl5pPr marL="0" indent="0">
              <a:lnSpc>
                <a:spcPct val="80000"/>
              </a:lnSpc>
              <a:spcBef>
                <a:spcPts val="0"/>
              </a:spcBef>
              <a:spcAft>
                <a:spcPts val="600"/>
              </a:spcAft>
              <a:buNone/>
              <a:defRPr sz="7200">
                <a:latin typeface="Calibre Light" panose="020B0303030202060203" pitchFamily="34" charset="0"/>
              </a:defRPr>
            </a:lvl5pPr>
            <a:lvl6pPr marL="0" indent="0">
              <a:lnSpc>
                <a:spcPct val="80000"/>
              </a:lnSpc>
              <a:spcBef>
                <a:spcPts val="0"/>
              </a:spcBef>
              <a:spcAft>
                <a:spcPts val="600"/>
              </a:spcAft>
              <a:buFont typeface="Arial" panose="020B0604020202020204" pitchFamily="34" charset="0"/>
              <a:buNone/>
              <a:defRPr sz="6600">
                <a:latin typeface="Calibre Light" panose="020B0303030202060203" pitchFamily="34" charset="0"/>
              </a:defRPr>
            </a:lvl6pPr>
            <a:lvl7pPr marL="0" indent="0">
              <a:lnSpc>
                <a:spcPct val="80000"/>
              </a:lnSpc>
              <a:spcBef>
                <a:spcPts val="0"/>
              </a:spcBef>
              <a:spcAft>
                <a:spcPts val="600"/>
              </a:spcAft>
              <a:buFont typeface="Arial" panose="020B0604020202020204" pitchFamily="34" charset="0"/>
              <a:buNone/>
              <a:defRPr sz="5400">
                <a:latin typeface="Calibre Light" panose="020B0303030202060203" pitchFamily="34" charset="0"/>
              </a:defRPr>
            </a:lvl7pPr>
            <a:lvl8pPr marL="0" indent="0">
              <a:lnSpc>
                <a:spcPct val="80000"/>
              </a:lnSpc>
              <a:spcBef>
                <a:spcPts val="0"/>
              </a:spcBef>
              <a:spcAft>
                <a:spcPts val="600"/>
              </a:spcAft>
              <a:buFont typeface="Arial" panose="020B0604020202020204" pitchFamily="34" charset="0"/>
              <a:buNone/>
              <a:defRPr sz="4800">
                <a:latin typeface="Calibre Light" panose="020B0303030202060203" pitchFamily="34" charset="0"/>
              </a:defRPr>
            </a:lvl8pPr>
            <a:lvl9pPr marL="0" indent="0">
              <a:lnSpc>
                <a:spcPct val="80000"/>
              </a:lnSpc>
              <a:spcBef>
                <a:spcPts val="0"/>
              </a:spcBef>
              <a:spcAft>
                <a:spcPts val="600"/>
              </a:spcAft>
              <a:buNone/>
              <a:defRPr sz="4000">
                <a:latin typeface="Calibre Light" panose="020B0303030202060203" pitchFamily="34" charset="0"/>
              </a:defRPr>
            </a:lvl9pPr>
          </a:lstStyle>
          <a:p>
            <a:pPr lvl="0"/>
            <a:r>
              <a:rPr lang="en-GB" dirty="0"/>
              <a:t>Key #</a:t>
            </a:r>
          </a:p>
          <a:p>
            <a:pPr lvl="1"/>
            <a:r>
              <a:rPr lang="en-GB" dirty="0"/>
              <a:t>138pt</a:t>
            </a:r>
          </a:p>
          <a:p>
            <a:pPr lvl="2"/>
            <a:r>
              <a:rPr lang="en-GB" dirty="0"/>
              <a:t>110pt</a:t>
            </a:r>
          </a:p>
          <a:p>
            <a:pPr lvl="3"/>
            <a:r>
              <a:rPr lang="en-GB" dirty="0"/>
              <a:t>88pt</a:t>
            </a:r>
          </a:p>
          <a:p>
            <a:pPr lvl="4"/>
            <a:r>
              <a:rPr lang="en-GB" dirty="0"/>
              <a:t>72pt</a:t>
            </a:r>
          </a:p>
          <a:p>
            <a:pPr lvl="5"/>
            <a:r>
              <a:rPr lang="en-GB" dirty="0"/>
              <a:t>66pt</a:t>
            </a:r>
          </a:p>
          <a:p>
            <a:pPr lvl="6"/>
            <a:r>
              <a:rPr lang="en-GB" dirty="0"/>
              <a:t>54pt</a:t>
            </a:r>
          </a:p>
          <a:p>
            <a:pPr lvl="7"/>
            <a:r>
              <a:rPr lang="en-GB" dirty="0"/>
              <a:t>48pt</a:t>
            </a:r>
          </a:p>
          <a:p>
            <a:pPr lvl="8"/>
            <a:r>
              <a:rPr lang="en-GB" dirty="0"/>
              <a:t>40pt</a:t>
            </a:r>
          </a:p>
        </p:txBody>
      </p:sp>
      <p:sp>
        <p:nvSpPr>
          <p:cNvPr id="26" name="Notes Placeholder">
            <a:extLst>
              <a:ext uri="{FF2B5EF4-FFF2-40B4-BE49-F238E27FC236}">
                <a16:creationId xmlns:a16="http://schemas.microsoft.com/office/drawing/2014/main" id="{D05D0514-BFAE-8114-C2E5-E47E60921DC8}"/>
              </a:ext>
            </a:extLst>
          </p:cNvPr>
          <p:cNvSpPr>
            <a:spLocks noGrp="1"/>
          </p:cNvSpPr>
          <p:nvPr>
            <p:ph type="body" sz="quarter" idx="20" hasCustomPrompt="1"/>
          </p:nvPr>
        </p:nvSpPr>
        <p:spPr>
          <a:xfrm>
            <a:off x="511176" y="5357813"/>
            <a:ext cx="2468880" cy="1051560"/>
          </a:xfrm>
        </p:spPr>
        <p:txBody>
          <a:bodyPr anchor="b" anchorCtr="0"/>
          <a:lstStyle>
            <a:lvl1pPr marL="0" marR="0" indent="0">
              <a:lnSpc>
                <a:spcPct val="100000"/>
              </a:lnSpc>
              <a:spcBef>
                <a:spcPts val="300"/>
              </a:spcBef>
              <a:spcAft>
                <a:spcPts val="0"/>
              </a:spcAft>
              <a:defRPr sz="900">
                <a:latin typeface="Calibre Semibold" panose="020B0703030202060203" pitchFamily="34" charset="0"/>
              </a:defRPr>
            </a:lvl1pPr>
            <a:lvl2pPr marL="0" marR="0" indent="0">
              <a:lnSpc>
                <a:spcPct val="100000"/>
              </a:lnSpc>
              <a:spcBef>
                <a:spcPts val="300"/>
              </a:spcBef>
              <a:spcAft>
                <a:spcPts val="0"/>
              </a:spcAft>
              <a:defRPr sz="900">
                <a:latin typeface="Calibre" panose="020B0503030202060203" pitchFamily="34" charset="0"/>
              </a:defRPr>
            </a:lvl2pPr>
            <a:lvl3pPr marL="108000" marR="0" indent="-108000">
              <a:lnSpc>
                <a:spcPct val="100000"/>
              </a:lnSpc>
              <a:spcBef>
                <a:spcPts val="200"/>
              </a:spcBef>
              <a:spcAft>
                <a:spcPts val="0"/>
              </a:spcAft>
              <a:buFont typeface="Calibre" panose="020B0503030202060203" pitchFamily="34" charset="0"/>
              <a:buChar char="–"/>
              <a:defRPr sz="900">
                <a:latin typeface="Calibre" panose="020B0503030202060203" pitchFamily="34" charset="0"/>
              </a:defRPr>
            </a:lvl3pPr>
            <a:lvl4pPr marL="216000" marR="0" indent="-108000">
              <a:lnSpc>
                <a:spcPct val="100000"/>
              </a:lnSpc>
              <a:spcBef>
                <a:spcPts val="200"/>
              </a:spcBef>
              <a:spcAft>
                <a:spcPts val="0"/>
              </a:spcAft>
              <a:buFont typeface="Arial" panose="020B0604020202020204" pitchFamily="34" charset="0"/>
              <a:buChar char="•"/>
              <a:defRPr sz="900">
                <a:latin typeface="Calibre" panose="020B0503030202060203" pitchFamily="34" charset="0"/>
              </a:defRPr>
            </a:lvl4pPr>
            <a:lvl5pPr marL="0" marR="0" indent="0">
              <a:lnSpc>
                <a:spcPct val="100000"/>
              </a:lnSpc>
              <a:spcBef>
                <a:spcPts val="300"/>
              </a:spcBef>
              <a:spcAft>
                <a:spcPts val="0"/>
              </a:spcAft>
              <a:buNone/>
              <a:defRPr sz="900">
                <a:latin typeface="Calibre Semibold" panose="020B0703030202060203" pitchFamily="34" charset="0"/>
              </a:defRPr>
            </a:lvl5pPr>
            <a:lvl6pPr marL="0" marR="0" indent="0">
              <a:lnSpc>
                <a:spcPct val="100000"/>
              </a:lnSpc>
              <a:spcBef>
                <a:spcPts val="300"/>
              </a:spcBef>
              <a:spcAft>
                <a:spcPts val="0"/>
              </a:spcAft>
              <a:defRPr sz="800">
                <a:latin typeface="Calibre Semibold" panose="020B0703030202060203" pitchFamily="34" charset="0"/>
              </a:defRPr>
            </a:lvl6pPr>
            <a:lvl7pPr marL="0" marR="0" indent="0">
              <a:lnSpc>
                <a:spcPct val="100000"/>
              </a:lnSpc>
              <a:spcBef>
                <a:spcPts val="200"/>
              </a:spcBef>
              <a:spcAft>
                <a:spcPts val="0"/>
              </a:spcAft>
              <a:defRPr sz="800">
                <a:latin typeface="Calibre" panose="020B0503030202060203" pitchFamily="34" charset="0"/>
              </a:defRPr>
            </a:lvl7pPr>
            <a:lvl8pPr marL="108000" marR="0" indent="-108000">
              <a:lnSpc>
                <a:spcPct val="100000"/>
              </a:lnSpc>
              <a:spcBef>
                <a:spcPts val="200"/>
              </a:spcBef>
              <a:spcAft>
                <a:spcPts val="0"/>
              </a:spcAft>
              <a:buFont typeface="Calibre" panose="020B0503030202060203" pitchFamily="34" charset="0"/>
              <a:buChar char="–"/>
              <a:defRPr sz="800">
                <a:latin typeface="Calibre" panose="020B0503030202060203" pitchFamily="34" charset="0"/>
              </a:defRPr>
            </a:lvl8pPr>
            <a:lvl9pPr marL="216000" marR="0" indent="-108000">
              <a:lnSpc>
                <a:spcPct val="100000"/>
              </a:lnSpc>
              <a:spcBef>
                <a:spcPts val="200"/>
              </a:spcBef>
              <a:spcAft>
                <a:spcPts val="0"/>
              </a:spcAft>
              <a:buFont typeface="Arial" panose="020B0604020202020204" pitchFamily="34" charset="0"/>
              <a:buChar char="•"/>
              <a:defRPr sz="800">
                <a:latin typeface="Calibre" panose="020B0503030202060203" pitchFamily="34" charset="0"/>
              </a:defRPr>
            </a:lvl9pPr>
          </a:lstStyle>
          <a:p>
            <a:pPr lvl="0"/>
            <a:r>
              <a:rPr lang="en-GB" dirty="0"/>
              <a:t>Notes title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cxnSp>
        <p:nvCxnSpPr>
          <p:cNvPr id="10" name="LoS - Fixed">
            <a:extLst>
              <a:ext uri="{FF2B5EF4-FFF2-40B4-BE49-F238E27FC236}">
                <a16:creationId xmlns:a16="http://schemas.microsoft.com/office/drawing/2014/main" id="{C9F89FAD-E4BE-732F-B568-B72CF08A6847}"/>
              </a:ext>
              <a:ext uri="{C183D7F6-B498-43B3-948B-1728B52AA6E4}">
                <adec:decorative xmlns:adec="http://schemas.microsoft.com/office/drawing/2017/decorative" val="1"/>
              </a:ext>
            </a:extLst>
          </p:cNvPr>
          <p:cNvCxnSpPr>
            <a:cxnSpLocks/>
          </p:cNvCxnSpPr>
          <p:nvPr userDrawn="1"/>
        </p:nvCxnSpPr>
        <p:spPr>
          <a:xfrm>
            <a:off x="6096000" y="981075"/>
            <a:ext cx="0" cy="4895850"/>
          </a:xfrm>
          <a:prstGeom prst="line">
            <a:avLst/>
          </a:prstGeom>
          <a:ln w="63500">
            <a:solidFill>
              <a:srgbClr val="17E88F"/>
            </a:solidFill>
          </a:ln>
        </p:spPr>
        <p:style>
          <a:lnRef idx="1">
            <a:schemeClr val="accent1"/>
          </a:lnRef>
          <a:fillRef idx="0">
            <a:schemeClr val="accent1"/>
          </a:fillRef>
          <a:effectRef idx="0">
            <a:schemeClr val="accent1"/>
          </a:effectRef>
          <a:fontRef idx="minor">
            <a:schemeClr val="tx1"/>
          </a:fontRef>
        </p:style>
      </p:cxnSp>
      <p:grpSp>
        <p:nvGrpSpPr>
          <p:cNvPr id="3" name="Text Styles Guidance">
            <a:extLst>
              <a:ext uri="{FF2B5EF4-FFF2-40B4-BE49-F238E27FC236}">
                <a16:creationId xmlns:a16="http://schemas.microsoft.com/office/drawing/2014/main" id="{5A7CE67B-AF5D-7E04-6C49-E3D30A8FF654}"/>
              </a:ext>
              <a:ext uri="{C183D7F6-B498-43B3-948B-1728B52AA6E4}">
                <adec:decorative xmlns:adec="http://schemas.microsoft.com/office/drawing/2017/decorative" val="1"/>
              </a:ext>
            </a:extLst>
          </p:cNvPr>
          <p:cNvGrpSpPr>
            <a:grpSpLocks noGrp="1" noUngrp="1" noRot="1" noMove="1" noResize="1"/>
          </p:cNvGrpSpPr>
          <p:nvPr userDrawn="1"/>
        </p:nvGrpSpPr>
        <p:grpSpPr>
          <a:xfrm>
            <a:off x="-2322513" y="452438"/>
            <a:ext cx="1969750" cy="1731874"/>
            <a:chOff x="-2322513" y="1484313"/>
            <a:chExt cx="1969750" cy="1731874"/>
          </a:xfrm>
        </p:grpSpPr>
        <p:grpSp>
          <p:nvGrpSpPr>
            <p:cNvPr id="5" name="Group 4">
              <a:extLst>
                <a:ext uri="{FF2B5EF4-FFF2-40B4-BE49-F238E27FC236}">
                  <a16:creationId xmlns:a16="http://schemas.microsoft.com/office/drawing/2014/main" id="{E74A7282-226F-3692-CDF5-890895D3BB2A}"/>
                </a:ext>
              </a:extLst>
            </p:cNvPr>
            <p:cNvGrpSpPr>
              <a:grpSpLocks noGrp="1" noUngrp="1" noRot="1" noMove="1" noResize="1"/>
            </p:cNvGrpSpPr>
            <p:nvPr userDrawn="1"/>
          </p:nvGrpSpPr>
          <p:grpSpPr>
            <a:xfrm>
              <a:off x="-2317919" y="1484313"/>
              <a:ext cx="1960563" cy="1231106"/>
              <a:chOff x="-2322513" y="195104"/>
              <a:chExt cx="1960563" cy="1231106"/>
            </a:xfrm>
          </p:grpSpPr>
          <p:sp>
            <p:nvSpPr>
              <p:cNvPr id="13" name="Guidance">
                <a:extLst>
                  <a:ext uri="{FF2B5EF4-FFF2-40B4-BE49-F238E27FC236}">
                    <a16:creationId xmlns:a16="http://schemas.microsoft.com/office/drawing/2014/main" id="{BCE8A02B-3807-0D55-B9E7-FCD2309C63BD}"/>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984885"/>
              </a:xfrm>
              <a:prstGeom prst="rect">
                <a:avLst/>
              </a:prstGeom>
              <a:solidFill>
                <a:srgbClr val="C0D4CB"/>
              </a:solidFill>
            </p:spPr>
            <p:txBody>
              <a:bodyPr wrap="square" lIns="72000" rIns="72000" rtlCol="0">
                <a:noAutofit/>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Each text frame has nine pre-formatted styles defined for you to use.</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To access the styles, use the Increase/Decrease List Level commands found in Home &gt; Paragraph tools:</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800" b="0" i="0" u="none" strike="noStrike" kern="1200" cap="none" spc="0" normalizeH="0" baseline="0" noProof="0" dirty="0">
                  <a:ln>
                    <a:noFill/>
                  </a:ln>
                  <a:solidFill>
                    <a:srgbClr val="012A2D"/>
                  </a:solidFill>
                  <a:effectLst/>
                  <a:uLnTx/>
                  <a:uFillTx/>
                  <a:latin typeface="Calibre"/>
                </a:endParaRPr>
              </a:p>
            </p:txBody>
          </p:sp>
          <p:sp>
            <p:nvSpPr>
              <p:cNvPr id="15" name="Guidance">
                <a:extLst>
                  <a:ext uri="{FF2B5EF4-FFF2-40B4-BE49-F238E27FC236}">
                    <a16:creationId xmlns:a16="http://schemas.microsoft.com/office/drawing/2014/main" id="{889FCAF2-F788-3B8D-6EFC-F88C353D212C}"/>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Text styles</a:t>
                </a:r>
              </a:p>
            </p:txBody>
          </p:sp>
        </p:grpSp>
        <p:grpSp>
          <p:nvGrpSpPr>
            <p:cNvPr id="7" name="Group 6">
              <a:extLst>
                <a:ext uri="{FF2B5EF4-FFF2-40B4-BE49-F238E27FC236}">
                  <a16:creationId xmlns:a16="http://schemas.microsoft.com/office/drawing/2014/main" id="{16B3763C-4EFE-EF3A-15CE-5A9422CB0E3D}"/>
                </a:ext>
              </a:extLst>
            </p:cNvPr>
            <p:cNvGrpSpPr>
              <a:grpSpLocks noGrp="1" noUngrp="1" noRot="1" noMove="1" noResize="1"/>
            </p:cNvGrpSpPr>
            <p:nvPr userDrawn="1"/>
          </p:nvGrpSpPr>
          <p:grpSpPr>
            <a:xfrm>
              <a:off x="-2322513" y="2655826"/>
              <a:ext cx="1969750" cy="560361"/>
              <a:chOff x="3911096" y="2800206"/>
              <a:chExt cx="4420607" cy="1257587"/>
            </a:xfrm>
          </p:grpSpPr>
          <p:pic>
            <p:nvPicPr>
              <p:cNvPr id="9" name="Picture 8">
                <a:extLst>
                  <a:ext uri="{FF2B5EF4-FFF2-40B4-BE49-F238E27FC236}">
                    <a16:creationId xmlns:a16="http://schemas.microsoft.com/office/drawing/2014/main" id="{BBAD7E0E-F7DC-E8F5-C5BE-948FE905EA2A}"/>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3911096" y="2800206"/>
                <a:ext cx="4420607" cy="1257587"/>
              </a:xfrm>
              <a:prstGeom prst="rect">
                <a:avLst/>
              </a:prstGeom>
            </p:spPr>
          </p:pic>
          <p:sp>
            <p:nvSpPr>
              <p:cNvPr id="11" name="Rectangle 10">
                <a:extLst>
                  <a:ext uri="{FF2B5EF4-FFF2-40B4-BE49-F238E27FC236}">
                    <a16:creationId xmlns:a16="http://schemas.microsoft.com/office/drawing/2014/main" id="{C75A3823-0832-51E0-2FEC-2069EED0F547}"/>
                  </a:ext>
                </a:extLst>
              </p:cNvPr>
              <p:cNvSpPr>
                <a:spLocks noGrp="1" noRot="1" noMove="1" noResize="1" noEditPoints="1" noAdjustHandles="1" noChangeArrowheads="1" noChangeShapeType="1"/>
              </p:cNvSpPr>
              <p:nvPr/>
            </p:nvSpPr>
            <p:spPr>
              <a:xfrm>
                <a:off x="5074444" y="2959894"/>
                <a:ext cx="669131" cy="285750"/>
              </a:xfrm>
              <a:prstGeom prst="rect">
                <a:avLst/>
              </a:prstGeom>
              <a:noFill/>
              <a:ln w="6350" cap="flat" cmpd="sng" algn="ctr">
                <a:solidFill>
                  <a:srgbClr val="FF0000"/>
                </a:solidFill>
                <a:prstDash val="solid"/>
                <a:miter lim="800000"/>
              </a:ln>
              <a:effectLst/>
            </p:spPr>
            <p:txBody>
              <a:bodyPr rtlCol="0" anchor="ctr">
                <a:noAutofit/>
              </a:bodyPr>
              <a:lstStyle/>
              <a:p>
                <a:pPr marL="0" marR="0" lvl="0" indent="0" algn="ctr"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1200" b="0" i="0" u="none" strike="noStrike" kern="1200" cap="none" spc="0" normalizeH="0" baseline="0" noProof="0" dirty="0">
                  <a:ln>
                    <a:noFill/>
                  </a:ln>
                  <a:solidFill>
                    <a:srgbClr val="FFFFFF"/>
                  </a:solidFill>
                  <a:effectLst/>
                  <a:uLnTx/>
                  <a:uFillTx/>
                  <a:latin typeface="Calibre"/>
                  <a:ea typeface="+mn-ea"/>
                  <a:cs typeface="+mn-cs"/>
                </a:endParaRPr>
              </a:p>
            </p:txBody>
          </p:sp>
        </p:grpSp>
      </p:grpSp>
    </p:spTree>
    <p:extLst>
      <p:ext uri="{BB962C8B-B14F-4D97-AF65-F5344CB8AC3E}">
        <p14:creationId xmlns:p14="http://schemas.microsoft.com/office/powerpoint/2010/main" val="1886356690"/>
      </p:ext>
    </p:extLst>
  </p:cSld>
  <p:clrMapOvr>
    <a:overrideClrMapping bg1="dk1" tx1="lt1" bg2="dk2" tx2="lt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Key Number: Option 03 light">
    <p:bg>
      <p:bgPr>
        <a:solidFill>
          <a:srgbClr val="F6F6F6"/>
        </a:solidFill>
        <a:effectLst/>
      </p:bgPr>
    </p:bg>
    <p:spTree>
      <p:nvGrpSpPr>
        <p:cNvPr id="1" name=""/>
        <p:cNvGrpSpPr/>
        <p:nvPr/>
      </p:nvGrpSpPr>
      <p:grpSpPr>
        <a:xfrm>
          <a:off x="0" y="0"/>
          <a:ext cx="0" cy="0"/>
          <a:chOff x="0" y="0"/>
          <a:chExt cx="0" cy="0"/>
        </a:xfrm>
      </p:grpSpPr>
      <p:sp>
        <p:nvSpPr>
          <p:cNvPr id="8" name="Main Title Placeholder">
            <a:extLst>
              <a:ext uri="{FF2B5EF4-FFF2-40B4-BE49-F238E27FC236}">
                <a16:creationId xmlns:a16="http://schemas.microsoft.com/office/drawing/2014/main" id="{0AB1EEEC-0D13-0BD5-86C1-FEA968AFEE5B}"/>
              </a:ext>
            </a:extLst>
          </p:cNvPr>
          <p:cNvSpPr>
            <a:spLocks noGrp="1"/>
          </p:cNvSpPr>
          <p:nvPr>
            <p:ph type="body" sz="quarter" idx="11" hasCustomPrompt="1"/>
          </p:nvPr>
        </p:nvSpPr>
        <p:spPr>
          <a:xfrm>
            <a:off x="1020763" y="1600199"/>
            <a:ext cx="3502152" cy="1150939"/>
          </a:xfrm>
        </p:spPr>
        <p:txBody>
          <a:bodyPr anchor="t" anchorCtr="0"/>
          <a:lstStyle>
            <a:lvl1pPr marL="0" indent="0" algn="l">
              <a:lnSpc>
                <a:spcPct val="80000"/>
              </a:lnSpc>
              <a:spcBef>
                <a:spcPts val="1200"/>
              </a:spcBef>
              <a:spcAft>
                <a:spcPts val="1200"/>
              </a:spcAft>
              <a:buFont typeface="Arial" panose="020B0604020202020204" pitchFamily="34" charset="0"/>
              <a:buNone/>
              <a:defRPr sz="4200">
                <a:solidFill>
                  <a:schemeClr val="tx1"/>
                </a:solidFill>
                <a:latin typeface="+mj-lt"/>
              </a:defRPr>
            </a:lvl1pPr>
            <a:lvl2pPr marL="0" indent="0" algn="l">
              <a:lnSpc>
                <a:spcPct val="80000"/>
              </a:lnSpc>
              <a:spcBef>
                <a:spcPts val="1200"/>
              </a:spcBef>
              <a:spcAft>
                <a:spcPts val="1200"/>
              </a:spcAft>
              <a:buFont typeface="Arial" panose="020B0604020202020204" pitchFamily="34" charset="0"/>
              <a:buNone/>
              <a:defRPr sz="3600">
                <a:solidFill>
                  <a:schemeClr val="tx1"/>
                </a:solidFill>
                <a:latin typeface="+mj-lt"/>
              </a:defRPr>
            </a:lvl2pPr>
            <a:lvl3pPr marL="0" indent="0" algn="l">
              <a:lnSpc>
                <a:spcPct val="80000"/>
              </a:lnSpc>
              <a:spcBef>
                <a:spcPts val="1200"/>
              </a:spcBef>
              <a:spcAft>
                <a:spcPts val="1200"/>
              </a:spcAft>
              <a:buFont typeface="Arial" panose="020B0604020202020204" pitchFamily="34" charset="0"/>
              <a:buNone/>
              <a:defRPr sz="3200">
                <a:solidFill>
                  <a:schemeClr val="tx1"/>
                </a:solidFill>
                <a:latin typeface="+mj-lt"/>
              </a:defRPr>
            </a:lvl3pPr>
            <a:lvl4pPr marL="0" indent="0" algn="l">
              <a:lnSpc>
                <a:spcPct val="80000"/>
              </a:lnSpc>
              <a:spcBef>
                <a:spcPts val="1200"/>
              </a:spcBef>
              <a:spcAft>
                <a:spcPts val="1200"/>
              </a:spcAft>
              <a:buNone/>
              <a:defRPr sz="2800">
                <a:solidFill>
                  <a:schemeClr val="tx1"/>
                </a:solidFill>
                <a:latin typeface="+mj-lt"/>
              </a:defRPr>
            </a:lvl4pPr>
            <a:lvl5pPr marL="0" indent="0" algn="l">
              <a:lnSpc>
                <a:spcPct val="80000"/>
              </a:lnSpc>
              <a:spcBef>
                <a:spcPts val="1200"/>
              </a:spcBef>
              <a:spcAft>
                <a:spcPts val="1200"/>
              </a:spcAft>
              <a:buNone/>
              <a:defRPr sz="2200">
                <a:solidFill>
                  <a:schemeClr val="tx1"/>
                </a:solidFill>
                <a:latin typeface="+mj-lt"/>
              </a:defRPr>
            </a:lvl5pPr>
            <a:lvl6pPr marL="0" indent="0" algn="l">
              <a:lnSpc>
                <a:spcPct val="80000"/>
              </a:lnSpc>
              <a:spcBef>
                <a:spcPts val="0"/>
              </a:spcBef>
              <a:spcAft>
                <a:spcPts val="600"/>
              </a:spcAft>
              <a:buFont typeface="Arial" panose="020B0604020202020204" pitchFamily="34" charset="0"/>
              <a:buNone/>
              <a:defRPr sz="1600">
                <a:solidFill>
                  <a:schemeClr val="tx1"/>
                </a:solidFill>
                <a:latin typeface="Calibre Semibold" panose="020B0703030202060203" pitchFamily="34" charset="0"/>
              </a:defRPr>
            </a:lvl6pPr>
            <a:lvl7pPr marL="0" indent="0" algn="l">
              <a:lnSpc>
                <a:spcPct val="75000"/>
              </a:lnSpc>
              <a:spcBef>
                <a:spcPts val="0"/>
              </a:spcBef>
              <a:spcAft>
                <a:spcPts val="600"/>
              </a:spcAft>
              <a:buFont typeface="Arial" panose="020B0604020202020204" pitchFamily="34" charset="0"/>
              <a:buNone/>
              <a:defRPr sz="1600">
                <a:solidFill>
                  <a:schemeClr val="tx1"/>
                </a:solidFill>
                <a:latin typeface="Calibre Light" panose="020B0303030202060203" pitchFamily="34" charset="0"/>
              </a:defRPr>
            </a:lvl7pPr>
            <a:lvl8pPr marL="0" indent="0" algn="l">
              <a:lnSpc>
                <a:spcPct val="75000"/>
              </a:lnSpc>
              <a:spcBef>
                <a:spcPts val="0"/>
              </a:spcBef>
              <a:spcAft>
                <a:spcPts val="600"/>
              </a:spcAft>
              <a:buFont typeface="Arial" panose="020B0604020202020204" pitchFamily="34" charset="0"/>
              <a:buNone/>
              <a:defRPr sz="1050">
                <a:solidFill>
                  <a:schemeClr val="tx1"/>
                </a:solidFill>
                <a:latin typeface="Calibre Semibold" panose="020B0703030202060203" pitchFamily="34" charset="0"/>
              </a:defRPr>
            </a:lvl8pPr>
            <a:lvl9pPr marL="0" indent="0" algn="l">
              <a:lnSpc>
                <a:spcPct val="75000"/>
              </a:lnSpc>
              <a:spcBef>
                <a:spcPts val="0"/>
              </a:spcBef>
              <a:spcAft>
                <a:spcPts val="600"/>
              </a:spcAft>
              <a:buNone/>
              <a:defRPr sz="1050">
                <a:solidFill>
                  <a:schemeClr val="tx1"/>
                </a:solidFill>
                <a:latin typeface="+mn-lt"/>
              </a:defRPr>
            </a:lvl9pPr>
          </a:lstStyle>
          <a:p>
            <a:pPr lvl="0"/>
            <a:r>
              <a:rPr lang="en-GB" dirty="0"/>
              <a:t>Subject title  – max two lines – use text levels  for other sizes</a:t>
            </a:r>
          </a:p>
          <a:p>
            <a:pPr lvl="1"/>
            <a:r>
              <a:rPr lang="en-GB" dirty="0"/>
              <a:t>36pt</a:t>
            </a:r>
          </a:p>
          <a:p>
            <a:pPr lvl="2"/>
            <a:r>
              <a:rPr lang="en-GB" dirty="0"/>
              <a:t>32pt</a:t>
            </a:r>
          </a:p>
          <a:p>
            <a:pPr lvl="3"/>
            <a:r>
              <a:rPr lang="en-GB" dirty="0"/>
              <a:t>28pt</a:t>
            </a:r>
          </a:p>
          <a:p>
            <a:pPr lvl="4"/>
            <a:r>
              <a:rPr lang="en-GB" dirty="0"/>
              <a:t>22pt</a:t>
            </a:r>
          </a:p>
          <a:p>
            <a:pPr lvl="5"/>
            <a:r>
              <a:rPr lang="en-GB" dirty="0"/>
              <a:t>Attribution Name</a:t>
            </a:r>
          </a:p>
          <a:p>
            <a:pPr lvl="6"/>
            <a:r>
              <a:rPr lang="en-GB" dirty="0"/>
              <a:t>Attribution Title</a:t>
            </a:r>
          </a:p>
          <a:p>
            <a:pPr lvl="7"/>
            <a:r>
              <a:rPr lang="en-GB" dirty="0"/>
              <a:t>Caption</a:t>
            </a:r>
          </a:p>
          <a:p>
            <a:pPr lvl="8"/>
            <a:r>
              <a:rPr lang="en-GB" dirty="0"/>
              <a:t>Caption copy</a:t>
            </a:r>
          </a:p>
        </p:txBody>
      </p:sp>
      <p:sp>
        <p:nvSpPr>
          <p:cNvPr id="12" name="Subheading Placeholder">
            <a:extLst>
              <a:ext uri="{FF2B5EF4-FFF2-40B4-BE49-F238E27FC236}">
                <a16:creationId xmlns:a16="http://schemas.microsoft.com/office/drawing/2014/main" id="{7686CD6E-3238-BA56-8AEE-517E1259F967}"/>
              </a:ext>
            </a:extLst>
          </p:cNvPr>
          <p:cNvSpPr>
            <a:spLocks noGrp="1"/>
          </p:cNvSpPr>
          <p:nvPr>
            <p:ph type="body" sz="quarter" idx="13" hasCustomPrompt="1"/>
          </p:nvPr>
        </p:nvSpPr>
        <p:spPr>
          <a:xfrm>
            <a:off x="6656388" y="1600199"/>
            <a:ext cx="3502152" cy="1150939"/>
          </a:xfrm>
        </p:spPr>
        <p:txBody>
          <a:bodyPr/>
          <a:lstStyle>
            <a:lvl1pPr>
              <a:spcBef>
                <a:spcPts val="600"/>
              </a:spcBef>
              <a:spcAft>
                <a:spcPts val="0"/>
              </a:spcAft>
              <a:defRPr sz="1600">
                <a:latin typeface="Calibre Semibold" panose="020B0703030202060203" pitchFamily="34" charset="0"/>
              </a:defRPr>
            </a:lvl1pPr>
            <a:lvl2pPr>
              <a:lnSpc>
                <a:spcPct val="100000"/>
              </a:lnSpc>
              <a:spcBef>
                <a:spcPts val="300"/>
              </a:spcBef>
              <a:spcAft>
                <a:spcPts val="300"/>
              </a:spcAft>
              <a:defRPr sz="1200">
                <a:latin typeface="+mn-lt"/>
              </a:defRPr>
            </a:lvl2pPr>
            <a:lvl3pPr marL="180000" indent="-180000">
              <a:buFont typeface="Calibre" panose="020B0503030202060203" pitchFamily="34" charset="0"/>
              <a:buChar char="–"/>
              <a:defRPr/>
            </a:lvl3pPr>
            <a:lvl4pPr marL="365760" indent="-182880">
              <a:buFont typeface="Arial" panose="020B0604020202020204" pitchFamily="34" charset="0"/>
              <a:buChar char="•"/>
              <a:defRPr/>
            </a:lvl4pPr>
            <a:lvl5pPr marL="0" indent="0">
              <a:lnSpc>
                <a:spcPct val="100000"/>
              </a:lnSpc>
              <a:spcBef>
                <a:spcPts val="600"/>
              </a:spcBef>
              <a:spcAft>
                <a:spcPts val="0"/>
              </a:spcAft>
              <a:buNone/>
              <a:defRPr sz="1200">
                <a:latin typeface="Calibre Semibold" panose="020B0703030202060203" pitchFamily="34" charset="0"/>
              </a:defRPr>
            </a:lvl5pPr>
            <a:lvl6pPr>
              <a:defRPr sz="1050"/>
            </a:lvl6pPr>
            <a:lvl7pPr>
              <a:spcBef>
                <a:spcPts val="300"/>
              </a:spcBef>
              <a:spcAft>
                <a:spcPts val="300"/>
              </a:spcAft>
              <a:defRPr>
                <a:latin typeface="+mn-lt"/>
              </a:defRPr>
            </a:lvl7pPr>
            <a:lvl8pPr marL="180000" indent="-180000">
              <a:spcBef>
                <a:spcPts val="200"/>
              </a:spcBef>
              <a:spcAft>
                <a:spcPts val="200"/>
              </a:spcAft>
              <a:buFont typeface="Calibre" panose="020B0503030202060203" pitchFamily="34" charset="0"/>
              <a:buChar char="–"/>
              <a:defRPr/>
            </a:lvl8pPr>
            <a:lvl9pPr marL="365760" indent="-182880">
              <a:buFont typeface="Arial" panose="020B0604020202020204" pitchFamily="34" charset="0"/>
              <a:buChar char="•"/>
              <a:defRPr/>
            </a:lvl9pPr>
          </a:lstStyle>
          <a:p>
            <a:pPr lvl="0"/>
            <a:r>
              <a:rPr lang="en-GB" dirty="0"/>
              <a:t>Subheading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sp>
        <p:nvSpPr>
          <p:cNvPr id="16" name="Key Number Placeholder">
            <a:extLst>
              <a:ext uri="{FF2B5EF4-FFF2-40B4-BE49-F238E27FC236}">
                <a16:creationId xmlns:a16="http://schemas.microsoft.com/office/drawing/2014/main" id="{2C83130E-3D96-9313-B0E7-8DF90A4A1777}"/>
              </a:ext>
            </a:extLst>
          </p:cNvPr>
          <p:cNvSpPr>
            <a:spLocks noGrp="1"/>
          </p:cNvSpPr>
          <p:nvPr>
            <p:ph type="body" sz="quarter" idx="15" hasCustomPrompt="1"/>
          </p:nvPr>
        </p:nvSpPr>
        <p:spPr>
          <a:xfrm>
            <a:off x="1020763" y="4105274"/>
            <a:ext cx="10147300" cy="1581912"/>
          </a:xfrm>
        </p:spPr>
        <p:txBody>
          <a:bodyPr anchor="b" anchorCtr="0"/>
          <a:lstStyle>
            <a:lvl1pPr marL="0" indent="0" algn="r">
              <a:lnSpc>
                <a:spcPct val="60000"/>
              </a:lnSpc>
              <a:spcBef>
                <a:spcPts val="0"/>
              </a:spcBef>
              <a:spcAft>
                <a:spcPts val="600"/>
              </a:spcAft>
              <a:buFont typeface="Arial" panose="020B0604020202020204" pitchFamily="34" charset="0"/>
              <a:buNone/>
              <a:defRPr sz="17500">
                <a:latin typeface="Calibre Light" panose="020B0303030202060203" pitchFamily="34" charset="0"/>
              </a:defRPr>
            </a:lvl1pPr>
            <a:lvl2pPr marL="0" indent="0" algn="r">
              <a:lnSpc>
                <a:spcPct val="60000"/>
              </a:lnSpc>
              <a:spcBef>
                <a:spcPts val="0"/>
              </a:spcBef>
              <a:spcAft>
                <a:spcPts val="600"/>
              </a:spcAft>
              <a:buFont typeface="Arial" panose="020B0604020202020204" pitchFamily="34" charset="0"/>
              <a:buNone/>
              <a:defRPr sz="13800">
                <a:latin typeface="Calibre Light" panose="020B0303030202060203" pitchFamily="34" charset="0"/>
              </a:defRPr>
            </a:lvl2pPr>
            <a:lvl3pPr marL="0" indent="0" algn="r">
              <a:lnSpc>
                <a:spcPct val="75000"/>
              </a:lnSpc>
              <a:spcBef>
                <a:spcPts val="0"/>
              </a:spcBef>
              <a:spcAft>
                <a:spcPts val="600"/>
              </a:spcAft>
              <a:buFont typeface="Arial" panose="020B0604020202020204" pitchFamily="34" charset="0"/>
              <a:buNone/>
              <a:defRPr sz="11000">
                <a:latin typeface="Calibre Light" panose="020B0303030202060203" pitchFamily="34" charset="0"/>
              </a:defRPr>
            </a:lvl3pPr>
            <a:lvl4pPr marL="0" indent="0" algn="r">
              <a:lnSpc>
                <a:spcPct val="75000"/>
              </a:lnSpc>
              <a:spcBef>
                <a:spcPts val="0"/>
              </a:spcBef>
              <a:spcAft>
                <a:spcPts val="600"/>
              </a:spcAft>
              <a:buNone/>
              <a:defRPr sz="8800">
                <a:latin typeface="Calibre Light" panose="020B0303030202060203" pitchFamily="34" charset="0"/>
              </a:defRPr>
            </a:lvl4pPr>
            <a:lvl5pPr marL="0" indent="0" algn="r">
              <a:lnSpc>
                <a:spcPct val="80000"/>
              </a:lnSpc>
              <a:spcBef>
                <a:spcPts val="0"/>
              </a:spcBef>
              <a:spcAft>
                <a:spcPts val="600"/>
              </a:spcAft>
              <a:buNone/>
              <a:defRPr sz="7200">
                <a:latin typeface="Calibre Light" panose="020B0303030202060203" pitchFamily="34" charset="0"/>
              </a:defRPr>
            </a:lvl5pPr>
            <a:lvl6pPr marL="0" indent="0" algn="r">
              <a:lnSpc>
                <a:spcPct val="80000"/>
              </a:lnSpc>
              <a:spcBef>
                <a:spcPts val="0"/>
              </a:spcBef>
              <a:spcAft>
                <a:spcPts val="600"/>
              </a:spcAft>
              <a:buFont typeface="Arial" panose="020B0604020202020204" pitchFamily="34" charset="0"/>
              <a:buNone/>
              <a:defRPr sz="6600">
                <a:latin typeface="Calibre Light" panose="020B0303030202060203" pitchFamily="34" charset="0"/>
              </a:defRPr>
            </a:lvl6pPr>
            <a:lvl7pPr marL="0" indent="0" algn="r">
              <a:lnSpc>
                <a:spcPct val="80000"/>
              </a:lnSpc>
              <a:spcBef>
                <a:spcPts val="0"/>
              </a:spcBef>
              <a:spcAft>
                <a:spcPts val="600"/>
              </a:spcAft>
              <a:buFont typeface="Arial" panose="020B0604020202020204" pitchFamily="34" charset="0"/>
              <a:buNone/>
              <a:defRPr sz="5400">
                <a:latin typeface="Calibre Light" panose="020B0303030202060203" pitchFamily="34" charset="0"/>
              </a:defRPr>
            </a:lvl7pPr>
            <a:lvl8pPr marL="0" indent="0" algn="r">
              <a:lnSpc>
                <a:spcPct val="80000"/>
              </a:lnSpc>
              <a:spcBef>
                <a:spcPts val="0"/>
              </a:spcBef>
              <a:spcAft>
                <a:spcPts val="600"/>
              </a:spcAft>
              <a:buFont typeface="Arial" panose="020B0604020202020204" pitchFamily="34" charset="0"/>
              <a:buNone/>
              <a:defRPr sz="4800">
                <a:latin typeface="Calibre Light" panose="020B0303030202060203" pitchFamily="34" charset="0"/>
              </a:defRPr>
            </a:lvl8pPr>
            <a:lvl9pPr marL="0" indent="0" algn="r">
              <a:lnSpc>
                <a:spcPct val="80000"/>
              </a:lnSpc>
              <a:spcBef>
                <a:spcPts val="0"/>
              </a:spcBef>
              <a:spcAft>
                <a:spcPts val="600"/>
              </a:spcAft>
              <a:buNone/>
              <a:defRPr sz="4000">
                <a:latin typeface="Calibre Light" panose="020B0303030202060203" pitchFamily="34" charset="0"/>
              </a:defRPr>
            </a:lvl9pPr>
          </a:lstStyle>
          <a:p>
            <a:pPr lvl="0"/>
            <a:r>
              <a:rPr lang="en-GB" dirty="0"/>
              <a:t>Key #</a:t>
            </a:r>
          </a:p>
          <a:p>
            <a:pPr lvl="1"/>
            <a:r>
              <a:rPr lang="en-GB" dirty="0"/>
              <a:t>138pt</a:t>
            </a:r>
          </a:p>
          <a:p>
            <a:pPr lvl="2"/>
            <a:r>
              <a:rPr lang="en-GB" dirty="0"/>
              <a:t>110pt</a:t>
            </a:r>
          </a:p>
          <a:p>
            <a:pPr lvl="3"/>
            <a:r>
              <a:rPr lang="en-GB" dirty="0"/>
              <a:t>88pt</a:t>
            </a:r>
          </a:p>
          <a:p>
            <a:pPr lvl="4"/>
            <a:r>
              <a:rPr lang="en-GB" dirty="0"/>
              <a:t>72pt</a:t>
            </a:r>
          </a:p>
          <a:p>
            <a:pPr lvl="5"/>
            <a:r>
              <a:rPr lang="en-GB" dirty="0"/>
              <a:t>66pt</a:t>
            </a:r>
          </a:p>
          <a:p>
            <a:pPr lvl="6"/>
            <a:r>
              <a:rPr lang="en-GB" dirty="0"/>
              <a:t>54pt</a:t>
            </a:r>
          </a:p>
          <a:p>
            <a:pPr lvl="7"/>
            <a:r>
              <a:rPr lang="en-GB" dirty="0"/>
              <a:t>48pt</a:t>
            </a:r>
          </a:p>
          <a:p>
            <a:pPr lvl="8"/>
            <a:r>
              <a:rPr lang="en-GB" dirty="0"/>
              <a:t>40pt</a:t>
            </a:r>
          </a:p>
        </p:txBody>
      </p:sp>
      <p:sp>
        <p:nvSpPr>
          <p:cNvPr id="26" name="Notes Placeholder">
            <a:extLst>
              <a:ext uri="{FF2B5EF4-FFF2-40B4-BE49-F238E27FC236}">
                <a16:creationId xmlns:a16="http://schemas.microsoft.com/office/drawing/2014/main" id="{D05D0514-BFAE-8114-C2E5-E47E60921DC8}"/>
              </a:ext>
            </a:extLst>
          </p:cNvPr>
          <p:cNvSpPr>
            <a:spLocks noGrp="1"/>
          </p:cNvSpPr>
          <p:nvPr>
            <p:ph type="body" sz="quarter" idx="20" hasCustomPrompt="1"/>
          </p:nvPr>
        </p:nvSpPr>
        <p:spPr>
          <a:xfrm>
            <a:off x="511176" y="5357813"/>
            <a:ext cx="2468880" cy="1051560"/>
          </a:xfrm>
        </p:spPr>
        <p:txBody>
          <a:bodyPr anchor="b" anchorCtr="0"/>
          <a:lstStyle>
            <a:lvl1pPr marL="0" marR="0" indent="0">
              <a:lnSpc>
                <a:spcPct val="100000"/>
              </a:lnSpc>
              <a:spcBef>
                <a:spcPts val="300"/>
              </a:spcBef>
              <a:spcAft>
                <a:spcPts val="0"/>
              </a:spcAft>
              <a:defRPr sz="900">
                <a:latin typeface="Calibre Semibold" panose="020B0703030202060203" pitchFamily="34" charset="0"/>
              </a:defRPr>
            </a:lvl1pPr>
            <a:lvl2pPr marL="0" marR="0" indent="0">
              <a:lnSpc>
                <a:spcPct val="100000"/>
              </a:lnSpc>
              <a:spcBef>
                <a:spcPts val="300"/>
              </a:spcBef>
              <a:spcAft>
                <a:spcPts val="0"/>
              </a:spcAft>
              <a:defRPr sz="900">
                <a:latin typeface="Calibre" panose="020B0503030202060203" pitchFamily="34" charset="0"/>
              </a:defRPr>
            </a:lvl2pPr>
            <a:lvl3pPr marL="108000" marR="0" indent="-108000">
              <a:lnSpc>
                <a:spcPct val="100000"/>
              </a:lnSpc>
              <a:spcBef>
                <a:spcPts val="200"/>
              </a:spcBef>
              <a:spcAft>
                <a:spcPts val="0"/>
              </a:spcAft>
              <a:buFont typeface="Calibre" panose="020B0503030202060203" pitchFamily="34" charset="0"/>
              <a:buChar char="–"/>
              <a:defRPr sz="900">
                <a:latin typeface="Calibre" panose="020B0503030202060203" pitchFamily="34" charset="0"/>
              </a:defRPr>
            </a:lvl3pPr>
            <a:lvl4pPr marL="216000" marR="0" indent="-108000">
              <a:lnSpc>
                <a:spcPct val="100000"/>
              </a:lnSpc>
              <a:spcBef>
                <a:spcPts val="200"/>
              </a:spcBef>
              <a:spcAft>
                <a:spcPts val="0"/>
              </a:spcAft>
              <a:buFont typeface="Arial" panose="020B0604020202020204" pitchFamily="34" charset="0"/>
              <a:buChar char="•"/>
              <a:defRPr sz="900">
                <a:latin typeface="Calibre" panose="020B0503030202060203" pitchFamily="34" charset="0"/>
              </a:defRPr>
            </a:lvl4pPr>
            <a:lvl5pPr marL="0" marR="0" indent="0">
              <a:lnSpc>
                <a:spcPct val="100000"/>
              </a:lnSpc>
              <a:spcBef>
                <a:spcPts val="300"/>
              </a:spcBef>
              <a:spcAft>
                <a:spcPts val="0"/>
              </a:spcAft>
              <a:buNone/>
              <a:defRPr sz="900">
                <a:latin typeface="Calibre Semibold" panose="020B0703030202060203" pitchFamily="34" charset="0"/>
              </a:defRPr>
            </a:lvl5pPr>
            <a:lvl6pPr marL="0" marR="0" indent="0">
              <a:lnSpc>
                <a:spcPct val="100000"/>
              </a:lnSpc>
              <a:spcBef>
                <a:spcPts val="300"/>
              </a:spcBef>
              <a:spcAft>
                <a:spcPts val="0"/>
              </a:spcAft>
              <a:defRPr sz="800">
                <a:latin typeface="Calibre Semibold" panose="020B0703030202060203" pitchFamily="34" charset="0"/>
              </a:defRPr>
            </a:lvl6pPr>
            <a:lvl7pPr marL="0" marR="0" indent="0">
              <a:lnSpc>
                <a:spcPct val="100000"/>
              </a:lnSpc>
              <a:spcBef>
                <a:spcPts val="200"/>
              </a:spcBef>
              <a:spcAft>
                <a:spcPts val="0"/>
              </a:spcAft>
              <a:defRPr sz="800">
                <a:latin typeface="Calibre" panose="020B0503030202060203" pitchFamily="34" charset="0"/>
              </a:defRPr>
            </a:lvl7pPr>
            <a:lvl8pPr marL="108000" marR="0" indent="-108000">
              <a:lnSpc>
                <a:spcPct val="100000"/>
              </a:lnSpc>
              <a:spcBef>
                <a:spcPts val="200"/>
              </a:spcBef>
              <a:spcAft>
                <a:spcPts val="0"/>
              </a:spcAft>
              <a:buFont typeface="Calibre" panose="020B0503030202060203" pitchFamily="34" charset="0"/>
              <a:buChar char="–"/>
              <a:defRPr sz="800">
                <a:latin typeface="Calibre" panose="020B0503030202060203" pitchFamily="34" charset="0"/>
              </a:defRPr>
            </a:lvl8pPr>
            <a:lvl9pPr marL="216000" marR="0" indent="-108000">
              <a:lnSpc>
                <a:spcPct val="100000"/>
              </a:lnSpc>
              <a:spcBef>
                <a:spcPts val="200"/>
              </a:spcBef>
              <a:spcAft>
                <a:spcPts val="0"/>
              </a:spcAft>
              <a:buFont typeface="Arial" panose="020B0604020202020204" pitchFamily="34" charset="0"/>
              <a:buChar char="•"/>
              <a:defRPr sz="800">
                <a:latin typeface="Calibre" panose="020B0503030202060203" pitchFamily="34" charset="0"/>
              </a:defRPr>
            </a:lvl9pPr>
          </a:lstStyle>
          <a:p>
            <a:pPr lvl="0"/>
            <a:r>
              <a:rPr lang="en-GB" dirty="0"/>
              <a:t>Notes title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cxnSp>
        <p:nvCxnSpPr>
          <p:cNvPr id="2" name="LoS - Fixed">
            <a:extLst>
              <a:ext uri="{FF2B5EF4-FFF2-40B4-BE49-F238E27FC236}">
                <a16:creationId xmlns:a16="http://schemas.microsoft.com/office/drawing/2014/main" id="{1BF99811-9BAD-EA93-494A-D9AB8D1036EC}"/>
              </a:ext>
              <a:ext uri="{C183D7F6-B498-43B3-948B-1728B52AA6E4}">
                <adec:decorative xmlns:adec="http://schemas.microsoft.com/office/drawing/2017/decorative" val="1"/>
              </a:ext>
            </a:extLst>
          </p:cNvPr>
          <p:cNvCxnSpPr>
            <a:cxnSpLocks/>
          </p:cNvCxnSpPr>
          <p:nvPr userDrawn="1"/>
        </p:nvCxnSpPr>
        <p:spPr>
          <a:xfrm>
            <a:off x="1016000" y="2852738"/>
            <a:ext cx="10158413" cy="0"/>
          </a:xfrm>
          <a:prstGeom prst="line">
            <a:avLst/>
          </a:prstGeom>
          <a:ln w="63500">
            <a:solidFill>
              <a:srgbClr val="17E88F"/>
            </a:solidFill>
          </a:ln>
        </p:spPr>
        <p:style>
          <a:lnRef idx="1">
            <a:schemeClr val="accent1"/>
          </a:lnRef>
          <a:fillRef idx="0">
            <a:schemeClr val="accent1"/>
          </a:fillRef>
          <a:effectRef idx="0">
            <a:schemeClr val="accent1"/>
          </a:effectRef>
          <a:fontRef idx="minor">
            <a:schemeClr val="tx1"/>
          </a:fontRef>
        </p:style>
      </p:cxnSp>
      <p:grpSp>
        <p:nvGrpSpPr>
          <p:cNvPr id="3" name="Text Styles Guidance">
            <a:extLst>
              <a:ext uri="{FF2B5EF4-FFF2-40B4-BE49-F238E27FC236}">
                <a16:creationId xmlns:a16="http://schemas.microsoft.com/office/drawing/2014/main" id="{5A7CE67B-AF5D-7E04-6C49-E3D30A8FF654}"/>
              </a:ext>
              <a:ext uri="{C183D7F6-B498-43B3-948B-1728B52AA6E4}">
                <adec:decorative xmlns:adec="http://schemas.microsoft.com/office/drawing/2017/decorative" val="1"/>
              </a:ext>
            </a:extLst>
          </p:cNvPr>
          <p:cNvGrpSpPr>
            <a:grpSpLocks noGrp="1" noUngrp="1" noRot="1" noMove="1" noResize="1"/>
          </p:cNvGrpSpPr>
          <p:nvPr userDrawn="1"/>
        </p:nvGrpSpPr>
        <p:grpSpPr>
          <a:xfrm>
            <a:off x="-2322513" y="452438"/>
            <a:ext cx="1969750" cy="1731874"/>
            <a:chOff x="-2322513" y="1484313"/>
            <a:chExt cx="1969750" cy="1731874"/>
          </a:xfrm>
        </p:grpSpPr>
        <p:grpSp>
          <p:nvGrpSpPr>
            <p:cNvPr id="5" name="Group 4">
              <a:extLst>
                <a:ext uri="{FF2B5EF4-FFF2-40B4-BE49-F238E27FC236}">
                  <a16:creationId xmlns:a16="http://schemas.microsoft.com/office/drawing/2014/main" id="{E74A7282-226F-3692-CDF5-890895D3BB2A}"/>
                </a:ext>
              </a:extLst>
            </p:cNvPr>
            <p:cNvGrpSpPr>
              <a:grpSpLocks noGrp="1" noUngrp="1" noRot="1" noMove="1" noResize="1"/>
            </p:cNvGrpSpPr>
            <p:nvPr userDrawn="1"/>
          </p:nvGrpSpPr>
          <p:grpSpPr>
            <a:xfrm>
              <a:off x="-2317919" y="1484313"/>
              <a:ext cx="1960563" cy="1231106"/>
              <a:chOff x="-2322513" y="195104"/>
              <a:chExt cx="1960563" cy="1231106"/>
            </a:xfrm>
          </p:grpSpPr>
          <p:sp>
            <p:nvSpPr>
              <p:cNvPr id="13" name="Guidance">
                <a:extLst>
                  <a:ext uri="{FF2B5EF4-FFF2-40B4-BE49-F238E27FC236}">
                    <a16:creationId xmlns:a16="http://schemas.microsoft.com/office/drawing/2014/main" id="{BCE8A02B-3807-0D55-B9E7-FCD2309C63BD}"/>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984885"/>
              </a:xfrm>
              <a:prstGeom prst="rect">
                <a:avLst/>
              </a:prstGeom>
              <a:solidFill>
                <a:srgbClr val="C0D4CB"/>
              </a:solidFill>
            </p:spPr>
            <p:txBody>
              <a:bodyPr wrap="square" lIns="72000" rIns="72000" rtlCol="0">
                <a:noAutofit/>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Each text frame has nine pre-formatted styles defined for you to use.</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To access the styles, use the Increase/Decrease List Level commands found in Home &gt; Paragraph tools:</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800" b="0" i="0" u="none" strike="noStrike" kern="1200" cap="none" spc="0" normalizeH="0" baseline="0" noProof="0" dirty="0">
                  <a:ln>
                    <a:noFill/>
                  </a:ln>
                  <a:solidFill>
                    <a:srgbClr val="012A2D"/>
                  </a:solidFill>
                  <a:effectLst/>
                  <a:uLnTx/>
                  <a:uFillTx/>
                  <a:latin typeface="Calibre"/>
                </a:endParaRPr>
              </a:p>
            </p:txBody>
          </p:sp>
          <p:sp>
            <p:nvSpPr>
              <p:cNvPr id="15" name="Guidance">
                <a:extLst>
                  <a:ext uri="{FF2B5EF4-FFF2-40B4-BE49-F238E27FC236}">
                    <a16:creationId xmlns:a16="http://schemas.microsoft.com/office/drawing/2014/main" id="{889FCAF2-F788-3B8D-6EFC-F88C353D212C}"/>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Text styles</a:t>
                </a:r>
              </a:p>
            </p:txBody>
          </p:sp>
        </p:grpSp>
        <p:grpSp>
          <p:nvGrpSpPr>
            <p:cNvPr id="7" name="Group 6">
              <a:extLst>
                <a:ext uri="{FF2B5EF4-FFF2-40B4-BE49-F238E27FC236}">
                  <a16:creationId xmlns:a16="http://schemas.microsoft.com/office/drawing/2014/main" id="{16B3763C-4EFE-EF3A-15CE-5A9422CB0E3D}"/>
                </a:ext>
              </a:extLst>
            </p:cNvPr>
            <p:cNvGrpSpPr>
              <a:grpSpLocks noGrp="1" noUngrp="1" noRot="1" noMove="1" noResize="1"/>
            </p:cNvGrpSpPr>
            <p:nvPr userDrawn="1"/>
          </p:nvGrpSpPr>
          <p:grpSpPr>
            <a:xfrm>
              <a:off x="-2322513" y="2655826"/>
              <a:ext cx="1969750" cy="560361"/>
              <a:chOff x="3911096" y="2800206"/>
              <a:chExt cx="4420607" cy="1257587"/>
            </a:xfrm>
          </p:grpSpPr>
          <p:pic>
            <p:nvPicPr>
              <p:cNvPr id="9" name="Picture 8">
                <a:extLst>
                  <a:ext uri="{FF2B5EF4-FFF2-40B4-BE49-F238E27FC236}">
                    <a16:creationId xmlns:a16="http://schemas.microsoft.com/office/drawing/2014/main" id="{BBAD7E0E-F7DC-E8F5-C5BE-948FE905EA2A}"/>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3911096" y="2800206"/>
                <a:ext cx="4420607" cy="1257587"/>
              </a:xfrm>
              <a:prstGeom prst="rect">
                <a:avLst/>
              </a:prstGeom>
            </p:spPr>
          </p:pic>
          <p:sp>
            <p:nvSpPr>
              <p:cNvPr id="11" name="Rectangle 10">
                <a:extLst>
                  <a:ext uri="{FF2B5EF4-FFF2-40B4-BE49-F238E27FC236}">
                    <a16:creationId xmlns:a16="http://schemas.microsoft.com/office/drawing/2014/main" id="{C75A3823-0832-51E0-2FEC-2069EED0F547}"/>
                  </a:ext>
                </a:extLst>
              </p:cNvPr>
              <p:cNvSpPr>
                <a:spLocks noGrp="1" noRot="1" noMove="1" noResize="1" noEditPoints="1" noAdjustHandles="1" noChangeArrowheads="1" noChangeShapeType="1"/>
              </p:cNvSpPr>
              <p:nvPr/>
            </p:nvSpPr>
            <p:spPr>
              <a:xfrm>
                <a:off x="5074444" y="2959894"/>
                <a:ext cx="669131" cy="285750"/>
              </a:xfrm>
              <a:prstGeom prst="rect">
                <a:avLst/>
              </a:prstGeom>
              <a:noFill/>
              <a:ln w="6350" cap="flat" cmpd="sng" algn="ctr">
                <a:solidFill>
                  <a:srgbClr val="FF0000"/>
                </a:solidFill>
                <a:prstDash val="solid"/>
                <a:miter lim="800000"/>
              </a:ln>
              <a:effectLst/>
            </p:spPr>
            <p:txBody>
              <a:bodyPr rtlCol="0" anchor="ctr">
                <a:noAutofit/>
              </a:bodyPr>
              <a:lstStyle/>
              <a:p>
                <a:pPr marL="0" marR="0" lvl="0" indent="0" algn="ctr"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1200" b="0" i="0" u="none" strike="noStrike" kern="1200" cap="none" spc="0" normalizeH="0" baseline="0" noProof="0" dirty="0">
                  <a:ln>
                    <a:noFill/>
                  </a:ln>
                  <a:solidFill>
                    <a:srgbClr val="FFFFFF"/>
                  </a:solidFill>
                  <a:effectLst/>
                  <a:uLnTx/>
                  <a:uFillTx/>
                  <a:latin typeface="Calibre"/>
                  <a:ea typeface="+mn-ea"/>
                  <a:cs typeface="+mn-cs"/>
                </a:endParaRPr>
              </a:p>
            </p:txBody>
          </p:sp>
        </p:grpSp>
      </p:grpSp>
    </p:spTree>
    <p:extLst>
      <p:ext uri="{BB962C8B-B14F-4D97-AF65-F5344CB8AC3E}">
        <p14:creationId xmlns:p14="http://schemas.microsoft.com/office/powerpoint/2010/main" val="124833481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Key Number: Option 03 dark">
    <p:bg>
      <p:bgRef idx="1001">
        <a:schemeClr val="bg1"/>
      </p:bgRef>
    </p:bg>
    <p:spTree>
      <p:nvGrpSpPr>
        <p:cNvPr id="1" name=""/>
        <p:cNvGrpSpPr/>
        <p:nvPr/>
      </p:nvGrpSpPr>
      <p:grpSpPr>
        <a:xfrm>
          <a:off x="0" y="0"/>
          <a:ext cx="0" cy="0"/>
          <a:chOff x="0" y="0"/>
          <a:chExt cx="0" cy="0"/>
        </a:xfrm>
      </p:grpSpPr>
      <p:sp>
        <p:nvSpPr>
          <p:cNvPr id="8" name="Main Title Placeholder">
            <a:extLst>
              <a:ext uri="{FF2B5EF4-FFF2-40B4-BE49-F238E27FC236}">
                <a16:creationId xmlns:a16="http://schemas.microsoft.com/office/drawing/2014/main" id="{0AB1EEEC-0D13-0BD5-86C1-FEA968AFEE5B}"/>
              </a:ext>
            </a:extLst>
          </p:cNvPr>
          <p:cNvSpPr>
            <a:spLocks noGrp="1"/>
          </p:cNvSpPr>
          <p:nvPr>
            <p:ph type="body" sz="quarter" idx="11" hasCustomPrompt="1"/>
          </p:nvPr>
        </p:nvSpPr>
        <p:spPr>
          <a:xfrm>
            <a:off x="1020763" y="1600199"/>
            <a:ext cx="3502152" cy="1150939"/>
          </a:xfrm>
        </p:spPr>
        <p:txBody>
          <a:bodyPr anchor="t" anchorCtr="0"/>
          <a:lstStyle>
            <a:lvl1pPr marL="0" indent="0" algn="l">
              <a:lnSpc>
                <a:spcPct val="80000"/>
              </a:lnSpc>
              <a:spcBef>
                <a:spcPts val="1200"/>
              </a:spcBef>
              <a:spcAft>
                <a:spcPts val="1200"/>
              </a:spcAft>
              <a:buFont typeface="Arial" panose="020B0604020202020204" pitchFamily="34" charset="0"/>
              <a:buNone/>
              <a:defRPr sz="4200">
                <a:solidFill>
                  <a:schemeClr val="tx1"/>
                </a:solidFill>
                <a:latin typeface="+mj-lt"/>
              </a:defRPr>
            </a:lvl1pPr>
            <a:lvl2pPr marL="0" indent="0" algn="l">
              <a:lnSpc>
                <a:spcPct val="80000"/>
              </a:lnSpc>
              <a:spcBef>
                <a:spcPts val="1200"/>
              </a:spcBef>
              <a:spcAft>
                <a:spcPts val="1200"/>
              </a:spcAft>
              <a:buFont typeface="Arial" panose="020B0604020202020204" pitchFamily="34" charset="0"/>
              <a:buNone/>
              <a:defRPr sz="3600">
                <a:solidFill>
                  <a:schemeClr val="tx1"/>
                </a:solidFill>
                <a:latin typeface="+mj-lt"/>
              </a:defRPr>
            </a:lvl2pPr>
            <a:lvl3pPr marL="0" indent="0" algn="l">
              <a:lnSpc>
                <a:spcPct val="80000"/>
              </a:lnSpc>
              <a:spcBef>
                <a:spcPts val="1200"/>
              </a:spcBef>
              <a:spcAft>
                <a:spcPts val="1200"/>
              </a:spcAft>
              <a:buFont typeface="Arial" panose="020B0604020202020204" pitchFamily="34" charset="0"/>
              <a:buNone/>
              <a:defRPr sz="3200">
                <a:solidFill>
                  <a:schemeClr val="tx1"/>
                </a:solidFill>
                <a:latin typeface="+mj-lt"/>
              </a:defRPr>
            </a:lvl3pPr>
            <a:lvl4pPr marL="0" indent="0" algn="l">
              <a:lnSpc>
                <a:spcPct val="80000"/>
              </a:lnSpc>
              <a:spcBef>
                <a:spcPts val="1200"/>
              </a:spcBef>
              <a:spcAft>
                <a:spcPts val="1200"/>
              </a:spcAft>
              <a:buNone/>
              <a:defRPr sz="2800">
                <a:solidFill>
                  <a:schemeClr val="tx1"/>
                </a:solidFill>
                <a:latin typeface="+mj-lt"/>
              </a:defRPr>
            </a:lvl4pPr>
            <a:lvl5pPr marL="0" indent="0" algn="l">
              <a:lnSpc>
                <a:spcPct val="80000"/>
              </a:lnSpc>
              <a:spcBef>
                <a:spcPts val="1200"/>
              </a:spcBef>
              <a:spcAft>
                <a:spcPts val="1200"/>
              </a:spcAft>
              <a:buNone/>
              <a:defRPr sz="2200">
                <a:solidFill>
                  <a:schemeClr val="tx1"/>
                </a:solidFill>
                <a:latin typeface="+mj-lt"/>
              </a:defRPr>
            </a:lvl5pPr>
            <a:lvl6pPr marL="0" indent="0" algn="l">
              <a:lnSpc>
                <a:spcPct val="80000"/>
              </a:lnSpc>
              <a:spcBef>
                <a:spcPts val="0"/>
              </a:spcBef>
              <a:spcAft>
                <a:spcPts val="600"/>
              </a:spcAft>
              <a:buFont typeface="Arial" panose="020B0604020202020204" pitchFamily="34" charset="0"/>
              <a:buNone/>
              <a:defRPr sz="1600">
                <a:solidFill>
                  <a:schemeClr val="tx1"/>
                </a:solidFill>
                <a:latin typeface="Calibre Semibold" panose="020B0703030202060203" pitchFamily="34" charset="0"/>
              </a:defRPr>
            </a:lvl6pPr>
            <a:lvl7pPr marL="0" indent="0" algn="l">
              <a:lnSpc>
                <a:spcPct val="75000"/>
              </a:lnSpc>
              <a:spcBef>
                <a:spcPts val="0"/>
              </a:spcBef>
              <a:spcAft>
                <a:spcPts val="600"/>
              </a:spcAft>
              <a:buFont typeface="Arial" panose="020B0604020202020204" pitchFamily="34" charset="0"/>
              <a:buNone/>
              <a:defRPr sz="1600">
                <a:solidFill>
                  <a:schemeClr val="tx1"/>
                </a:solidFill>
                <a:latin typeface="Calibre Light" panose="020B0303030202060203" pitchFamily="34" charset="0"/>
              </a:defRPr>
            </a:lvl7pPr>
            <a:lvl8pPr marL="0" indent="0" algn="l">
              <a:lnSpc>
                <a:spcPct val="75000"/>
              </a:lnSpc>
              <a:spcBef>
                <a:spcPts val="0"/>
              </a:spcBef>
              <a:spcAft>
                <a:spcPts val="600"/>
              </a:spcAft>
              <a:buFont typeface="Arial" panose="020B0604020202020204" pitchFamily="34" charset="0"/>
              <a:buNone/>
              <a:defRPr sz="1050">
                <a:solidFill>
                  <a:schemeClr val="tx1"/>
                </a:solidFill>
                <a:latin typeface="Calibre Semibold" panose="020B0703030202060203" pitchFamily="34" charset="0"/>
              </a:defRPr>
            </a:lvl8pPr>
            <a:lvl9pPr marL="0" indent="0" algn="l">
              <a:lnSpc>
                <a:spcPct val="75000"/>
              </a:lnSpc>
              <a:spcBef>
                <a:spcPts val="0"/>
              </a:spcBef>
              <a:spcAft>
                <a:spcPts val="600"/>
              </a:spcAft>
              <a:buNone/>
              <a:defRPr sz="1050">
                <a:solidFill>
                  <a:schemeClr val="tx1"/>
                </a:solidFill>
                <a:latin typeface="+mn-lt"/>
              </a:defRPr>
            </a:lvl9pPr>
          </a:lstStyle>
          <a:p>
            <a:pPr lvl="0"/>
            <a:r>
              <a:rPr lang="en-GB" dirty="0"/>
              <a:t>Subject title  – max two lines – use text levels  for other sizes</a:t>
            </a:r>
          </a:p>
          <a:p>
            <a:pPr lvl="1"/>
            <a:r>
              <a:rPr lang="en-GB" dirty="0"/>
              <a:t>36pt</a:t>
            </a:r>
          </a:p>
          <a:p>
            <a:pPr lvl="2"/>
            <a:r>
              <a:rPr lang="en-GB" dirty="0"/>
              <a:t>32pt</a:t>
            </a:r>
          </a:p>
          <a:p>
            <a:pPr lvl="3"/>
            <a:r>
              <a:rPr lang="en-GB" dirty="0"/>
              <a:t>28pt</a:t>
            </a:r>
          </a:p>
          <a:p>
            <a:pPr lvl="4"/>
            <a:r>
              <a:rPr lang="en-GB" dirty="0"/>
              <a:t>22pt</a:t>
            </a:r>
          </a:p>
          <a:p>
            <a:pPr lvl="5"/>
            <a:r>
              <a:rPr lang="en-GB" dirty="0"/>
              <a:t>Attribution Name</a:t>
            </a:r>
          </a:p>
          <a:p>
            <a:pPr lvl="6"/>
            <a:r>
              <a:rPr lang="en-GB" dirty="0"/>
              <a:t>Attribution Title</a:t>
            </a:r>
          </a:p>
          <a:p>
            <a:pPr lvl="7"/>
            <a:r>
              <a:rPr lang="en-GB" dirty="0"/>
              <a:t>Caption</a:t>
            </a:r>
          </a:p>
          <a:p>
            <a:pPr lvl="8"/>
            <a:r>
              <a:rPr lang="en-GB" dirty="0"/>
              <a:t>Caption copy</a:t>
            </a:r>
          </a:p>
        </p:txBody>
      </p:sp>
      <p:sp>
        <p:nvSpPr>
          <p:cNvPr id="12" name="Subheading Placeholder">
            <a:extLst>
              <a:ext uri="{FF2B5EF4-FFF2-40B4-BE49-F238E27FC236}">
                <a16:creationId xmlns:a16="http://schemas.microsoft.com/office/drawing/2014/main" id="{7686CD6E-3238-BA56-8AEE-517E1259F967}"/>
              </a:ext>
            </a:extLst>
          </p:cNvPr>
          <p:cNvSpPr>
            <a:spLocks noGrp="1"/>
          </p:cNvSpPr>
          <p:nvPr>
            <p:ph type="body" sz="quarter" idx="13" hasCustomPrompt="1"/>
          </p:nvPr>
        </p:nvSpPr>
        <p:spPr>
          <a:xfrm>
            <a:off x="6656388" y="1600199"/>
            <a:ext cx="3502152" cy="1150939"/>
          </a:xfrm>
        </p:spPr>
        <p:txBody>
          <a:bodyPr/>
          <a:lstStyle>
            <a:lvl1pPr>
              <a:spcBef>
                <a:spcPts val="600"/>
              </a:spcBef>
              <a:spcAft>
                <a:spcPts val="0"/>
              </a:spcAft>
              <a:defRPr sz="1600">
                <a:latin typeface="Calibre Semibold" panose="020B0703030202060203" pitchFamily="34" charset="0"/>
              </a:defRPr>
            </a:lvl1pPr>
            <a:lvl2pPr>
              <a:lnSpc>
                <a:spcPct val="100000"/>
              </a:lnSpc>
              <a:spcBef>
                <a:spcPts val="300"/>
              </a:spcBef>
              <a:spcAft>
                <a:spcPts val="300"/>
              </a:spcAft>
              <a:defRPr sz="1200">
                <a:latin typeface="+mn-lt"/>
              </a:defRPr>
            </a:lvl2pPr>
            <a:lvl3pPr marL="180000" indent="-180000">
              <a:buFont typeface="Calibre" panose="020B0503030202060203" pitchFamily="34" charset="0"/>
              <a:buChar char="–"/>
              <a:defRPr/>
            </a:lvl3pPr>
            <a:lvl4pPr marL="365760" indent="-182880">
              <a:buFont typeface="Arial" panose="020B0604020202020204" pitchFamily="34" charset="0"/>
              <a:buChar char="•"/>
              <a:defRPr/>
            </a:lvl4pPr>
            <a:lvl5pPr marL="0" indent="0">
              <a:lnSpc>
                <a:spcPct val="100000"/>
              </a:lnSpc>
              <a:spcBef>
                <a:spcPts val="600"/>
              </a:spcBef>
              <a:spcAft>
                <a:spcPts val="0"/>
              </a:spcAft>
              <a:buNone/>
              <a:defRPr sz="1200">
                <a:latin typeface="Calibre Semibold" panose="020B0703030202060203" pitchFamily="34" charset="0"/>
              </a:defRPr>
            </a:lvl5pPr>
            <a:lvl6pPr>
              <a:defRPr sz="1050"/>
            </a:lvl6pPr>
            <a:lvl7pPr>
              <a:spcBef>
                <a:spcPts val="300"/>
              </a:spcBef>
              <a:spcAft>
                <a:spcPts val="300"/>
              </a:spcAft>
              <a:defRPr>
                <a:latin typeface="+mn-lt"/>
              </a:defRPr>
            </a:lvl7pPr>
            <a:lvl8pPr marL="180000" indent="-180000">
              <a:spcBef>
                <a:spcPts val="200"/>
              </a:spcBef>
              <a:spcAft>
                <a:spcPts val="200"/>
              </a:spcAft>
              <a:buFont typeface="Calibre" panose="020B0503030202060203" pitchFamily="34" charset="0"/>
              <a:buChar char="–"/>
              <a:defRPr/>
            </a:lvl8pPr>
            <a:lvl9pPr marL="365760" indent="-182880">
              <a:buFont typeface="Arial" panose="020B0604020202020204" pitchFamily="34" charset="0"/>
              <a:buChar char="•"/>
              <a:defRPr/>
            </a:lvl9pPr>
          </a:lstStyle>
          <a:p>
            <a:pPr lvl="0"/>
            <a:r>
              <a:rPr lang="en-GB" dirty="0"/>
              <a:t>Subheading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sp>
        <p:nvSpPr>
          <p:cNvPr id="16" name="Key Number Placeholder">
            <a:extLst>
              <a:ext uri="{FF2B5EF4-FFF2-40B4-BE49-F238E27FC236}">
                <a16:creationId xmlns:a16="http://schemas.microsoft.com/office/drawing/2014/main" id="{2C83130E-3D96-9313-B0E7-8DF90A4A1777}"/>
              </a:ext>
            </a:extLst>
          </p:cNvPr>
          <p:cNvSpPr>
            <a:spLocks noGrp="1"/>
          </p:cNvSpPr>
          <p:nvPr>
            <p:ph type="body" sz="quarter" idx="15" hasCustomPrompt="1"/>
          </p:nvPr>
        </p:nvSpPr>
        <p:spPr>
          <a:xfrm>
            <a:off x="1020763" y="4105274"/>
            <a:ext cx="10147300" cy="1581912"/>
          </a:xfrm>
        </p:spPr>
        <p:txBody>
          <a:bodyPr anchor="b" anchorCtr="0"/>
          <a:lstStyle>
            <a:lvl1pPr marL="0" indent="0" algn="r">
              <a:lnSpc>
                <a:spcPct val="60000"/>
              </a:lnSpc>
              <a:spcBef>
                <a:spcPts val="0"/>
              </a:spcBef>
              <a:spcAft>
                <a:spcPts val="600"/>
              </a:spcAft>
              <a:buFont typeface="Arial" panose="020B0604020202020204" pitchFamily="34" charset="0"/>
              <a:buNone/>
              <a:defRPr sz="17500">
                <a:latin typeface="Calibre Light" panose="020B0303030202060203" pitchFamily="34" charset="0"/>
              </a:defRPr>
            </a:lvl1pPr>
            <a:lvl2pPr marL="0" indent="0" algn="r">
              <a:lnSpc>
                <a:spcPct val="60000"/>
              </a:lnSpc>
              <a:spcBef>
                <a:spcPts val="0"/>
              </a:spcBef>
              <a:spcAft>
                <a:spcPts val="600"/>
              </a:spcAft>
              <a:buFont typeface="Arial" panose="020B0604020202020204" pitchFamily="34" charset="0"/>
              <a:buNone/>
              <a:defRPr sz="13800">
                <a:latin typeface="Calibre Light" panose="020B0303030202060203" pitchFamily="34" charset="0"/>
              </a:defRPr>
            </a:lvl2pPr>
            <a:lvl3pPr marL="0" indent="0" algn="r">
              <a:lnSpc>
                <a:spcPct val="75000"/>
              </a:lnSpc>
              <a:spcBef>
                <a:spcPts val="0"/>
              </a:spcBef>
              <a:spcAft>
                <a:spcPts val="600"/>
              </a:spcAft>
              <a:buFont typeface="Arial" panose="020B0604020202020204" pitchFamily="34" charset="0"/>
              <a:buNone/>
              <a:defRPr sz="11000">
                <a:latin typeface="Calibre Light" panose="020B0303030202060203" pitchFamily="34" charset="0"/>
              </a:defRPr>
            </a:lvl3pPr>
            <a:lvl4pPr marL="0" indent="0" algn="r">
              <a:lnSpc>
                <a:spcPct val="75000"/>
              </a:lnSpc>
              <a:spcBef>
                <a:spcPts val="0"/>
              </a:spcBef>
              <a:spcAft>
                <a:spcPts val="600"/>
              </a:spcAft>
              <a:buNone/>
              <a:defRPr sz="8800">
                <a:latin typeface="Calibre Light" panose="020B0303030202060203" pitchFamily="34" charset="0"/>
              </a:defRPr>
            </a:lvl4pPr>
            <a:lvl5pPr marL="0" indent="0" algn="r">
              <a:lnSpc>
                <a:spcPct val="80000"/>
              </a:lnSpc>
              <a:spcBef>
                <a:spcPts val="0"/>
              </a:spcBef>
              <a:spcAft>
                <a:spcPts val="600"/>
              </a:spcAft>
              <a:buNone/>
              <a:defRPr sz="7200">
                <a:latin typeface="Calibre Light" panose="020B0303030202060203" pitchFamily="34" charset="0"/>
              </a:defRPr>
            </a:lvl5pPr>
            <a:lvl6pPr marL="0" indent="0" algn="r">
              <a:lnSpc>
                <a:spcPct val="80000"/>
              </a:lnSpc>
              <a:spcBef>
                <a:spcPts val="0"/>
              </a:spcBef>
              <a:spcAft>
                <a:spcPts val="600"/>
              </a:spcAft>
              <a:buFont typeface="Arial" panose="020B0604020202020204" pitchFamily="34" charset="0"/>
              <a:buNone/>
              <a:defRPr sz="6600">
                <a:latin typeface="Calibre Light" panose="020B0303030202060203" pitchFamily="34" charset="0"/>
              </a:defRPr>
            </a:lvl6pPr>
            <a:lvl7pPr marL="0" indent="0" algn="r">
              <a:lnSpc>
                <a:spcPct val="80000"/>
              </a:lnSpc>
              <a:spcBef>
                <a:spcPts val="0"/>
              </a:spcBef>
              <a:spcAft>
                <a:spcPts val="600"/>
              </a:spcAft>
              <a:buFont typeface="Arial" panose="020B0604020202020204" pitchFamily="34" charset="0"/>
              <a:buNone/>
              <a:defRPr sz="5400">
                <a:latin typeface="Calibre Light" panose="020B0303030202060203" pitchFamily="34" charset="0"/>
              </a:defRPr>
            </a:lvl7pPr>
            <a:lvl8pPr marL="0" indent="0" algn="r">
              <a:lnSpc>
                <a:spcPct val="80000"/>
              </a:lnSpc>
              <a:spcBef>
                <a:spcPts val="0"/>
              </a:spcBef>
              <a:spcAft>
                <a:spcPts val="600"/>
              </a:spcAft>
              <a:buFont typeface="Arial" panose="020B0604020202020204" pitchFamily="34" charset="0"/>
              <a:buNone/>
              <a:defRPr sz="4800">
                <a:latin typeface="Calibre Light" panose="020B0303030202060203" pitchFamily="34" charset="0"/>
              </a:defRPr>
            </a:lvl8pPr>
            <a:lvl9pPr marL="0" indent="0" algn="r">
              <a:lnSpc>
                <a:spcPct val="80000"/>
              </a:lnSpc>
              <a:spcBef>
                <a:spcPts val="0"/>
              </a:spcBef>
              <a:spcAft>
                <a:spcPts val="600"/>
              </a:spcAft>
              <a:buNone/>
              <a:defRPr sz="4000">
                <a:latin typeface="Calibre Light" panose="020B0303030202060203" pitchFamily="34" charset="0"/>
              </a:defRPr>
            </a:lvl9pPr>
          </a:lstStyle>
          <a:p>
            <a:pPr lvl="0"/>
            <a:r>
              <a:rPr lang="en-GB" dirty="0"/>
              <a:t>Key #</a:t>
            </a:r>
          </a:p>
          <a:p>
            <a:pPr lvl="1"/>
            <a:r>
              <a:rPr lang="en-GB" dirty="0"/>
              <a:t>138pt</a:t>
            </a:r>
          </a:p>
          <a:p>
            <a:pPr lvl="2"/>
            <a:r>
              <a:rPr lang="en-GB" dirty="0"/>
              <a:t>110pt</a:t>
            </a:r>
          </a:p>
          <a:p>
            <a:pPr lvl="3"/>
            <a:r>
              <a:rPr lang="en-GB" dirty="0"/>
              <a:t>88pt</a:t>
            </a:r>
          </a:p>
          <a:p>
            <a:pPr lvl="4"/>
            <a:r>
              <a:rPr lang="en-GB" dirty="0"/>
              <a:t>72pt</a:t>
            </a:r>
          </a:p>
          <a:p>
            <a:pPr lvl="5"/>
            <a:r>
              <a:rPr lang="en-GB" dirty="0"/>
              <a:t>66pt</a:t>
            </a:r>
          </a:p>
          <a:p>
            <a:pPr lvl="6"/>
            <a:r>
              <a:rPr lang="en-GB" dirty="0"/>
              <a:t>54pt</a:t>
            </a:r>
          </a:p>
          <a:p>
            <a:pPr lvl="7"/>
            <a:r>
              <a:rPr lang="en-GB" dirty="0"/>
              <a:t>48pt</a:t>
            </a:r>
          </a:p>
          <a:p>
            <a:pPr lvl="8"/>
            <a:r>
              <a:rPr lang="en-GB" dirty="0"/>
              <a:t>40pt</a:t>
            </a:r>
          </a:p>
        </p:txBody>
      </p:sp>
      <p:sp>
        <p:nvSpPr>
          <p:cNvPr id="26" name="Notes Placeholder">
            <a:extLst>
              <a:ext uri="{FF2B5EF4-FFF2-40B4-BE49-F238E27FC236}">
                <a16:creationId xmlns:a16="http://schemas.microsoft.com/office/drawing/2014/main" id="{D05D0514-BFAE-8114-C2E5-E47E60921DC8}"/>
              </a:ext>
            </a:extLst>
          </p:cNvPr>
          <p:cNvSpPr>
            <a:spLocks noGrp="1"/>
          </p:cNvSpPr>
          <p:nvPr>
            <p:ph type="body" sz="quarter" idx="20" hasCustomPrompt="1"/>
          </p:nvPr>
        </p:nvSpPr>
        <p:spPr>
          <a:xfrm>
            <a:off x="511176" y="5357813"/>
            <a:ext cx="2468880" cy="1051560"/>
          </a:xfrm>
        </p:spPr>
        <p:txBody>
          <a:bodyPr anchor="b" anchorCtr="0"/>
          <a:lstStyle>
            <a:lvl1pPr marL="0" marR="0" indent="0">
              <a:lnSpc>
                <a:spcPct val="100000"/>
              </a:lnSpc>
              <a:spcBef>
                <a:spcPts val="300"/>
              </a:spcBef>
              <a:spcAft>
                <a:spcPts val="0"/>
              </a:spcAft>
              <a:defRPr sz="900">
                <a:latin typeface="Calibre Semibold" panose="020B0703030202060203" pitchFamily="34" charset="0"/>
              </a:defRPr>
            </a:lvl1pPr>
            <a:lvl2pPr marL="0" marR="0" indent="0">
              <a:lnSpc>
                <a:spcPct val="100000"/>
              </a:lnSpc>
              <a:spcBef>
                <a:spcPts val="300"/>
              </a:spcBef>
              <a:spcAft>
                <a:spcPts val="0"/>
              </a:spcAft>
              <a:defRPr sz="900">
                <a:latin typeface="Calibre" panose="020B0503030202060203" pitchFamily="34" charset="0"/>
              </a:defRPr>
            </a:lvl2pPr>
            <a:lvl3pPr marL="108000" marR="0" indent="-108000">
              <a:lnSpc>
                <a:spcPct val="100000"/>
              </a:lnSpc>
              <a:spcBef>
                <a:spcPts val="200"/>
              </a:spcBef>
              <a:spcAft>
                <a:spcPts val="0"/>
              </a:spcAft>
              <a:buFont typeface="Calibre" panose="020B0503030202060203" pitchFamily="34" charset="0"/>
              <a:buChar char="–"/>
              <a:defRPr sz="900">
                <a:latin typeface="Calibre" panose="020B0503030202060203" pitchFamily="34" charset="0"/>
              </a:defRPr>
            </a:lvl3pPr>
            <a:lvl4pPr marL="216000" marR="0" indent="-108000">
              <a:lnSpc>
                <a:spcPct val="100000"/>
              </a:lnSpc>
              <a:spcBef>
                <a:spcPts val="200"/>
              </a:spcBef>
              <a:spcAft>
                <a:spcPts val="0"/>
              </a:spcAft>
              <a:buFont typeface="Arial" panose="020B0604020202020204" pitchFamily="34" charset="0"/>
              <a:buChar char="•"/>
              <a:defRPr sz="900">
                <a:latin typeface="Calibre" panose="020B0503030202060203" pitchFamily="34" charset="0"/>
              </a:defRPr>
            </a:lvl4pPr>
            <a:lvl5pPr marL="0" marR="0" indent="0">
              <a:lnSpc>
                <a:spcPct val="100000"/>
              </a:lnSpc>
              <a:spcBef>
                <a:spcPts val="300"/>
              </a:spcBef>
              <a:spcAft>
                <a:spcPts val="0"/>
              </a:spcAft>
              <a:buNone/>
              <a:defRPr sz="900">
                <a:latin typeface="Calibre Semibold" panose="020B0703030202060203" pitchFamily="34" charset="0"/>
              </a:defRPr>
            </a:lvl5pPr>
            <a:lvl6pPr marL="0" marR="0" indent="0">
              <a:lnSpc>
                <a:spcPct val="100000"/>
              </a:lnSpc>
              <a:spcBef>
                <a:spcPts val="300"/>
              </a:spcBef>
              <a:spcAft>
                <a:spcPts val="0"/>
              </a:spcAft>
              <a:defRPr sz="800">
                <a:latin typeface="Calibre Semibold" panose="020B0703030202060203" pitchFamily="34" charset="0"/>
              </a:defRPr>
            </a:lvl6pPr>
            <a:lvl7pPr marL="0" marR="0" indent="0">
              <a:lnSpc>
                <a:spcPct val="100000"/>
              </a:lnSpc>
              <a:spcBef>
                <a:spcPts val="200"/>
              </a:spcBef>
              <a:spcAft>
                <a:spcPts val="0"/>
              </a:spcAft>
              <a:defRPr sz="800">
                <a:latin typeface="Calibre" panose="020B0503030202060203" pitchFamily="34" charset="0"/>
              </a:defRPr>
            </a:lvl7pPr>
            <a:lvl8pPr marL="108000" marR="0" indent="-108000">
              <a:lnSpc>
                <a:spcPct val="100000"/>
              </a:lnSpc>
              <a:spcBef>
                <a:spcPts val="200"/>
              </a:spcBef>
              <a:spcAft>
                <a:spcPts val="0"/>
              </a:spcAft>
              <a:buFont typeface="Calibre" panose="020B0503030202060203" pitchFamily="34" charset="0"/>
              <a:buChar char="–"/>
              <a:defRPr sz="800">
                <a:latin typeface="Calibre" panose="020B0503030202060203" pitchFamily="34" charset="0"/>
              </a:defRPr>
            </a:lvl8pPr>
            <a:lvl9pPr marL="216000" marR="0" indent="-108000">
              <a:lnSpc>
                <a:spcPct val="100000"/>
              </a:lnSpc>
              <a:spcBef>
                <a:spcPts val="200"/>
              </a:spcBef>
              <a:spcAft>
                <a:spcPts val="0"/>
              </a:spcAft>
              <a:buFont typeface="Arial" panose="020B0604020202020204" pitchFamily="34" charset="0"/>
              <a:buChar char="•"/>
              <a:defRPr sz="800">
                <a:latin typeface="Calibre" panose="020B0503030202060203" pitchFamily="34" charset="0"/>
              </a:defRPr>
            </a:lvl9pPr>
          </a:lstStyle>
          <a:p>
            <a:pPr lvl="0"/>
            <a:r>
              <a:rPr lang="en-GB" dirty="0"/>
              <a:t>Notes title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cxnSp>
        <p:nvCxnSpPr>
          <p:cNvPr id="2" name="LoS - Fixed">
            <a:extLst>
              <a:ext uri="{FF2B5EF4-FFF2-40B4-BE49-F238E27FC236}">
                <a16:creationId xmlns:a16="http://schemas.microsoft.com/office/drawing/2014/main" id="{1BF99811-9BAD-EA93-494A-D9AB8D1036EC}"/>
              </a:ext>
              <a:ext uri="{C183D7F6-B498-43B3-948B-1728B52AA6E4}">
                <adec:decorative xmlns:adec="http://schemas.microsoft.com/office/drawing/2017/decorative" val="1"/>
              </a:ext>
            </a:extLst>
          </p:cNvPr>
          <p:cNvCxnSpPr>
            <a:cxnSpLocks/>
          </p:cNvCxnSpPr>
          <p:nvPr userDrawn="1"/>
        </p:nvCxnSpPr>
        <p:spPr>
          <a:xfrm>
            <a:off x="1016000" y="2852738"/>
            <a:ext cx="10158413" cy="0"/>
          </a:xfrm>
          <a:prstGeom prst="line">
            <a:avLst/>
          </a:prstGeom>
          <a:ln w="63500">
            <a:solidFill>
              <a:srgbClr val="17E88F"/>
            </a:solidFill>
          </a:ln>
        </p:spPr>
        <p:style>
          <a:lnRef idx="1">
            <a:schemeClr val="accent1"/>
          </a:lnRef>
          <a:fillRef idx="0">
            <a:schemeClr val="accent1"/>
          </a:fillRef>
          <a:effectRef idx="0">
            <a:schemeClr val="accent1"/>
          </a:effectRef>
          <a:fontRef idx="minor">
            <a:schemeClr val="tx1"/>
          </a:fontRef>
        </p:style>
      </p:cxnSp>
      <p:grpSp>
        <p:nvGrpSpPr>
          <p:cNvPr id="3" name="Text Styles Guidance">
            <a:extLst>
              <a:ext uri="{FF2B5EF4-FFF2-40B4-BE49-F238E27FC236}">
                <a16:creationId xmlns:a16="http://schemas.microsoft.com/office/drawing/2014/main" id="{5A7CE67B-AF5D-7E04-6C49-E3D30A8FF654}"/>
              </a:ext>
              <a:ext uri="{C183D7F6-B498-43B3-948B-1728B52AA6E4}">
                <adec:decorative xmlns:adec="http://schemas.microsoft.com/office/drawing/2017/decorative" val="1"/>
              </a:ext>
            </a:extLst>
          </p:cNvPr>
          <p:cNvGrpSpPr>
            <a:grpSpLocks noGrp="1" noUngrp="1" noRot="1" noMove="1" noResize="1"/>
          </p:cNvGrpSpPr>
          <p:nvPr userDrawn="1"/>
        </p:nvGrpSpPr>
        <p:grpSpPr>
          <a:xfrm>
            <a:off x="-2322513" y="452438"/>
            <a:ext cx="1969750" cy="1731874"/>
            <a:chOff x="-2322513" y="1484313"/>
            <a:chExt cx="1969750" cy="1731874"/>
          </a:xfrm>
        </p:grpSpPr>
        <p:grpSp>
          <p:nvGrpSpPr>
            <p:cNvPr id="5" name="Group 4">
              <a:extLst>
                <a:ext uri="{FF2B5EF4-FFF2-40B4-BE49-F238E27FC236}">
                  <a16:creationId xmlns:a16="http://schemas.microsoft.com/office/drawing/2014/main" id="{E74A7282-226F-3692-CDF5-890895D3BB2A}"/>
                </a:ext>
              </a:extLst>
            </p:cNvPr>
            <p:cNvGrpSpPr>
              <a:grpSpLocks noGrp="1" noUngrp="1" noRot="1" noMove="1" noResize="1"/>
            </p:cNvGrpSpPr>
            <p:nvPr userDrawn="1"/>
          </p:nvGrpSpPr>
          <p:grpSpPr>
            <a:xfrm>
              <a:off x="-2317919" y="1484313"/>
              <a:ext cx="1960563" cy="1231106"/>
              <a:chOff x="-2322513" y="195104"/>
              <a:chExt cx="1960563" cy="1231106"/>
            </a:xfrm>
          </p:grpSpPr>
          <p:sp>
            <p:nvSpPr>
              <p:cNvPr id="13" name="Guidance">
                <a:extLst>
                  <a:ext uri="{FF2B5EF4-FFF2-40B4-BE49-F238E27FC236}">
                    <a16:creationId xmlns:a16="http://schemas.microsoft.com/office/drawing/2014/main" id="{BCE8A02B-3807-0D55-B9E7-FCD2309C63BD}"/>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984885"/>
              </a:xfrm>
              <a:prstGeom prst="rect">
                <a:avLst/>
              </a:prstGeom>
              <a:solidFill>
                <a:srgbClr val="C0D4CB"/>
              </a:solidFill>
            </p:spPr>
            <p:txBody>
              <a:bodyPr wrap="square" lIns="72000" rIns="72000" rtlCol="0">
                <a:noAutofit/>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Each text frame has nine pre-formatted styles defined for you to use.</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To access the styles, use the Increase/Decrease List Level commands found in Home &gt; Paragraph tools:</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800" b="0" i="0" u="none" strike="noStrike" kern="1200" cap="none" spc="0" normalizeH="0" baseline="0" noProof="0" dirty="0">
                  <a:ln>
                    <a:noFill/>
                  </a:ln>
                  <a:solidFill>
                    <a:srgbClr val="012A2D"/>
                  </a:solidFill>
                  <a:effectLst/>
                  <a:uLnTx/>
                  <a:uFillTx/>
                  <a:latin typeface="Calibre"/>
                </a:endParaRPr>
              </a:p>
            </p:txBody>
          </p:sp>
          <p:sp>
            <p:nvSpPr>
              <p:cNvPr id="15" name="Guidance">
                <a:extLst>
                  <a:ext uri="{FF2B5EF4-FFF2-40B4-BE49-F238E27FC236}">
                    <a16:creationId xmlns:a16="http://schemas.microsoft.com/office/drawing/2014/main" id="{889FCAF2-F788-3B8D-6EFC-F88C353D212C}"/>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Text styles</a:t>
                </a:r>
              </a:p>
            </p:txBody>
          </p:sp>
        </p:grpSp>
        <p:grpSp>
          <p:nvGrpSpPr>
            <p:cNvPr id="7" name="Group 6">
              <a:extLst>
                <a:ext uri="{FF2B5EF4-FFF2-40B4-BE49-F238E27FC236}">
                  <a16:creationId xmlns:a16="http://schemas.microsoft.com/office/drawing/2014/main" id="{16B3763C-4EFE-EF3A-15CE-5A9422CB0E3D}"/>
                </a:ext>
              </a:extLst>
            </p:cNvPr>
            <p:cNvGrpSpPr>
              <a:grpSpLocks noGrp="1" noUngrp="1" noRot="1" noMove="1" noResize="1"/>
            </p:cNvGrpSpPr>
            <p:nvPr userDrawn="1"/>
          </p:nvGrpSpPr>
          <p:grpSpPr>
            <a:xfrm>
              <a:off x="-2322513" y="2655826"/>
              <a:ext cx="1969750" cy="560361"/>
              <a:chOff x="3911096" y="2800206"/>
              <a:chExt cx="4420607" cy="1257587"/>
            </a:xfrm>
          </p:grpSpPr>
          <p:pic>
            <p:nvPicPr>
              <p:cNvPr id="9" name="Picture 8">
                <a:extLst>
                  <a:ext uri="{FF2B5EF4-FFF2-40B4-BE49-F238E27FC236}">
                    <a16:creationId xmlns:a16="http://schemas.microsoft.com/office/drawing/2014/main" id="{BBAD7E0E-F7DC-E8F5-C5BE-948FE905EA2A}"/>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3911096" y="2800206"/>
                <a:ext cx="4420607" cy="1257587"/>
              </a:xfrm>
              <a:prstGeom prst="rect">
                <a:avLst/>
              </a:prstGeom>
            </p:spPr>
          </p:pic>
          <p:sp>
            <p:nvSpPr>
              <p:cNvPr id="11" name="Rectangle 10">
                <a:extLst>
                  <a:ext uri="{FF2B5EF4-FFF2-40B4-BE49-F238E27FC236}">
                    <a16:creationId xmlns:a16="http://schemas.microsoft.com/office/drawing/2014/main" id="{C75A3823-0832-51E0-2FEC-2069EED0F547}"/>
                  </a:ext>
                </a:extLst>
              </p:cNvPr>
              <p:cNvSpPr>
                <a:spLocks noGrp="1" noRot="1" noMove="1" noResize="1" noEditPoints="1" noAdjustHandles="1" noChangeArrowheads="1" noChangeShapeType="1"/>
              </p:cNvSpPr>
              <p:nvPr/>
            </p:nvSpPr>
            <p:spPr>
              <a:xfrm>
                <a:off x="5074444" y="2959894"/>
                <a:ext cx="669131" cy="285750"/>
              </a:xfrm>
              <a:prstGeom prst="rect">
                <a:avLst/>
              </a:prstGeom>
              <a:noFill/>
              <a:ln w="6350" cap="flat" cmpd="sng" algn="ctr">
                <a:solidFill>
                  <a:srgbClr val="FF0000"/>
                </a:solidFill>
                <a:prstDash val="solid"/>
                <a:miter lim="800000"/>
              </a:ln>
              <a:effectLst/>
            </p:spPr>
            <p:txBody>
              <a:bodyPr rtlCol="0" anchor="ctr">
                <a:noAutofit/>
              </a:bodyPr>
              <a:lstStyle/>
              <a:p>
                <a:pPr marL="0" marR="0" lvl="0" indent="0" algn="ctr"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1200" b="0" i="0" u="none" strike="noStrike" kern="1200" cap="none" spc="0" normalizeH="0" baseline="0" noProof="0" dirty="0">
                  <a:ln>
                    <a:noFill/>
                  </a:ln>
                  <a:solidFill>
                    <a:srgbClr val="FFFFFF"/>
                  </a:solidFill>
                  <a:effectLst/>
                  <a:uLnTx/>
                  <a:uFillTx/>
                  <a:latin typeface="Calibre"/>
                  <a:ea typeface="+mn-ea"/>
                  <a:cs typeface="+mn-cs"/>
                </a:endParaRPr>
              </a:p>
            </p:txBody>
          </p:sp>
        </p:grpSp>
      </p:grpSp>
    </p:spTree>
    <p:extLst>
      <p:ext uri="{BB962C8B-B14F-4D97-AF65-F5344CB8AC3E}">
        <p14:creationId xmlns:p14="http://schemas.microsoft.com/office/powerpoint/2010/main" val="3021001655"/>
      </p:ext>
    </p:extLst>
  </p:cSld>
  <p:clrMapOvr>
    <a:overrideClrMapping bg1="dk1" tx1="lt1" bg2="dk2" tx2="lt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Full screen dataviz">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944047B7-C3F4-44CE-8AF6-813AA0A42774}"/>
              </a:ext>
            </a:extLst>
          </p:cNvPr>
          <p:cNvSpPr>
            <a:spLocks noGrp="1"/>
          </p:cNvSpPr>
          <p:nvPr>
            <p:ph type="title" hasCustomPrompt="1"/>
          </p:nvPr>
        </p:nvSpPr>
        <p:spPr>
          <a:xfrm>
            <a:off x="511175" y="452439"/>
            <a:ext cx="9120187" cy="423862"/>
          </a:xfrm>
        </p:spPr>
        <p:txBody>
          <a:bodyPr/>
          <a:lstStyle>
            <a:lvl1pPr>
              <a:defRPr sz="3000"/>
            </a:lvl1pPr>
          </a:lstStyle>
          <a:p>
            <a:r>
              <a:rPr lang="en-GB" dirty="0"/>
              <a:t>Click to add title</a:t>
            </a:r>
          </a:p>
        </p:txBody>
      </p:sp>
      <p:sp>
        <p:nvSpPr>
          <p:cNvPr id="8" name="Subheading Placeholder 1">
            <a:extLst>
              <a:ext uri="{FF2B5EF4-FFF2-40B4-BE49-F238E27FC236}">
                <a16:creationId xmlns:a16="http://schemas.microsoft.com/office/drawing/2014/main" id="{0AB1EEEC-0D13-0BD5-86C1-FEA968AFEE5B}"/>
              </a:ext>
            </a:extLst>
          </p:cNvPr>
          <p:cNvSpPr>
            <a:spLocks noGrp="1"/>
          </p:cNvSpPr>
          <p:nvPr>
            <p:ph type="body" sz="quarter" idx="11" hasCustomPrompt="1"/>
          </p:nvPr>
        </p:nvSpPr>
        <p:spPr>
          <a:xfrm>
            <a:off x="507999" y="973138"/>
            <a:ext cx="9120187" cy="525462"/>
          </a:xfrm>
        </p:spPr>
        <p:txBody>
          <a:bodyPr/>
          <a:lstStyle>
            <a:lvl1pPr algn="l">
              <a:lnSpc>
                <a:spcPct val="90000"/>
              </a:lnSpc>
              <a:spcBef>
                <a:spcPts val="600"/>
              </a:spcBef>
              <a:spcAft>
                <a:spcPts val="0"/>
              </a:spcAft>
              <a:defRPr sz="1600">
                <a:latin typeface="Calibre Semibold" panose="020B0703030202060203" pitchFamily="34" charset="0"/>
              </a:defRPr>
            </a:lvl1pPr>
            <a:lvl2pPr algn="l">
              <a:lnSpc>
                <a:spcPct val="100000"/>
              </a:lnSpc>
              <a:spcBef>
                <a:spcPts val="300"/>
              </a:spcBef>
              <a:spcAft>
                <a:spcPts val="300"/>
              </a:spcAft>
              <a:defRPr sz="1200">
                <a:latin typeface="+mn-lt"/>
              </a:defRPr>
            </a:lvl2pPr>
            <a:lvl3pPr marL="180000" indent="-180000" algn="l">
              <a:buFont typeface="Calibre" panose="020B0503030202060203" pitchFamily="34" charset="0"/>
              <a:buChar char="–"/>
              <a:defRPr/>
            </a:lvl3pPr>
            <a:lvl4pPr marL="365760" indent="-182880" algn="l">
              <a:buFont typeface="Arial" panose="020B0604020202020204" pitchFamily="34" charset="0"/>
              <a:buChar char="•"/>
              <a:defRPr/>
            </a:lvl4pPr>
            <a:lvl5pPr marL="0" indent="0" algn="l">
              <a:lnSpc>
                <a:spcPct val="100000"/>
              </a:lnSpc>
              <a:spcBef>
                <a:spcPts val="600"/>
              </a:spcBef>
              <a:spcAft>
                <a:spcPts val="0"/>
              </a:spcAft>
              <a:buNone/>
              <a:defRPr sz="1200">
                <a:latin typeface="Calibre Semibold" panose="020B0703030202060203" pitchFamily="34" charset="0"/>
              </a:defRPr>
            </a:lvl5pPr>
            <a:lvl6pPr algn="l">
              <a:defRPr sz="1050"/>
            </a:lvl6pPr>
            <a:lvl7pPr algn="l">
              <a:spcBef>
                <a:spcPts val="300"/>
              </a:spcBef>
              <a:spcAft>
                <a:spcPts val="300"/>
              </a:spcAft>
              <a:defRPr>
                <a:latin typeface="+mn-lt"/>
              </a:defRPr>
            </a:lvl7pPr>
            <a:lvl8pPr marL="180000" indent="-180000" algn="l">
              <a:spcBef>
                <a:spcPts val="200"/>
              </a:spcBef>
              <a:spcAft>
                <a:spcPts val="200"/>
              </a:spcAft>
              <a:buFont typeface="Calibre" panose="020B0503030202060203" pitchFamily="34" charset="0"/>
              <a:buChar char="–"/>
              <a:defRPr/>
            </a:lvl8pPr>
            <a:lvl9pPr marL="365760" indent="-182880" algn="l">
              <a:buFont typeface="Arial" panose="020B0604020202020204" pitchFamily="34" charset="0"/>
              <a:buChar char="•"/>
              <a:defRPr/>
            </a:lvl9pPr>
          </a:lstStyle>
          <a:p>
            <a:pPr lvl="0"/>
            <a:r>
              <a:rPr lang="en-GB" dirty="0"/>
              <a:t>Subheading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sp>
        <p:nvSpPr>
          <p:cNvPr id="26" name="Notes Placeholder">
            <a:extLst>
              <a:ext uri="{FF2B5EF4-FFF2-40B4-BE49-F238E27FC236}">
                <a16:creationId xmlns:a16="http://schemas.microsoft.com/office/drawing/2014/main" id="{D05D0514-BFAE-8114-C2E5-E47E60921DC8}"/>
              </a:ext>
            </a:extLst>
          </p:cNvPr>
          <p:cNvSpPr>
            <a:spLocks noGrp="1"/>
          </p:cNvSpPr>
          <p:nvPr>
            <p:ph type="body" sz="quarter" idx="20" hasCustomPrompt="1"/>
          </p:nvPr>
        </p:nvSpPr>
        <p:spPr>
          <a:xfrm>
            <a:off x="511175" y="5981700"/>
            <a:ext cx="5532437" cy="427672"/>
          </a:xfrm>
        </p:spPr>
        <p:txBody>
          <a:bodyPr anchor="b" anchorCtr="0"/>
          <a:lstStyle>
            <a:lvl1pPr marL="0" marR="0" indent="0">
              <a:lnSpc>
                <a:spcPct val="100000"/>
              </a:lnSpc>
              <a:spcBef>
                <a:spcPts val="300"/>
              </a:spcBef>
              <a:spcAft>
                <a:spcPts val="0"/>
              </a:spcAft>
              <a:defRPr sz="900">
                <a:latin typeface="Calibre Semibold" panose="020B0703030202060203" pitchFamily="34" charset="0"/>
              </a:defRPr>
            </a:lvl1pPr>
            <a:lvl2pPr marL="0" marR="0" indent="0">
              <a:lnSpc>
                <a:spcPct val="100000"/>
              </a:lnSpc>
              <a:spcBef>
                <a:spcPts val="300"/>
              </a:spcBef>
              <a:spcAft>
                <a:spcPts val="0"/>
              </a:spcAft>
              <a:defRPr sz="900">
                <a:latin typeface="Calibre" panose="020B0503030202060203" pitchFamily="34" charset="0"/>
              </a:defRPr>
            </a:lvl2pPr>
            <a:lvl3pPr marL="108000" marR="0" indent="-108000">
              <a:lnSpc>
                <a:spcPct val="100000"/>
              </a:lnSpc>
              <a:spcBef>
                <a:spcPts val="200"/>
              </a:spcBef>
              <a:spcAft>
                <a:spcPts val="0"/>
              </a:spcAft>
              <a:buFont typeface="Calibre" panose="020B0503030202060203" pitchFamily="34" charset="0"/>
              <a:buChar char="–"/>
              <a:defRPr sz="900">
                <a:latin typeface="Calibre" panose="020B0503030202060203" pitchFamily="34" charset="0"/>
              </a:defRPr>
            </a:lvl3pPr>
            <a:lvl4pPr marL="216000" marR="0" indent="-108000">
              <a:lnSpc>
                <a:spcPct val="100000"/>
              </a:lnSpc>
              <a:spcBef>
                <a:spcPts val="200"/>
              </a:spcBef>
              <a:spcAft>
                <a:spcPts val="0"/>
              </a:spcAft>
              <a:buFont typeface="Arial" panose="020B0604020202020204" pitchFamily="34" charset="0"/>
              <a:buChar char="•"/>
              <a:defRPr sz="900">
                <a:latin typeface="Calibre" panose="020B0503030202060203" pitchFamily="34" charset="0"/>
              </a:defRPr>
            </a:lvl4pPr>
            <a:lvl5pPr marL="0" marR="0" indent="0">
              <a:lnSpc>
                <a:spcPct val="100000"/>
              </a:lnSpc>
              <a:spcBef>
                <a:spcPts val="300"/>
              </a:spcBef>
              <a:spcAft>
                <a:spcPts val="0"/>
              </a:spcAft>
              <a:buNone/>
              <a:defRPr sz="900">
                <a:latin typeface="Calibre Semibold" panose="020B0703030202060203" pitchFamily="34" charset="0"/>
              </a:defRPr>
            </a:lvl5pPr>
            <a:lvl6pPr marL="0" marR="0" indent="0">
              <a:lnSpc>
                <a:spcPct val="100000"/>
              </a:lnSpc>
              <a:spcBef>
                <a:spcPts val="300"/>
              </a:spcBef>
              <a:spcAft>
                <a:spcPts val="0"/>
              </a:spcAft>
              <a:defRPr sz="800">
                <a:latin typeface="Calibre Semibold" panose="020B0703030202060203" pitchFamily="34" charset="0"/>
              </a:defRPr>
            </a:lvl6pPr>
            <a:lvl7pPr marL="0" marR="0" indent="0">
              <a:lnSpc>
                <a:spcPct val="100000"/>
              </a:lnSpc>
              <a:spcBef>
                <a:spcPts val="200"/>
              </a:spcBef>
              <a:spcAft>
                <a:spcPts val="0"/>
              </a:spcAft>
              <a:defRPr sz="800">
                <a:latin typeface="Calibre" panose="020B0503030202060203" pitchFamily="34" charset="0"/>
              </a:defRPr>
            </a:lvl7pPr>
            <a:lvl8pPr marL="108000" marR="0" indent="-108000">
              <a:lnSpc>
                <a:spcPct val="100000"/>
              </a:lnSpc>
              <a:spcBef>
                <a:spcPts val="200"/>
              </a:spcBef>
              <a:spcAft>
                <a:spcPts val="0"/>
              </a:spcAft>
              <a:buFont typeface="Calibre" panose="020B0503030202060203" pitchFamily="34" charset="0"/>
              <a:buChar char="–"/>
              <a:defRPr sz="800">
                <a:latin typeface="Calibre" panose="020B0503030202060203" pitchFamily="34" charset="0"/>
              </a:defRPr>
            </a:lvl8pPr>
            <a:lvl9pPr marL="216000" marR="0" indent="-108000">
              <a:lnSpc>
                <a:spcPct val="100000"/>
              </a:lnSpc>
              <a:spcBef>
                <a:spcPts val="200"/>
              </a:spcBef>
              <a:spcAft>
                <a:spcPts val="0"/>
              </a:spcAft>
              <a:buFont typeface="Arial" panose="020B0604020202020204" pitchFamily="34" charset="0"/>
              <a:buChar char="•"/>
              <a:defRPr sz="800">
                <a:latin typeface="Calibre" panose="020B0503030202060203" pitchFamily="34" charset="0"/>
              </a:defRPr>
            </a:lvl9pPr>
          </a:lstStyle>
          <a:p>
            <a:pPr lvl="0"/>
            <a:r>
              <a:rPr lang="en-GB" dirty="0"/>
              <a:t>Notes title – use text levels for other styles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grpSp>
        <p:nvGrpSpPr>
          <p:cNvPr id="14" name="Data Viz Guidance">
            <a:extLst>
              <a:ext uri="{FF2B5EF4-FFF2-40B4-BE49-F238E27FC236}">
                <a16:creationId xmlns:a16="http://schemas.microsoft.com/office/drawing/2014/main" id="{644FC18D-90DE-2C32-AC9A-EA53125B81A9}"/>
              </a:ext>
            </a:extLst>
          </p:cNvPr>
          <p:cNvGrpSpPr/>
          <p:nvPr userDrawn="1"/>
        </p:nvGrpSpPr>
        <p:grpSpPr>
          <a:xfrm>
            <a:off x="-2317919" y="452438"/>
            <a:ext cx="1960563" cy="1149350"/>
            <a:chOff x="-2322513" y="195104"/>
            <a:chExt cx="1960563" cy="1149350"/>
          </a:xfrm>
        </p:grpSpPr>
        <p:sp>
          <p:nvSpPr>
            <p:cNvPr id="15" name="Guidance">
              <a:extLst>
                <a:ext uri="{FF2B5EF4-FFF2-40B4-BE49-F238E27FC236}">
                  <a16:creationId xmlns:a16="http://schemas.microsoft.com/office/drawing/2014/main" id="{94956140-36A2-C517-6F4B-4667247DAA8F}"/>
                </a:ext>
                <a:ext uri="{C183D7F6-B498-43B3-948B-1728B52AA6E4}">
                  <adec:decorative xmlns:adec="http://schemas.microsoft.com/office/drawing/2017/decorative" val="1"/>
                </a:ext>
              </a:extLst>
            </p:cNvPr>
            <p:cNvSpPr txBox="1"/>
            <p:nvPr userDrawn="1"/>
          </p:nvSpPr>
          <p:spPr>
            <a:xfrm>
              <a:off x="-2322513" y="441325"/>
              <a:ext cx="1960563" cy="903129"/>
            </a:xfrm>
            <a:prstGeom prst="rect">
              <a:avLst/>
            </a:prstGeom>
            <a:solidFill>
              <a:srgbClr val="D2785A"/>
            </a:solidFill>
          </p:spPr>
          <p:txBody>
            <a:bodyPr wrap="square" lIns="72000" rIns="72000" rtlCol="0">
              <a:noAutofit/>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chemeClr val="bg1"/>
                  </a:solidFill>
                  <a:effectLst/>
                  <a:uLnTx/>
                  <a:uFillTx/>
                  <a:latin typeface="Calibre"/>
                </a:rPr>
                <a:t>Options are only for:</a:t>
              </a:r>
            </a:p>
            <a:p>
              <a:pPr marL="114300" marR="0" lvl="0" indent="-1143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chemeClr val="bg1"/>
                  </a:solidFill>
                  <a:effectLst/>
                  <a:uLnTx/>
                  <a:uFillTx/>
                  <a:latin typeface="Calibre"/>
                </a:rPr>
                <a:t>Speaker presentations where charts need to be larger to be legible</a:t>
              </a:r>
            </a:p>
            <a:p>
              <a:pPr marL="114300" marR="0" lvl="0" indent="-114300" algn="l" defTabSz="914400" rtl="0" eaLnBrk="1" fontAlgn="auto" latinLnBrk="0" hangingPunct="1">
                <a:lnSpc>
                  <a:spcPct val="100000"/>
                </a:lnSpc>
                <a:spcBef>
                  <a:spcPts val="300"/>
                </a:spcBef>
                <a:spcAft>
                  <a:spcPts val="300"/>
                </a:spcAft>
                <a:buClrTx/>
                <a:buSzTx/>
                <a:buFont typeface="+mj-lt"/>
                <a:buAutoNum type="arabicPeriod"/>
                <a:tabLst/>
                <a:defRPr/>
              </a:pPr>
              <a:r>
                <a:rPr kumimoji="0" lang="en-GB" sz="800" b="0" i="0" u="none" strike="noStrike" kern="1200" cap="none" spc="0" normalizeH="0" baseline="0" noProof="0" dirty="0">
                  <a:ln>
                    <a:noFill/>
                  </a:ln>
                  <a:solidFill>
                    <a:schemeClr val="bg1"/>
                  </a:solidFill>
                  <a:effectLst/>
                  <a:uLnTx/>
                  <a:uFillTx/>
                  <a:latin typeface="Calibre"/>
                </a:rPr>
                <a:t>Complex charts requiring extra room such as org or Gantt charts</a:t>
              </a:r>
            </a:p>
          </p:txBody>
        </p:sp>
        <p:sp>
          <p:nvSpPr>
            <p:cNvPr id="16" name="Guidance">
              <a:extLst>
                <a:ext uri="{FF2B5EF4-FFF2-40B4-BE49-F238E27FC236}">
                  <a16:creationId xmlns:a16="http://schemas.microsoft.com/office/drawing/2014/main" id="{21B997DD-70FF-7364-FE18-2AEC37ABBA5C}"/>
                </a:ext>
                <a:ext uri="{C183D7F6-B498-43B3-948B-1728B52AA6E4}">
                  <adec:decorative xmlns:adec="http://schemas.microsoft.com/office/drawing/2017/decorative" val="1"/>
                </a:ext>
              </a:extLst>
            </p:cNvPr>
            <p:cNvSpPr txBox="1"/>
            <p:nvPr userDrawn="1"/>
          </p:nvSpPr>
          <p:spPr>
            <a:xfrm>
              <a:off x="-2322513" y="195104"/>
              <a:ext cx="1960563" cy="246221"/>
            </a:xfrm>
            <a:prstGeom prst="rect">
              <a:avLst/>
            </a:prstGeom>
            <a:solidFill>
              <a:srgbClr val="AD2A2A"/>
            </a:solidFill>
          </p:spPr>
          <p:txBody>
            <a:bodyPr wrap="square" lIns="72000" rIns="72000" rtlCol="0">
              <a:noAutofit/>
            </a:bodyPr>
            <a:lstStyle/>
            <a:p>
              <a:pPr lvl="5"/>
              <a:r>
                <a:rPr lang="en-GB" sz="1000" dirty="0">
                  <a:solidFill>
                    <a:srgbClr val="FFFFFF"/>
                  </a:solidFill>
                </a:rPr>
                <a:t>DataViz layout</a:t>
              </a:r>
            </a:p>
          </p:txBody>
        </p:sp>
      </p:grpSp>
    </p:spTree>
    <p:extLst>
      <p:ext uri="{BB962C8B-B14F-4D97-AF65-F5344CB8AC3E}">
        <p14:creationId xmlns:p14="http://schemas.microsoft.com/office/powerpoint/2010/main" val="45066346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Content: Thank you">
    <p:bg>
      <p:bgPr>
        <a:solidFill>
          <a:schemeClr val="accent6"/>
        </a:solidFill>
        <a:effectLst/>
      </p:bgPr>
    </p:bg>
    <p:spTree>
      <p:nvGrpSpPr>
        <p:cNvPr id="1" name=""/>
        <p:cNvGrpSpPr/>
        <p:nvPr/>
      </p:nvGrpSpPr>
      <p:grpSpPr>
        <a:xfrm>
          <a:off x="0" y="0"/>
          <a:ext cx="0" cy="0"/>
          <a:chOff x="0" y="0"/>
          <a:chExt cx="0" cy="0"/>
        </a:xfrm>
      </p:grpSpPr>
      <p:sp>
        <p:nvSpPr>
          <p:cNvPr id="28" name="Text Title">
            <a:extLst>
              <a:ext uri="{FF2B5EF4-FFF2-40B4-BE49-F238E27FC236}">
                <a16:creationId xmlns:a16="http://schemas.microsoft.com/office/drawing/2014/main" id="{84B24F4E-EA38-D704-2C94-7A078D8FBC0A}"/>
              </a:ext>
            </a:extLst>
          </p:cNvPr>
          <p:cNvSpPr>
            <a:spLocks noGrp="1"/>
          </p:cNvSpPr>
          <p:nvPr>
            <p:ph type="body" sz="quarter" idx="18" hasCustomPrompt="1"/>
          </p:nvPr>
        </p:nvSpPr>
        <p:spPr>
          <a:xfrm>
            <a:off x="503238" y="228600"/>
            <a:ext cx="9647237" cy="2266950"/>
          </a:xfrm>
        </p:spPr>
        <p:txBody>
          <a:bodyPr anchor="b" anchorCtr="0"/>
          <a:lstStyle>
            <a:lvl1pPr marL="0" indent="0" algn="l">
              <a:lnSpc>
                <a:spcPct val="75000"/>
              </a:lnSpc>
              <a:spcBef>
                <a:spcPts val="1200"/>
              </a:spcBef>
              <a:spcAft>
                <a:spcPts val="1200"/>
              </a:spcAft>
              <a:buFont typeface="Arial" panose="020B0604020202020204" pitchFamily="34" charset="0"/>
              <a:buNone/>
              <a:defRPr sz="11000">
                <a:solidFill>
                  <a:schemeClr val="tx1"/>
                </a:solidFill>
                <a:latin typeface="+mj-lt"/>
              </a:defRPr>
            </a:lvl1pPr>
            <a:lvl2pPr marL="0" indent="0" algn="l">
              <a:lnSpc>
                <a:spcPct val="75000"/>
              </a:lnSpc>
              <a:spcBef>
                <a:spcPts val="1200"/>
              </a:spcBef>
              <a:spcAft>
                <a:spcPts val="1200"/>
              </a:spcAft>
              <a:buFont typeface="Arial" panose="020B0604020202020204" pitchFamily="34" charset="0"/>
              <a:buNone/>
              <a:defRPr sz="8800">
                <a:solidFill>
                  <a:schemeClr val="tx1"/>
                </a:solidFill>
                <a:latin typeface="+mj-lt"/>
              </a:defRPr>
            </a:lvl2pPr>
            <a:lvl3pPr marL="0" indent="0" algn="l">
              <a:lnSpc>
                <a:spcPct val="75000"/>
              </a:lnSpc>
              <a:spcBef>
                <a:spcPts val="1200"/>
              </a:spcBef>
              <a:spcAft>
                <a:spcPts val="1200"/>
              </a:spcAft>
              <a:buFont typeface="Arial" panose="020B0604020202020204" pitchFamily="34" charset="0"/>
              <a:buNone/>
              <a:defRPr sz="8000">
                <a:solidFill>
                  <a:schemeClr val="tx1"/>
                </a:solidFill>
                <a:latin typeface="+mj-lt"/>
              </a:defRPr>
            </a:lvl3pPr>
            <a:lvl4pPr marL="0" indent="0" algn="l">
              <a:lnSpc>
                <a:spcPct val="75000"/>
              </a:lnSpc>
              <a:spcBef>
                <a:spcPts val="1200"/>
              </a:spcBef>
              <a:spcAft>
                <a:spcPts val="1200"/>
              </a:spcAft>
              <a:buNone/>
              <a:defRPr sz="7200">
                <a:solidFill>
                  <a:schemeClr val="tx1"/>
                </a:solidFill>
                <a:latin typeface="+mj-lt"/>
              </a:defRPr>
            </a:lvl4pPr>
            <a:lvl5pPr marL="0" indent="0" algn="l">
              <a:lnSpc>
                <a:spcPct val="75000"/>
              </a:lnSpc>
              <a:spcBef>
                <a:spcPts val="1200"/>
              </a:spcBef>
              <a:spcAft>
                <a:spcPts val="1200"/>
              </a:spcAft>
              <a:buNone/>
              <a:defRPr sz="6600">
                <a:solidFill>
                  <a:schemeClr val="tx1"/>
                </a:solidFill>
                <a:latin typeface="+mj-lt"/>
              </a:defRPr>
            </a:lvl5pPr>
            <a:lvl6pPr marL="0" indent="0" algn="l">
              <a:lnSpc>
                <a:spcPct val="80000"/>
              </a:lnSpc>
              <a:spcBef>
                <a:spcPts val="0"/>
              </a:spcBef>
              <a:spcAft>
                <a:spcPts val="600"/>
              </a:spcAft>
              <a:buFont typeface="Arial" panose="020B0604020202020204" pitchFamily="34" charset="0"/>
              <a:buNone/>
              <a:defRPr sz="1600">
                <a:solidFill>
                  <a:schemeClr val="tx1"/>
                </a:solidFill>
                <a:latin typeface="Calibre Semibold" panose="020B0703030202060203" pitchFamily="34" charset="0"/>
              </a:defRPr>
            </a:lvl6pPr>
            <a:lvl7pPr marL="0" indent="0" algn="l">
              <a:lnSpc>
                <a:spcPct val="75000"/>
              </a:lnSpc>
              <a:spcBef>
                <a:spcPts val="0"/>
              </a:spcBef>
              <a:spcAft>
                <a:spcPts val="600"/>
              </a:spcAft>
              <a:buFont typeface="Arial" panose="020B0604020202020204" pitchFamily="34" charset="0"/>
              <a:buNone/>
              <a:defRPr sz="1600">
                <a:solidFill>
                  <a:schemeClr val="tx1"/>
                </a:solidFill>
                <a:latin typeface="Calibre Light" panose="020B0303030202060203" pitchFamily="34" charset="0"/>
              </a:defRPr>
            </a:lvl7pPr>
            <a:lvl8pPr marL="0" indent="0" algn="l">
              <a:lnSpc>
                <a:spcPct val="75000"/>
              </a:lnSpc>
              <a:spcBef>
                <a:spcPts val="0"/>
              </a:spcBef>
              <a:spcAft>
                <a:spcPts val="600"/>
              </a:spcAft>
              <a:buFont typeface="Arial" panose="020B0604020202020204" pitchFamily="34" charset="0"/>
              <a:buNone/>
              <a:defRPr sz="1050">
                <a:solidFill>
                  <a:schemeClr val="tx1"/>
                </a:solidFill>
                <a:latin typeface="Calibre Semibold" panose="020B0703030202060203" pitchFamily="34" charset="0"/>
              </a:defRPr>
            </a:lvl8pPr>
            <a:lvl9pPr marL="0" indent="0" algn="l">
              <a:lnSpc>
                <a:spcPct val="75000"/>
              </a:lnSpc>
              <a:spcBef>
                <a:spcPts val="0"/>
              </a:spcBef>
              <a:spcAft>
                <a:spcPts val="600"/>
              </a:spcAft>
              <a:buNone/>
              <a:defRPr sz="1050">
                <a:solidFill>
                  <a:schemeClr val="tx1"/>
                </a:solidFill>
                <a:latin typeface="+mn-lt"/>
              </a:defRPr>
            </a:lvl9pPr>
          </a:lstStyle>
          <a:p>
            <a:pPr lvl="0"/>
            <a:r>
              <a:rPr lang="en-GB" dirty="0"/>
              <a:t>Thank you.</a:t>
            </a:r>
          </a:p>
          <a:p>
            <a:pPr lvl="1"/>
            <a:r>
              <a:rPr lang="en-GB" dirty="0"/>
              <a:t>88pt</a:t>
            </a:r>
          </a:p>
          <a:p>
            <a:pPr lvl="2"/>
            <a:r>
              <a:rPr lang="en-GB" dirty="0"/>
              <a:t>80pt</a:t>
            </a:r>
          </a:p>
          <a:p>
            <a:pPr lvl="3"/>
            <a:r>
              <a:rPr lang="en-GB" dirty="0"/>
              <a:t>72pt</a:t>
            </a:r>
          </a:p>
          <a:p>
            <a:pPr lvl="4"/>
            <a:r>
              <a:rPr lang="en-GB" dirty="0"/>
              <a:t>66pt</a:t>
            </a:r>
          </a:p>
          <a:p>
            <a:pPr lvl="5"/>
            <a:r>
              <a:rPr lang="en-GB" dirty="0"/>
              <a:t>Attribution Name</a:t>
            </a:r>
          </a:p>
          <a:p>
            <a:pPr lvl="6"/>
            <a:r>
              <a:rPr lang="en-GB" dirty="0"/>
              <a:t>Attribution Title</a:t>
            </a:r>
          </a:p>
          <a:p>
            <a:pPr lvl="7"/>
            <a:r>
              <a:rPr lang="en-GB" dirty="0"/>
              <a:t>Caption</a:t>
            </a:r>
          </a:p>
          <a:p>
            <a:pPr lvl="8"/>
            <a:r>
              <a:rPr lang="en-GB" dirty="0"/>
              <a:t>Caption copy</a:t>
            </a:r>
          </a:p>
        </p:txBody>
      </p:sp>
      <p:sp>
        <p:nvSpPr>
          <p:cNvPr id="32" name="Contact Placeholder 1">
            <a:extLst>
              <a:ext uri="{FF2B5EF4-FFF2-40B4-BE49-F238E27FC236}">
                <a16:creationId xmlns:a16="http://schemas.microsoft.com/office/drawing/2014/main" id="{CC16225A-B060-825A-A8BA-4C7141862A6A}"/>
              </a:ext>
            </a:extLst>
          </p:cNvPr>
          <p:cNvSpPr>
            <a:spLocks noGrp="1"/>
          </p:cNvSpPr>
          <p:nvPr>
            <p:ph type="body" sz="quarter" idx="17" hasCustomPrompt="1"/>
          </p:nvPr>
        </p:nvSpPr>
        <p:spPr>
          <a:xfrm>
            <a:off x="503238" y="4481516"/>
            <a:ext cx="1447800" cy="1395409"/>
          </a:xfrm>
        </p:spPr>
        <p:txBody>
          <a:bodyPr/>
          <a:lstStyle>
            <a:lvl1pPr>
              <a:spcBef>
                <a:spcPts val="0"/>
              </a:spcBef>
              <a:spcAft>
                <a:spcPts val="300"/>
              </a:spcAft>
              <a:defRPr sz="1200">
                <a:latin typeface="Calibre Semibold" panose="020B0703030202060203" pitchFamily="34" charset="0"/>
              </a:defRPr>
            </a:lvl1pPr>
            <a:lvl2pPr>
              <a:lnSpc>
                <a:spcPct val="100000"/>
              </a:lnSpc>
              <a:spcBef>
                <a:spcPts val="0"/>
              </a:spcBef>
              <a:spcAft>
                <a:spcPts val="0"/>
              </a:spcAft>
              <a:defRPr sz="1000">
                <a:latin typeface="+mn-lt"/>
              </a:defRPr>
            </a:lvl2pPr>
            <a:lvl3pPr marL="180000" indent="-180000">
              <a:spcBef>
                <a:spcPts val="0"/>
              </a:spcBef>
              <a:spcAft>
                <a:spcPts val="0"/>
              </a:spcAft>
              <a:buFont typeface="Calibre" panose="020B0503030202060203" pitchFamily="34" charset="0"/>
              <a:buChar char="–"/>
              <a:defRPr sz="1000"/>
            </a:lvl3pPr>
            <a:lvl4pPr marL="365760" indent="-182880">
              <a:spcBef>
                <a:spcPts val="0"/>
              </a:spcBef>
              <a:spcAft>
                <a:spcPts val="0"/>
              </a:spcAft>
              <a:buFont typeface="Arial" panose="020B0604020202020204" pitchFamily="34" charset="0"/>
              <a:buChar char="•"/>
              <a:defRPr sz="1000"/>
            </a:lvl4pPr>
            <a:lvl5pPr marL="0" indent="0">
              <a:lnSpc>
                <a:spcPct val="100000"/>
              </a:lnSpc>
              <a:spcBef>
                <a:spcPts val="600"/>
              </a:spcBef>
              <a:spcAft>
                <a:spcPts val="0"/>
              </a:spcAft>
              <a:buNone/>
              <a:defRPr sz="1200">
                <a:latin typeface="Calibre Semibold" panose="020B0703030202060203" pitchFamily="34" charset="0"/>
              </a:defRPr>
            </a:lvl5pPr>
            <a:lvl6pPr>
              <a:defRPr sz="1050"/>
            </a:lvl6pPr>
            <a:lvl7pPr>
              <a:spcBef>
                <a:spcPts val="300"/>
              </a:spcBef>
              <a:spcAft>
                <a:spcPts val="300"/>
              </a:spcAft>
              <a:defRPr>
                <a:latin typeface="+mn-lt"/>
              </a:defRPr>
            </a:lvl7pPr>
            <a:lvl8pPr marL="180000" indent="-180000">
              <a:spcBef>
                <a:spcPts val="200"/>
              </a:spcBef>
              <a:spcAft>
                <a:spcPts val="200"/>
              </a:spcAft>
              <a:buFont typeface="Calibre" panose="020B0503030202060203" pitchFamily="34" charset="0"/>
              <a:buChar char="–"/>
              <a:defRPr/>
            </a:lvl8pPr>
            <a:lvl9pPr marL="365760" indent="-182880">
              <a:buFont typeface="Arial" panose="020B0604020202020204" pitchFamily="34" charset="0"/>
              <a:buChar char="•"/>
              <a:defRPr/>
            </a:lvl9pPr>
          </a:lstStyle>
          <a:p>
            <a:pPr lvl="0"/>
            <a:r>
              <a:rPr lang="en-GB" dirty="0"/>
              <a:t>Full Name – Level 1</a:t>
            </a:r>
            <a:br>
              <a:rPr lang="en-GB" dirty="0"/>
            </a:br>
            <a:r>
              <a:rPr lang="en-GB" dirty="0"/>
              <a:t>Use level 2 for title &amp; contact information</a:t>
            </a:r>
          </a:p>
          <a:p>
            <a:pPr lvl="1"/>
            <a:r>
              <a:rPr lang="en-GB" dirty="0"/>
              <a:t>Title &amp; Contact</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sp>
        <p:nvSpPr>
          <p:cNvPr id="34" name="Contact Placeholder 2">
            <a:extLst>
              <a:ext uri="{FF2B5EF4-FFF2-40B4-BE49-F238E27FC236}">
                <a16:creationId xmlns:a16="http://schemas.microsoft.com/office/drawing/2014/main" id="{52CB2E02-AEDF-2775-5DBD-9901B94D540D}"/>
              </a:ext>
            </a:extLst>
          </p:cNvPr>
          <p:cNvSpPr>
            <a:spLocks noGrp="1"/>
          </p:cNvSpPr>
          <p:nvPr>
            <p:ph type="body" sz="quarter" idx="19" hasCustomPrompt="1"/>
          </p:nvPr>
        </p:nvSpPr>
        <p:spPr>
          <a:xfrm>
            <a:off x="2450465" y="4481516"/>
            <a:ext cx="1447800" cy="1395409"/>
          </a:xfrm>
        </p:spPr>
        <p:txBody>
          <a:bodyPr/>
          <a:lstStyle>
            <a:lvl1pPr>
              <a:spcBef>
                <a:spcPts val="0"/>
              </a:spcBef>
              <a:spcAft>
                <a:spcPts val="300"/>
              </a:spcAft>
              <a:defRPr sz="1200">
                <a:latin typeface="Calibre Semibold" panose="020B0703030202060203" pitchFamily="34" charset="0"/>
              </a:defRPr>
            </a:lvl1pPr>
            <a:lvl2pPr>
              <a:lnSpc>
                <a:spcPct val="100000"/>
              </a:lnSpc>
              <a:spcBef>
                <a:spcPts val="0"/>
              </a:spcBef>
              <a:spcAft>
                <a:spcPts val="0"/>
              </a:spcAft>
              <a:defRPr sz="1000">
                <a:latin typeface="+mn-lt"/>
              </a:defRPr>
            </a:lvl2pPr>
            <a:lvl3pPr marL="180000" indent="-180000">
              <a:spcBef>
                <a:spcPts val="0"/>
              </a:spcBef>
              <a:spcAft>
                <a:spcPts val="0"/>
              </a:spcAft>
              <a:buFont typeface="Calibre" panose="020B0503030202060203" pitchFamily="34" charset="0"/>
              <a:buChar char="–"/>
              <a:defRPr sz="1000"/>
            </a:lvl3pPr>
            <a:lvl4pPr marL="365760" indent="-182880">
              <a:spcBef>
                <a:spcPts val="0"/>
              </a:spcBef>
              <a:spcAft>
                <a:spcPts val="0"/>
              </a:spcAft>
              <a:buFont typeface="Arial" panose="020B0604020202020204" pitchFamily="34" charset="0"/>
              <a:buChar char="•"/>
              <a:defRPr sz="1000"/>
            </a:lvl4pPr>
            <a:lvl5pPr marL="0" indent="0">
              <a:lnSpc>
                <a:spcPct val="100000"/>
              </a:lnSpc>
              <a:spcBef>
                <a:spcPts val="600"/>
              </a:spcBef>
              <a:spcAft>
                <a:spcPts val="0"/>
              </a:spcAft>
              <a:buNone/>
              <a:defRPr sz="1200">
                <a:latin typeface="Calibre Semibold" panose="020B0703030202060203" pitchFamily="34" charset="0"/>
              </a:defRPr>
            </a:lvl5pPr>
            <a:lvl6pPr>
              <a:defRPr sz="1050"/>
            </a:lvl6pPr>
            <a:lvl7pPr>
              <a:spcBef>
                <a:spcPts val="300"/>
              </a:spcBef>
              <a:spcAft>
                <a:spcPts val="300"/>
              </a:spcAft>
              <a:defRPr>
                <a:latin typeface="+mn-lt"/>
              </a:defRPr>
            </a:lvl7pPr>
            <a:lvl8pPr marL="180000" indent="-180000">
              <a:spcBef>
                <a:spcPts val="200"/>
              </a:spcBef>
              <a:spcAft>
                <a:spcPts val="200"/>
              </a:spcAft>
              <a:buFont typeface="Calibre" panose="020B0503030202060203" pitchFamily="34" charset="0"/>
              <a:buChar char="–"/>
              <a:defRPr/>
            </a:lvl8pPr>
            <a:lvl9pPr marL="365760" indent="-182880">
              <a:buFont typeface="Arial" panose="020B0604020202020204" pitchFamily="34" charset="0"/>
              <a:buChar char="•"/>
              <a:defRPr/>
            </a:lvl9pPr>
          </a:lstStyle>
          <a:p>
            <a:pPr lvl="0"/>
            <a:r>
              <a:rPr lang="en-GB" dirty="0"/>
              <a:t>Full Name – Level 1</a:t>
            </a:r>
            <a:br>
              <a:rPr lang="en-GB" dirty="0"/>
            </a:br>
            <a:r>
              <a:rPr lang="en-GB" dirty="0"/>
              <a:t>Use level 2 for title &amp; contact information</a:t>
            </a:r>
          </a:p>
          <a:p>
            <a:pPr lvl="1"/>
            <a:r>
              <a:rPr lang="en-GB" dirty="0"/>
              <a:t>Title &amp; Contact</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sp>
        <p:nvSpPr>
          <p:cNvPr id="35" name="Contact Placeholder 3">
            <a:extLst>
              <a:ext uri="{FF2B5EF4-FFF2-40B4-BE49-F238E27FC236}">
                <a16:creationId xmlns:a16="http://schemas.microsoft.com/office/drawing/2014/main" id="{496D2389-0593-3DAD-2510-8111D1C9EA40}"/>
              </a:ext>
            </a:extLst>
          </p:cNvPr>
          <p:cNvSpPr>
            <a:spLocks noGrp="1"/>
          </p:cNvSpPr>
          <p:nvPr>
            <p:ph type="body" sz="quarter" idx="20" hasCustomPrompt="1"/>
          </p:nvPr>
        </p:nvSpPr>
        <p:spPr>
          <a:xfrm>
            <a:off x="4397692" y="4481516"/>
            <a:ext cx="1447800" cy="1395409"/>
          </a:xfrm>
        </p:spPr>
        <p:txBody>
          <a:bodyPr/>
          <a:lstStyle>
            <a:lvl1pPr>
              <a:spcBef>
                <a:spcPts val="0"/>
              </a:spcBef>
              <a:spcAft>
                <a:spcPts val="300"/>
              </a:spcAft>
              <a:defRPr sz="1200">
                <a:latin typeface="Calibre Semibold" panose="020B0703030202060203" pitchFamily="34" charset="0"/>
              </a:defRPr>
            </a:lvl1pPr>
            <a:lvl2pPr>
              <a:lnSpc>
                <a:spcPct val="100000"/>
              </a:lnSpc>
              <a:spcBef>
                <a:spcPts val="0"/>
              </a:spcBef>
              <a:spcAft>
                <a:spcPts val="0"/>
              </a:spcAft>
              <a:defRPr sz="1000">
                <a:latin typeface="+mn-lt"/>
              </a:defRPr>
            </a:lvl2pPr>
            <a:lvl3pPr marL="180000" indent="-180000">
              <a:spcBef>
                <a:spcPts val="0"/>
              </a:spcBef>
              <a:spcAft>
                <a:spcPts val="0"/>
              </a:spcAft>
              <a:buFont typeface="Calibre" panose="020B0503030202060203" pitchFamily="34" charset="0"/>
              <a:buChar char="–"/>
              <a:defRPr sz="1000"/>
            </a:lvl3pPr>
            <a:lvl4pPr marL="365760" indent="-182880">
              <a:spcBef>
                <a:spcPts val="0"/>
              </a:spcBef>
              <a:spcAft>
                <a:spcPts val="0"/>
              </a:spcAft>
              <a:buFont typeface="Arial" panose="020B0604020202020204" pitchFamily="34" charset="0"/>
              <a:buChar char="•"/>
              <a:defRPr sz="1000"/>
            </a:lvl4pPr>
            <a:lvl5pPr marL="0" indent="0">
              <a:lnSpc>
                <a:spcPct val="100000"/>
              </a:lnSpc>
              <a:spcBef>
                <a:spcPts val="600"/>
              </a:spcBef>
              <a:spcAft>
                <a:spcPts val="0"/>
              </a:spcAft>
              <a:buNone/>
              <a:defRPr sz="1200">
                <a:latin typeface="Calibre Semibold" panose="020B0703030202060203" pitchFamily="34" charset="0"/>
              </a:defRPr>
            </a:lvl5pPr>
            <a:lvl6pPr>
              <a:defRPr sz="1050"/>
            </a:lvl6pPr>
            <a:lvl7pPr>
              <a:spcBef>
                <a:spcPts val="300"/>
              </a:spcBef>
              <a:spcAft>
                <a:spcPts val="300"/>
              </a:spcAft>
              <a:defRPr>
                <a:latin typeface="+mn-lt"/>
              </a:defRPr>
            </a:lvl7pPr>
            <a:lvl8pPr marL="180000" indent="-180000">
              <a:spcBef>
                <a:spcPts val="200"/>
              </a:spcBef>
              <a:spcAft>
                <a:spcPts val="200"/>
              </a:spcAft>
              <a:buFont typeface="Calibre" panose="020B0503030202060203" pitchFamily="34" charset="0"/>
              <a:buChar char="–"/>
              <a:defRPr/>
            </a:lvl8pPr>
            <a:lvl9pPr marL="365760" indent="-182880">
              <a:buFont typeface="Arial" panose="020B0604020202020204" pitchFamily="34" charset="0"/>
              <a:buChar char="•"/>
              <a:defRPr/>
            </a:lvl9pPr>
          </a:lstStyle>
          <a:p>
            <a:pPr lvl="0"/>
            <a:r>
              <a:rPr lang="en-GB" dirty="0"/>
              <a:t>Full Name – Level 1</a:t>
            </a:r>
            <a:br>
              <a:rPr lang="en-GB" dirty="0"/>
            </a:br>
            <a:r>
              <a:rPr lang="en-GB" dirty="0"/>
              <a:t>Use level 2 for title &amp; contact information</a:t>
            </a:r>
          </a:p>
          <a:p>
            <a:pPr lvl="1"/>
            <a:r>
              <a:rPr lang="en-GB" dirty="0"/>
              <a:t>Title &amp; Contact</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sp>
        <p:nvSpPr>
          <p:cNvPr id="36" name="Contact Placeholder 4">
            <a:extLst>
              <a:ext uri="{FF2B5EF4-FFF2-40B4-BE49-F238E27FC236}">
                <a16:creationId xmlns:a16="http://schemas.microsoft.com/office/drawing/2014/main" id="{8C676C6D-3986-9216-6F3D-60E16E340123}"/>
              </a:ext>
            </a:extLst>
          </p:cNvPr>
          <p:cNvSpPr>
            <a:spLocks noGrp="1"/>
          </p:cNvSpPr>
          <p:nvPr>
            <p:ph type="body" sz="quarter" idx="21" hasCustomPrompt="1"/>
          </p:nvPr>
        </p:nvSpPr>
        <p:spPr>
          <a:xfrm>
            <a:off x="6344919" y="4481516"/>
            <a:ext cx="1447800" cy="1395409"/>
          </a:xfrm>
        </p:spPr>
        <p:txBody>
          <a:bodyPr/>
          <a:lstStyle>
            <a:lvl1pPr>
              <a:spcBef>
                <a:spcPts val="0"/>
              </a:spcBef>
              <a:spcAft>
                <a:spcPts val="300"/>
              </a:spcAft>
              <a:defRPr sz="1200">
                <a:latin typeface="Calibre Semibold" panose="020B0703030202060203" pitchFamily="34" charset="0"/>
              </a:defRPr>
            </a:lvl1pPr>
            <a:lvl2pPr>
              <a:lnSpc>
                <a:spcPct val="100000"/>
              </a:lnSpc>
              <a:spcBef>
                <a:spcPts val="0"/>
              </a:spcBef>
              <a:spcAft>
                <a:spcPts val="0"/>
              </a:spcAft>
              <a:defRPr sz="1000">
                <a:latin typeface="+mn-lt"/>
              </a:defRPr>
            </a:lvl2pPr>
            <a:lvl3pPr marL="180000" indent="-180000">
              <a:spcBef>
                <a:spcPts val="0"/>
              </a:spcBef>
              <a:spcAft>
                <a:spcPts val="0"/>
              </a:spcAft>
              <a:buFont typeface="Calibre" panose="020B0503030202060203" pitchFamily="34" charset="0"/>
              <a:buChar char="–"/>
              <a:defRPr sz="1000"/>
            </a:lvl3pPr>
            <a:lvl4pPr marL="365760" indent="-182880">
              <a:spcBef>
                <a:spcPts val="0"/>
              </a:spcBef>
              <a:spcAft>
                <a:spcPts val="0"/>
              </a:spcAft>
              <a:buFont typeface="Arial" panose="020B0604020202020204" pitchFamily="34" charset="0"/>
              <a:buChar char="•"/>
              <a:defRPr sz="1000"/>
            </a:lvl4pPr>
            <a:lvl5pPr marL="0" indent="0">
              <a:lnSpc>
                <a:spcPct val="100000"/>
              </a:lnSpc>
              <a:spcBef>
                <a:spcPts val="600"/>
              </a:spcBef>
              <a:spcAft>
                <a:spcPts val="0"/>
              </a:spcAft>
              <a:buNone/>
              <a:defRPr sz="1200">
                <a:latin typeface="Calibre Semibold" panose="020B0703030202060203" pitchFamily="34" charset="0"/>
              </a:defRPr>
            </a:lvl5pPr>
            <a:lvl6pPr>
              <a:defRPr sz="1050"/>
            </a:lvl6pPr>
            <a:lvl7pPr>
              <a:spcBef>
                <a:spcPts val="300"/>
              </a:spcBef>
              <a:spcAft>
                <a:spcPts val="300"/>
              </a:spcAft>
              <a:defRPr>
                <a:latin typeface="+mn-lt"/>
              </a:defRPr>
            </a:lvl7pPr>
            <a:lvl8pPr marL="180000" indent="-180000">
              <a:spcBef>
                <a:spcPts val="200"/>
              </a:spcBef>
              <a:spcAft>
                <a:spcPts val="200"/>
              </a:spcAft>
              <a:buFont typeface="Calibre" panose="020B0503030202060203" pitchFamily="34" charset="0"/>
              <a:buChar char="–"/>
              <a:defRPr/>
            </a:lvl8pPr>
            <a:lvl9pPr marL="365760" indent="-182880">
              <a:buFont typeface="Arial" panose="020B0604020202020204" pitchFamily="34" charset="0"/>
              <a:buChar char="•"/>
              <a:defRPr/>
            </a:lvl9pPr>
          </a:lstStyle>
          <a:p>
            <a:pPr lvl="0"/>
            <a:r>
              <a:rPr lang="en-GB" dirty="0"/>
              <a:t>Full Name – Level 1</a:t>
            </a:r>
            <a:br>
              <a:rPr lang="en-GB" dirty="0"/>
            </a:br>
            <a:r>
              <a:rPr lang="en-GB" dirty="0"/>
              <a:t>Use level 2 for title &amp; contact information</a:t>
            </a:r>
          </a:p>
          <a:p>
            <a:pPr lvl="1"/>
            <a:r>
              <a:rPr lang="en-GB" dirty="0"/>
              <a:t>Title &amp; Contact</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sp>
        <p:nvSpPr>
          <p:cNvPr id="37" name="Contact Placeholder 5">
            <a:extLst>
              <a:ext uri="{FF2B5EF4-FFF2-40B4-BE49-F238E27FC236}">
                <a16:creationId xmlns:a16="http://schemas.microsoft.com/office/drawing/2014/main" id="{79D0CF61-F02B-0E7F-430B-13741EC689AC}"/>
              </a:ext>
            </a:extLst>
          </p:cNvPr>
          <p:cNvSpPr>
            <a:spLocks noGrp="1"/>
          </p:cNvSpPr>
          <p:nvPr>
            <p:ph type="body" sz="quarter" idx="22" hasCustomPrompt="1"/>
          </p:nvPr>
        </p:nvSpPr>
        <p:spPr>
          <a:xfrm>
            <a:off x="8292146" y="4481516"/>
            <a:ext cx="1447800" cy="1395409"/>
          </a:xfrm>
        </p:spPr>
        <p:txBody>
          <a:bodyPr/>
          <a:lstStyle>
            <a:lvl1pPr>
              <a:spcBef>
                <a:spcPts val="0"/>
              </a:spcBef>
              <a:spcAft>
                <a:spcPts val="300"/>
              </a:spcAft>
              <a:defRPr sz="1200">
                <a:latin typeface="Calibre Semibold" panose="020B0703030202060203" pitchFamily="34" charset="0"/>
              </a:defRPr>
            </a:lvl1pPr>
            <a:lvl2pPr>
              <a:lnSpc>
                <a:spcPct val="100000"/>
              </a:lnSpc>
              <a:spcBef>
                <a:spcPts val="0"/>
              </a:spcBef>
              <a:spcAft>
                <a:spcPts val="0"/>
              </a:spcAft>
              <a:defRPr sz="1000">
                <a:latin typeface="+mn-lt"/>
              </a:defRPr>
            </a:lvl2pPr>
            <a:lvl3pPr marL="180000" indent="-180000">
              <a:spcBef>
                <a:spcPts val="0"/>
              </a:spcBef>
              <a:spcAft>
                <a:spcPts val="0"/>
              </a:spcAft>
              <a:buFont typeface="Calibre" panose="020B0503030202060203" pitchFamily="34" charset="0"/>
              <a:buChar char="–"/>
              <a:defRPr sz="1000"/>
            </a:lvl3pPr>
            <a:lvl4pPr marL="365760" indent="-182880">
              <a:spcBef>
                <a:spcPts val="0"/>
              </a:spcBef>
              <a:spcAft>
                <a:spcPts val="0"/>
              </a:spcAft>
              <a:buFont typeface="Arial" panose="020B0604020202020204" pitchFamily="34" charset="0"/>
              <a:buChar char="•"/>
              <a:defRPr sz="1000"/>
            </a:lvl4pPr>
            <a:lvl5pPr marL="0" indent="0">
              <a:lnSpc>
                <a:spcPct val="100000"/>
              </a:lnSpc>
              <a:spcBef>
                <a:spcPts val="600"/>
              </a:spcBef>
              <a:spcAft>
                <a:spcPts val="0"/>
              </a:spcAft>
              <a:buNone/>
              <a:defRPr sz="1200">
                <a:latin typeface="Calibre Semibold" panose="020B0703030202060203" pitchFamily="34" charset="0"/>
              </a:defRPr>
            </a:lvl5pPr>
            <a:lvl6pPr>
              <a:defRPr sz="1050"/>
            </a:lvl6pPr>
            <a:lvl7pPr>
              <a:spcBef>
                <a:spcPts val="300"/>
              </a:spcBef>
              <a:spcAft>
                <a:spcPts val="300"/>
              </a:spcAft>
              <a:defRPr>
                <a:latin typeface="+mn-lt"/>
              </a:defRPr>
            </a:lvl7pPr>
            <a:lvl8pPr marL="180000" indent="-180000">
              <a:spcBef>
                <a:spcPts val="200"/>
              </a:spcBef>
              <a:spcAft>
                <a:spcPts val="200"/>
              </a:spcAft>
              <a:buFont typeface="Calibre" panose="020B0503030202060203" pitchFamily="34" charset="0"/>
              <a:buChar char="–"/>
              <a:defRPr/>
            </a:lvl8pPr>
            <a:lvl9pPr marL="365760" indent="-182880">
              <a:buFont typeface="Arial" panose="020B0604020202020204" pitchFamily="34" charset="0"/>
              <a:buChar char="•"/>
              <a:defRPr/>
            </a:lvl9pPr>
          </a:lstStyle>
          <a:p>
            <a:pPr lvl="0"/>
            <a:r>
              <a:rPr lang="en-GB" dirty="0"/>
              <a:t>Full Name – Level 1</a:t>
            </a:r>
            <a:br>
              <a:rPr lang="en-GB" dirty="0"/>
            </a:br>
            <a:r>
              <a:rPr lang="en-GB" dirty="0"/>
              <a:t>Use level 2 for title &amp; contact information</a:t>
            </a:r>
          </a:p>
          <a:p>
            <a:pPr lvl="1"/>
            <a:r>
              <a:rPr lang="en-GB" dirty="0"/>
              <a:t>Title &amp; Contact</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sp>
        <p:nvSpPr>
          <p:cNvPr id="38" name="Contact Placeholder 6">
            <a:extLst>
              <a:ext uri="{FF2B5EF4-FFF2-40B4-BE49-F238E27FC236}">
                <a16:creationId xmlns:a16="http://schemas.microsoft.com/office/drawing/2014/main" id="{75DDE4FA-2701-0FCD-13EB-1955BA90C72C}"/>
              </a:ext>
            </a:extLst>
          </p:cNvPr>
          <p:cNvSpPr>
            <a:spLocks noGrp="1"/>
          </p:cNvSpPr>
          <p:nvPr>
            <p:ph type="body" sz="quarter" idx="23" hasCustomPrompt="1"/>
          </p:nvPr>
        </p:nvSpPr>
        <p:spPr>
          <a:xfrm>
            <a:off x="10239375" y="4481516"/>
            <a:ext cx="1447800" cy="1395409"/>
          </a:xfrm>
        </p:spPr>
        <p:txBody>
          <a:bodyPr/>
          <a:lstStyle>
            <a:lvl1pPr>
              <a:spcBef>
                <a:spcPts val="0"/>
              </a:spcBef>
              <a:spcAft>
                <a:spcPts val="300"/>
              </a:spcAft>
              <a:defRPr sz="1200">
                <a:latin typeface="Calibre Semibold" panose="020B0703030202060203" pitchFamily="34" charset="0"/>
              </a:defRPr>
            </a:lvl1pPr>
            <a:lvl2pPr>
              <a:lnSpc>
                <a:spcPct val="100000"/>
              </a:lnSpc>
              <a:spcBef>
                <a:spcPts val="0"/>
              </a:spcBef>
              <a:spcAft>
                <a:spcPts val="0"/>
              </a:spcAft>
              <a:defRPr sz="1000">
                <a:latin typeface="+mn-lt"/>
              </a:defRPr>
            </a:lvl2pPr>
            <a:lvl3pPr marL="180000" indent="-180000">
              <a:spcBef>
                <a:spcPts val="0"/>
              </a:spcBef>
              <a:spcAft>
                <a:spcPts val="0"/>
              </a:spcAft>
              <a:buFont typeface="Calibre" panose="020B0503030202060203" pitchFamily="34" charset="0"/>
              <a:buChar char="–"/>
              <a:defRPr sz="1000"/>
            </a:lvl3pPr>
            <a:lvl4pPr marL="365760" indent="-182880">
              <a:spcBef>
                <a:spcPts val="0"/>
              </a:spcBef>
              <a:spcAft>
                <a:spcPts val="0"/>
              </a:spcAft>
              <a:buFont typeface="Arial" panose="020B0604020202020204" pitchFamily="34" charset="0"/>
              <a:buChar char="•"/>
              <a:defRPr sz="1000"/>
            </a:lvl4pPr>
            <a:lvl5pPr marL="0" indent="0">
              <a:lnSpc>
                <a:spcPct val="100000"/>
              </a:lnSpc>
              <a:spcBef>
                <a:spcPts val="600"/>
              </a:spcBef>
              <a:spcAft>
                <a:spcPts val="0"/>
              </a:spcAft>
              <a:buNone/>
              <a:defRPr sz="1200">
                <a:latin typeface="Calibre Semibold" panose="020B0703030202060203" pitchFamily="34" charset="0"/>
              </a:defRPr>
            </a:lvl5pPr>
            <a:lvl6pPr>
              <a:defRPr sz="1050"/>
            </a:lvl6pPr>
            <a:lvl7pPr>
              <a:spcBef>
                <a:spcPts val="300"/>
              </a:spcBef>
              <a:spcAft>
                <a:spcPts val="300"/>
              </a:spcAft>
              <a:defRPr>
                <a:latin typeface="+mn-lt"/>
              </a:defRPr>
            </a:lvl7pPr>
            <a:lvl8pPr marL="180000" indent="-180000">
              <a:spcBef>
                <a:spcPts val="200"/>
              </a:spcBef>
              <a:spcAft>
                <a:spcPts val="200"/>
              </a:spcAft>
              <a:buFont typeface="Calibre" panose="020B0503030202060203" pitchFamily="34" charset="0"/>
              <a:buChar char="–"/>
              <a:defRPr/>
            </a:lvl8pPr>
            <a:lvl9pPr marL="365760" indent="-182880">
              <a:buFont typeface="Arial" panose="020B0604020202020204" pitchFamily="34" charset="0"/>
              <a:buChar char="•"/>
              <a:defRPr/>
            </a:lvl9pPr>
          </a:lstStyle>
          <a:p>
            <a:pPr lvl="0"/>
            <a:r>
              <a:rPr lang="en-GB" dirty="0"/>
              <a:t>Full Name – Level 1</a:t>
            </a:r>
            <a:br>
              <a:rPr lang="en-GB" dirty="0"/>
            </a:br>
            <a:r>
              <a:rPr lang="en-GB" dirty="0"/>
              <a:t>Use level 2 for title &amp; contact information</a:t>
            </a:r>
          </a:p>
          <a:p>
            <a:pPr lvl="1"/>
            <a:r>
              <a:rPr lang="en-GB" dirty="0"/>
              <a:t>Title &amp; Contact</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p:txBody>
      </p:sp>
      <p:sp>
        <p:nvSpPr>
          <p:cNvPr id="33" name="Disclaimer">
            <a:extLst>
              <a:ext uri="{FF2B5EF4-FFF2-40B4-BE49-F238E27FC236}">
                <a16:creationId xmlns:a16="http://schemas.microsoft.com/office/drawing/2014/main" id="{7578C26A-AAB8-A627-98D6-64529A348043}"/>
              </a:ext>
            </a:extLst>
          </p:cNvPr>
          <p:cNvSpPr txBox="1"/>
          <p:nvPr userDrawn="1"/>
        </p:nvSpPr>
        <p:spPr>
          <a:xfrm>
            <a:off x="503238" y="5876927"/>
            <a:ext cx="11183937" cy="612773"/>
          </a:xfrm>
          <a:prstGeom prst="rect">
            <a:avLst/>
          </a:prstGeom>
          <a:noFill/>
        </p:spPr>
        <p:txBody>
          <a:bodyPr wrap="square" lIns="0" tIns="0" rIns="0" bIns="0" rtlCol="0" anchor="b" anchorCtr="0">
            <a:noAutofit/>
          </a:bodyPr>
          <a:lstStyle/>
          <a:p>
            <a:r>
              <a:rPr lang="en-GB" sz="700" dirty="0">
                <a:solidFill>
                  <a:srgbClr val="CAD1D3"/>
                </a:solidFill>
                <a:latin typeface="Barlow Condensed" panose="00000506000000000000" pitchFamily="2" charset="0"/>
              </a:rPr>
              <a:t>CBRE ©</a:t>
            </a:r>
            <a:fld id="{73EF0695-BC90-42E9-AF09-A56F2D6D3000}" type="datetimeyyyy">
              <a:rPr lang="en-GB" sz="700" smtClean="0">
                <a:solidFill>
                  <a:srgbClr val="CAD1D3"/>
                </a:solidFill>
                <a:latin typeface="Barlow Condensed" panose="00000506000000000000" pitchFamily="2" charset="0"/>
              </a:rPr>
              <a:t>2025</a:t>
            </a:fld>
            <a:r>
              <a:rPr lang="en-GB" sz="700" dirty="0">
                <a:solidFill>
                  <a:srgbClr val="CAD1D3"/>
                </a:solidFill>
                <a:latin typeface="Barlow Condensed" panose="00000506000000000000" pitchFamily="2" charset="0"/>
              </a:rPr>
              <a:t> All Rights Reserved. All information included in this proposal pertaining to CBRE—including but not limited to its operations, employees, technology and clients—are proprietary and confidential, and are supplied with the understanding that they will be held in confidence and not disclosed to third parties without the prior written consent of CBRE. </a:t>
            </a:r>
            <a:br>
              <a:rPr lang="en-GB" sz="700" dirty="0">
                <a:solidFill>
                  <a:srgbClr val="CAD1D3"/>
                </a:solidFill>
                <a:latin typeface="Barlow Condensed" panose="00000506000000000000" pitchFamily="2" charset="0"/>
              </a:rPr>
            </a:br>
            <a:r>
              <a:rPr lang="en-GB" sz="700" dirty="0">
                <a:solidFill>
                  <a:srgbClr val="CAD1D3"/>
                </a:solidFill>
                <a:latin typeface="Barlow Condensed" panose="00000506000000000000" pitchFamily="2" charset="0"/>
              </a:rPr>
              <a:t>This letter/proposal is intended solely as a preliminary expression of general intentions and is to be used for discussion purposes only. The parties intend that neither shall have any contractual obligations to the other with respect to the matters referred herein unless and until a definitive agreement has been fully executed and delivered by the parties. </a:t>
            </a:r>
            <a:br>
              <a:rPr lang="en-GB" sz="700" dirty="0">
                <a:solidFill>
                  <a:srgbClr val="CAD1D3"/>
                </a:solidFill>
                <a:latin typeface="Barlow Condensed" panose="00000506000000000000" pitchFamily="2" charset="0"/>
              </a:rPr>
            </a:br>
            <a:r>
              <a:rPr lang="en-GB" sz="700" dirty="0">
                <a:solidFill>
                  <a:srgbClr val="CAD1D3"/>
                </a:solidFill>
                <a:latin typeface="Barlow Condensed" panose="00000506000000000000" pitchFamily="2" charset="0"/>
              </a:rPr>
              <a:t>The parties agree that this letter/proposal is not intended to create any agreement or obligation by either party to negotiate a definitive lease/purchase and sale agreement and imposes no duty whatsoever on either party to continue negotiations, including without limitation any obligation to negotiate in good faith or in any way other than at arm’s length. </a:t>
            </a:r>
            <a:br>
              <a:rPr lang="en-GB" sz="700" dirty="0">
                <a:solidFill>
                  <a:srgbClr val="CAD1D3"/>
                </a:solidFill>
                <a:latin typeface="Barlow Condensed" panose="00000506000000000000" pitchFamily="2" charset="0"/>
              </a:rPr>
            </a:br>
            <a:r>
              <a:rPr lang="en-GB" sz="700" dirty="0">
                <a:solidFill>
                  <a:srgbClr val="CAD1D3"/>
                </a:solidFill>
                <a:latin typeface="Barlow Condensed" panose="00000506000000000000" pitchFamily="2" charset="0"/>
              </a:rPr>
              <a:t>Prior to delivery of a definitive executed agreement, and without any liability to the other party, either party may (1) propose different terms from those summarized herein, (2) enter into negotiations with other parties and/or (3) unilaterally terminate all negotiations with the other party hereto. CBRE and the CBRE logo are service marks of CBRE, Inc. </a:t>
            </a:r>
            <a:br>
              <a:rPr lang="en-GB" sz="700" dirty="0">
                <a:solidFill>
                  <a:srgbClr val="CAD1D3"/>
                </a:solidFill>
                <a:latin typeface="Barlow Condensed" panose="00000506000000000000" pitchFamily="2" charset="0"/>
              </a:rPr>
            </a:br>
            <a:r>
              <a:rPr lang="en-GB" sz="700" dirty="0">
                <a:solidFill>
                  <a:srgbClr val="CAD1D3"/>
                </a:solidFill>
                <a:latin typeface="Barlow Condensed" panose="00000506000000000000" pitchFamily="2" charset="0"/>
              </a:rPr>
              <a:t>All other marks displayed on this document are the property of their respective owners, and the use of such logos does not imply any affiliation with or endorsement of CBRE.</a:t>
            </a:r>
          </a:p>
        </p:txBody>
      </p:sp>
      <p:sp>
        <p:nvSpPr>
          <p:cNvPr id="17" name="23 Languages">
            <a:extLst>
              <a:ext uri="{FF2B5EF4-FFF2-40B4-BE49-F238E27FC236}">
                <a16:creationId xmlns:a16="http://schemas.microsoft.com/office/drawing/2014/main" id="{5A0FFB82-7C02-C68D-9D1D-5DD9B81EE484}"/>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511175" y="2593975"/>
            <a:ext cx="11168062" cy="1024144"/>
          </a:xfrm>
          <a:prstGeom prst="rect">
            <a:avLst/>
          </a:prstGeom>
          <a:noFill/>
          <a:ln w="9525" algn="ctr">
            <a:noFill/>
            <a:miter lim="800000"/>
            <a:headEnd/>
            <a:tailEnd/>
          </a:ln>
        </p:spPr>
        <p:txBody>
          <a:bodyPr vert="horz" wrap="square" lIns="0" tIns="0" rIns="0" bIns="0" numCol="1" anchor="t" anchorCtr="0" compatLnSpc="1">
            <a:prstTxWarp prst="textNoShape">
              <a:avLst/>
            </a:prstTxWarp>
            <a:noAutofit/>
          </a:bodyPr>
          <a:lstStyle>
            <a:lvl1pPr algn="l" defTabSz="914400" rtl="0" eaLnBrk="1" latinLnBrk="0" hangingPunct="1">
              <a:spcBef>
                <a:spcPct val="0"/>
              </a:spcBef>
              <a:buNone/>
              <a:defRPr kumimoji="0" lang="en-US" sz="2600" b="0" i="0" u="none" strike="noStrike" kern="0" cap="none" spc="0" normalizeH="0" baseline="0" noProof="0" dirty="0">
                <a:ln>
                  <a:noFill/>
                </a:ln>
                <a:solidFill>
                  <a:srgbClr val="006A4D"/>
                </a:solidFill>
                <a:effectLst/>
                <a:uLnTx/>
                <a:uFillTx/>
                <a:latin typeface="+mj-lt"/>
                <a:ea typeface="+mj-ea"/>
                <a:cs typeface="+mj-cs"/>
              </a:defRPr>
            </a:lvl1pPr>
          </a:lstStyle>
          <a:p>
            <a:pPr marL="0" marR="0" lvl="0" indent="0" algn="l" defTabSz="914620" rtl="0" eaLnBrk="1" fontAlgn="auto" latinLnBrk="0" hangingPunct="1">
              <a:lnSpc>
                <a:spcPct val="250000"/>
              </a:lnSpc>
              <a:spcBef>
                <a:spcPts val="0"/>
              </a:spcBef>
              <a:spcAft>
                <a:spcPts val="0"/>
              </a:spcAft>
              <a:buClrTx/>
              <a:buSzTx/>
              <a:buFontTx/>
              <a:buNone/>
              <a:tabLst/>
              <a:defRPr/>
            </a:pPr>
            <a:r>
              <a:rPr kumimoji="0" lang="en-GB" sz="1400" b="0" i="0" u="none" strike="noStrike" kern="1200" cap="none" spc="0" normalizeH="0" baseline="0" noProof="0" dirty="0">
                <a:ln>
                  <a:noFill/>
                </a:ln>
                <a:solidFill>
                  <a:schemeClr val="accent3"/>
                </a:solidFill>
                <a:effectLst/>
                <a:uLnTx/>
                <a:uFillTx/>
                <a:latin typeface="Calibre"/>
                <a:ea typeface="+mn-ea"/>
                <a:cs typeface="+mn-cs"/>
              </a:rPr>
              <a:t>Gracias</a:t>
            </a:r>
            <a:r>
              <a:rPr kumimoji="0" lang="en-GB" sz="1150" b="0" i="0" u="none" strike="noStrike" kern="1200" cap="none" spc="150" normalizeH="0" baseline="0" noProof="0" dirty="0">
                <a:ln>
                  <a:noFill/>
                </a:ln>
                <a:solidFill>
                  <a:schemeClr val="accent3"/>
                </a:solidFill>
                <a:effectLst/>
                <a:uLnTx/>
                <a:uFillTx/>
                <a:latin typeface="Calibre"/>
                <a:ea typeface="+mn-ea"/>
                <a:cs typeface="+mn-cs"/>
              </a:rPr>
              <a:t>   </a:t>
            </a:r>
            <a:r>
              <a:rPr kumimoji="0" lang="en-GB" sz="1300" b="0" i="0" u="none" strike="noStrike" kern="1200" cap="none" spc="0" normalizeH="0" baseline="0" noProof="0" dirty="0" err="1">
                <a:ln>
                  <a:noFill/>
                </a:ln>
                <a:solidFill>
                  <a:schemeClr val="accent3"/>
                </a:solidFill>
                <a:effectLst/>
                <a:uLnTx/>
                <a:uFillTx/>
                <a:latin typeface="Calibre"/>
                <a:ea typeface="+mn-ea"/>
                <a:cs typeface="+mn-cs"/>
              </a:rPr>
              <a:t>ধন্যবাদ</a:t>
            </a:r>
            <a:r>
              <a:rPr kumimoji="0" lang="en-GB" sz="1150" b="0" i="0" u="none" strike="noStrike" kern="1200" cap="none" spc="150" normalizeH="0" baseline="0" noProof="0" dirty="0">
                <a:ln>
                  <a:noFill/>
                </a:ln>
                <a:solidFill>
                  <a:schemeClr val="accent3"/>
                </a:solidFill>
                <a:effectLst/>
                <a:uLnTx/>
                <a:uFillTx/>
                <a:latin typeface="Calibre"/>
                <a:ea typeface="+mn-ea"/>
                <a:cs typeface="+mn-cs"/>
              </a:rPr>
              <a:t>    </a:t>
            </a:r>
            <a:r>
              <a:rPr kumimoji="0" lang="en-GB" altLang="ja-JP" sz="1400" b="0" i="0" u="none" strike="noStrike" kern="1200" cap="none" spc="0" normalizeH="0" baseline="0" noProof="0" dirty="0">
                <a:ln>
                  <a:noFill/>
                </a:ln>
                <a:solidFill>
                  <a:schemeClr val="accent3"/>
                </a:solidFill>
                <a:effectLst/>
                <a:uLnTx/>
                <a:uFillTx/>
                <a:latin typeface="Calibre"/>
                <a:ea typeface="+mn-ea"/>
                <a:cs typeface="+mn-cs"/>
              </a:rPr>
              <a:t>Salamat</a:t>
            </a:r>
            <a:r>
              <a:rPr kumimoji="0" lang="en-GB" sz="1150" b="0" i="0" u="none" strike="noStrike" kern="1200" cap="none" spc="150" normalizeH="0" baseline="0" noProof="0" dirty="0">
                <a:ln>
                  <a:noFill/>
                </a:ln>
                <a:solidFill>
                  <a:schemeClr val="accent3"/>
                </a:solidFill>
                <a:effectLst/>
                <a:uLnTx/>
                <a:uFillTx/>
                <a:latin typeface="Calibre"/>
                <a:ea typeface="+mn-ea"/>
                <a:cs typeface="+mn-cs"/>
              </a:rPr>
              <a:t>   </a:t>
            </a:r>
            <a:r>
              <a:rPr kumimoji="0" lang="en-GB" altLang="ja-JP" sz="1400" b="0" i="0" u="none" strike="noStrike" kern="1200" cap="none" spc="0" normalizeH="0" baseline="0" noProof="0" dirty="0">
                <a:ln>
                  <a:noFill/>
                </a:ln>
                <a:solidFill>
                  <a:schemeClr val="accent3"/>
                </a:solidFill>
                <a:effectLst/>
                <a:uLnTx/>
                <a:uFillTx/>
                <a:latin typeface="Calibre"/>
                <a:ea typeface="+mn-ea"/>
                <a:cs typeface="+mn-cs"/>
              </a:rPr>
              <a:t>Asante</a:t>
            </a:r>
            <a:r>
              <a:rPr kumimoji="0" lang="en-GB" sz="1150" b="0" i="0" u="none" strike="noStrike" kern="1200" cap="none" spc="150" normalizeH="0" baseline="0" noProof="0" dirty="0">
                <a:ln>
                  <a:noFill/>
                </a:ln>
                <a:solidFill>
                  <a:schemeClr val="accent3"/>
                </a:solidFill>
                <a:effectLst/>
                <a:uLnTx/>
                <a:uFillTx/>
                <a:latin typeface="Calibre"/>
                <a:ea typeface="+mn-ea"/>
                <a:cs typeface="+mn-cs"/>
              </a:rPr>
              <a:t>   </a:t>
            </a:r>
            <a:r>
              <a:rPr kumimoji="0" lang="en-GB" sz="1300" b="0" i="0" u="none" strike="noStrike" kern="1200" cap="none" spc="0" normalizeH="0" baseline="0" noProof="0" dirty="0" err="1">
                <a:ln>
                  <a:noFill/>
                </a:ln>
                <a:solidFill>
                  <a:schemeClr val="accent3"/>
                </a:solidFill>
                <a:effectLst/>
                <a:uLnTx/>
                <a:uFillTx/>
                <a:latin typeface="Calibre"/>
                <a:ea typeface="+mn-ea"/>
                <a:cs typeface="+mn-cs"/>
              </a:rPr>
              <a:t>धन्यवाद</a:t>
            </a:r>
            <a:r>
              <a:rPr kumimoji="0" lang="en-GB" sz="1150" b="0" i="0" u="none" strike="noStrike" kern="1200" cap="none" spc="150" normalizeH="0" baseline="0" noProof="0" dirty="0">
                <a:ln>
                  <a:noFill/>
                </a:ln>
                <a:solidFill>
                  <a:schemeClr val="accent3"/>
                </a:solidFill>
                <a:effectLst/>
                <a:uLnTx/>
                <a:uFillTx/>
                <a:latin typeface="Calibre"/>
                <a:ea typeface="+mn-ea"/>
                <a:cs typeface="+mn-cs"/>
              </a:rPr>
              <a:t>    </a:t>
            </a:r>
            <a:r>
              <a:rPr kumimoji="0" lang="en-GB" altLang="ja-JP" sz="1400" b="0" i="0" u="none" strike="noStrike" kern="1200" cap="none" spc="0" normalizeH="0" baseline="0" noProof="0" dirty="0" err="1">
                <a:ln>
                  <a:noFill/>
                </a:ln>
                <a:solidFill>
                  <a:schemeClr val="accent3"/>
                </a:solidFill>
                <a:effectLst/>
                <a:uLnTx/>
                <a:uFillTx/>
                <a:latin typeface="Calibre"/>
                <a:ea typeface="+mn-ea"/>
                <a:cs typeface="+mn-cs"/>
              </a:rPr>
              <a:t>Obrigado</a:t>
            </a:r>
            <a:r>
              <a:rPr kumimoji="0" lang="en-GB" sz="1150" b="0" i="0" u="none" strike="noStrike" kern="1200" cap="none" spc="150" normalizeH="0" baseline="0" noProof="0" dirty="0">
                <a:ln>
                  <a:noFill/>
                </a:ln>
                <a:solidFill>
                  <a:schemeClr val="accent3"/>
                </a:solidFill>
                <a:effectLst/>
                <a:uLnTx/>
                <a:uFillTx/>
                <a:latin typeface="Calibre"/>
                <a:ea typeface="+mn-ea"/>
                <a:cs typeface="+mn-cs"/>
              </a:rPr>
              <a:t>   </a:t>
            </a:r>
            <a:r>
              <a:rPr kumimoji="0" lang="en-GB" sz="1400" b="0" i="0" u="none" strike="noStrike" kern="1200" cap="none" spc="0" normalizeH="0" baseline="0" noProof="0" dirty="0">
                <a:ln>
                  <a:noFill/>
                </a:ln>
                <a:solidFill>
                  <a:schemeClr val="accent3"/>
                </a:solidFill>
                <a:effectLst/>
                <a:uLnTx/>
                <a:uFillTx/>
                <a:latin typeface="Calibre"/>
                <a:ea typeface="+mn-ea"/>
                <a:cs typeface="+mn-cs"/>
              </a:rPr>
              <a:t>Tack</a:t>
            </a:r>
            <a:r>
              <a:rPr kumimoji="0" lang="en-GB" sz="1150" b="0" i="0" u="none" strike="noStrike" kern="1200" cap="none" spc="150" normalizeH="0" baseline="0" noProof="0" dirty="0">
                <a:ln>
                  <a:noFill/>
                </a:ln>
                <a:solidFill>
                  <a:schemeClr val="accent3"/>
                </a:solidFill>
                <a:effectLst/>
                <a:uLnTx/>
                <a:uFillTx/>
                <a:latin typeface="Calibre"/>
                <a:ea typeface="+mn-ea"/>
                <a:cs typeface="+mn-cs"/>
              </a:rPr>
              <a:t>   </a:t>
            </a:r>
            <a:r>
              <a:rPr kumimoji="0" lang="ja-JP" altLang="en-GB" sz="1400" b="0" i="0" u="none" strike="noStrike" kern="1200" cap="none" spc="0" normalizeH="0" baseline="0" noProof="0">
                <a:ln>
                  <a:noFill/>
                </a:ln>
                <a:solidFill>
                  <a:schemeClr val="accent3"/>
                </a:solidFill>
                <a:effectLst/>
                <a:uLnTx/>
                <a:uFillTx/>
                <a:latin typeface="Calibre"/>
                <a:ea typeface="+mn-ea"/>
                <a:cs typeface="+mn-cs"/>
              </a:rPr>
              <a:t>謝謝</a:t>
            </a:r>
            <a:r>
              <a:rPr kumimoji="0" lang="en-GB" sz="1150" b="0" i="0" u="none" strike="noStrike" kern="1200" cap="none" spc="150" normalizeH="0" baseline="0" noProof="0" dirty="0">
                <a:ln>
                  <a:noFill/>
                </a:ln>
                <a:solidFill>
                  <a:schemeClr val="accent3"/>
                </a:solidFill>
                <a:effectLst/>
                <a:uLnTx/>
                <a:uFillTx/>
                <a:latin typeface="Calibre"/>
                <a:ea typeface="+mn-ea"/>
                <a:cs typeface="+mn-cs"/>
              </a:rPr>
              <a:t>   </a:t>
            </a:r>
            <a:r>
              <a:rPr kumimoji="0" lang="en-GB" sz="1400" b="0" i="0" u="none" strike="noStrike" kern="1200" cap="none" spc="0" normalizeH="0" baseline="0" noProof="0" dirty="0">
                <a:ln>
                  <a:noFill/>
                </a:ln>
                <a:solidFill>
                  <a:schemeClr val="accent3"/>
                </a:solidFill>
                <a:effectLst/>
                <a:uLnTx/>
                <a:uFillTx/>
                <a:latin typeface="Calibre"/>
                <a:ea typeface="+mn-ea"/>
                <a:cs typeface="+mn-cs"/>
              </a:rPr>
              <a:t>O Se</a:t>
            </a:r>
            <a:r>
              <a:rPr kumimoji="0" lang="en-GB" sz="1150" b="0" i="0" u="none" strike="noStrike" kern="1200" cap="none" spc="150" normalizeH="0" baseline="0" noProof="0" dirty="0">
                <a:ln>
                  <a:noFill/>
                </a:ln>
                <a:solidFill>
                  <a:schemeClr val="accent3"/>
                </a:solidFill>
                <a:effectLst/>
                <a:uLnTx/>
                <a:uFillTx/>
                <a:latin typeface="Calibre"/>
                <a:ea typeface="+mn-ea"/>
                <a:cs typeface="+mn-cs"/>
              </a:rPr>
              <a:t>   </a:t>
            </a:r>
            <a:r>
              <a:rPr kumimoji="0" lang="en-GB" altLang="ja-JP" sz="1400" b="0" i="0" u="none" strike="noStrike" kern="1200" cap="none" spc="0" normalizeH="0" baseline="0" noProof="0" dirty="0" err="1">
                <a:ln>
                  <a:noFill/>
                </a:ln>
                <a:solidFill>
                  <a:schemeClr val="accent3"/>
                </a:solidFill>
                <a:effectLst/>
                <a:uLnTx/>
                <a:uFillTx/>
                <a:latin typeface="Calibre"/>
                <a:ea typeface="+mn-ea"/>
                <a:cs typeface="+mn-cs"/>
              </a:rPr>
              <a:t>Спасибо</a:t>
            </a:r>
            <a:r>
              <a:rPr kumimoji="0" lang="en-GB" sz="1150" b="0" i="0" u="none" strike="noStrike" kern="1200" cap="none" spc="150" normalizeH="0" baseline="0" noProof="0" dirty="0">
                <a:ln>
                  <a:noFill/>
                </a:ln>
                <a:solidFill>
                  <a:schemeClr val="accent3"/>
                </a:solidFill>
                <a:effectLst/>
                <a:uLnTx/>
                <a:uFillTx/>
                <a:latin typeface="Calibre"/>
                <a:ea typeface="+mn-ea"/>
                <a:cs typeface="+mn-cs"/>
              </a:rPr>
              <a:t>   </a:t>
            </a:r>
            <a:r>
              <a:rPr kumimoji="0" lang="ko-KR" altLang="en-GB" sz="1050" b="1" i="0" u="none" strike="noStrike" kern="1200" cap="none" spc="0" normalizeH="0" baseline="0" noProof="0" dirty="0">
                <a:ln>
                  <a:noFill/>
                </a:ln>
                <a:solidFill>
                  <a:schemeClr val="accent3"/>
                </a:solidFill>
                <a:effectLst/>
                <a:uLnTx/>
                <a:uFillTx/>
                <a:latin typeface="Calibre"/>
                <a:ea typeface="+mn-ea"/>
                <a:cs typeface="+mn-cs"/>
              </a:rPr>
              <a:t>감사합니다</a:t>
            </a:r>
            <a:r>
              <a:rPr kumimoji="0" lang="en-GB" sz="1050" b="0" i="0" u="none" strike="noStrike" kern="1200" cap="none" spc="0" normalizeH="0" baseline="0" noProof="0" dirty="0">
                <a:ln>
                  <a:noFill/>
                </a:ln>
                <a:solidFill>
                  <a:schemeClr val="accent3"/>
                </a:solidFill>
                <a:effectLst/>
                <a:uLnTx/>
                <a:uFillTx/>
                <a:latin typeface="Calibre"/>
                <a:ea typeface="+mn-ea"/>
                <a:cs typeface="+mn-cs"/>
              </a:rPr>
              <a:t>   </a:t>
            </a:r>
            <a:br>
              <a:rPr kumimoji="0" lang="en-GB" sz="1050" b="0" i="0" u="none" strike="noStrike" kern="1200" cap="none" spc="0" normalizeH="0" baseline="0" noProof="0" dirty="0">
                <a:ln>
                  <a:noFill/>
                </a:ln>
                <a:solidFill>
                  <a:schemeClr val="accent3"/>
                </a:solidFill>
                <a:effectLst/>
                <a:uLnTx/>
                <a:uFillTx/>
                <a:latin typeface="Calibre"/>
                <a:ea typeface="+mn-ea"/>
                <a:cs typeface="+mn-cs"/>
              </a:rPr>
            </a:br>
            <a:r>
              <a:rPr kumimoji="0" lang="en-GB" sz="1400" b="0" i="0" u="none" strike="noStrike" kern="1200" cap="none" spc="0" normalizeH="0" baseline="0" noProof="0" dirty="0" err="1">
                <a:ln>
                  <a:noFill/>
                </a:ln>
                <a:solidFill>
                  <a:schemeClr val="accent3"/>
                </a:solidFill>
                <a:effectLst/>
                <a:uLnTx/>
                <a:uFillTx/>
                <a:latin typeface="Calibre"/>
                <a:ea typeface="+mn-ea"/>
                <a:cs typeface="+mn-cs"/>
              </a:rPr>
              <a:t>Bedankt</a:t>
            </a:r>
            <a:r>
              <a:rPr kumimoji="0" lang="en-GB" sz="1100" b="0" i="0" u="none" strike="noStrike" kern="1200" cap="none" spc="0" normalizeH="0" baseline="0" noProof="0" dirty="0">
                <a:ln>
                  <a:noFill/>
                </a:ln>
                <a:solidFill>
                  <a:schemeClr val="accent3"/>
                </a:solidFill>
                <a:effectLst/>
                <a:uLnTx/>
                <a:uFillTx/>
                <a:latin typeface="Calibre"/>
                <a:ea typeface="+mn-ea"/>
                <a:cs typeface="+mn-cs"/>
              </a:rPr>
              <a:t>   </a:t>
            </a:r>
            <a:r>
              <a:rPr kumimoji="0" lang="en-GB" sz="1400" b="0" i="0" u="none" strike="noStrike" kern="1200" cap="none" spc="0" normalizeH="0" baseline="0" noProof="0" dirty="0">
                <a:ln>
                  <a:noFill/>
                </a:ln>
                <a:solidFill>
                  <a:schemeClr val="accent3"/>
                </a:solidFill>
                <a:effectLst/>
                <a:uLnTx/>
                <a:uFillTx/>
                <a:latin typeface="Calibre"/>
                <a:ea typeface="+mn-ea"/>
                <a:cs typeface="+mn-cs"/>
              </a:rPr>
              <a:t>Grazi</a:t>
            </a:r>
            <a:r>
              <a:rPr kumimoji="0" lang="en-GB" sz="1100" b="0" i="0" u="none" strike="noStrike" kern="1200" cap="none" spc="0" normalizeH="0" baseline="0" noProof="0" dirty="0">
                <a:ln>
                  <a:noFill/>
                </a:ln>
                <a:solidFill>
                  <a:schemeClr val="accent3"/>
                </a:solidFill>
                <a:effectLst/>
                <a:uLnTx/>
                <a:uFillTx/>
                <a:latin typeface="Calibre"/>
                <a:ea typeface="+mn-ea"/>
                <a:cs typeface="+mn-cs"/>
              </a:rPr>
              <a:t>  </a:t>
            </a:r>
            <a:r>
              <a:rPr kumimoji="0" lang="en-GB" sz="1100" b="0" i="0" u="none" strike="noStrike" kern="0" cap="none" spc="0" normalizeH="0" baseline="0" noProof="0" dirty="0">
                <a:ln>
                  <a:noFill/>
                </a:ln>
                <a:solidFill>
                  <a:schemeClr val="accent3"/>
                </a:solidFill>
                <a:effectLst/>
                <a:uLnTx/>
                <a:uFillTx/>
                <a:latin typeface="Calibre"/>
                <a:ea typeface="+mn-ea"/>
                <a:cs typeface="+mn-cs"/>
              </a:rPr>
              <a:t> </a:t>
            </a:r>
            <a:r>
              <a:rPr kumimoji="0" lang="en-GB" sz="1200" b="0" i="0" u="none" strike="noStrike" kern="0" cap="none" spc="0" normalizeH="0" baseline="0" noProof="0" dirty="0" err="1">
                <a:ln>
                  <a:noFill/>
                </a:ln>
                <a:solidFill>
                  <a:schemeClr val="accent3"/>
                </a:solidFill>
                <a:effectLst/>
                <a:uLnTx/>
                <a:uFillTx/>
                <a:latin typeface="Calibre"/>
                <a:ea typeface="+mn-ea"/>
                <a:cs typeface="+mn-cs"/>
              </a:rPr>
              <a:t>ਧੰਨਵਾਦ</a:t>
            </a:r>
            <a:r>
              <a:rPr kumimoji="0" lang="en-GB" sz="1100" b="0" i="0" u="none" strike="noStrike" kern="1200" cap="none" spc="0" normalizeH="0" baseline="0" noProof="0" dirty="0">
                <a:ln>
                  <a:noFill/>
                </a:ln>
                <a:solidFill>
                  <a:schemeClr val="accent3"/>
                </a:solidFill>
                <a:effectLst/>
                <a:uLnTx/>
                <a:uFillTx/>
                <a:latin typeface="Calibre"/>
                <a:ea typeface="+mn-ea"/>
                <a:cs typeface="+mn-cs"/>
              </a:rPr>
              <a:t>   </a:t>
            </a:r>
            <a:r>
              <a:rPr kumimoji="0" lang="en-GB" sz="1400" b="0" i="0" u="none" strike="noStrike" kern="1200" cap="none" spc="0" normalizeH="0" baseline="0" noProof="0" dirty="0">
                <a:ln>
                  <a:noFill/>
                </a:ln>
                <a:solidFill>
                  <a:schemeClr val="accent3"/>
                </a:solidFill>
                <a:effectLst/>
                <a:uLnTx/>
                <a:uFillTx/>
                <a:latin typeface="Calibre"/>
                <a:ea typeface="+mn-ea"/>
                <a:cs typeface="+mn-cs"/>
              </a:rPr>
              <a:t>Merci</a:t>
            </a:r>
            <a:r>
              <a:rPr kumimoji="0" lang="en-GB" sz="1100" b="0" i="0" u="none" strike="noStrike" kern="1200" cap="none" spc="0" normalizeH="0" baseline="0" noProof="0" dirty="0">
                <a:ln>
                  <a:noFill/>
                </a:ln>
                <a:solidFill>
                  <a:schemeClr val="accent3"/>
                </a:solidFill>
                <a:effectLst/>
                <a:uLnTx/>
                <a:uFillTx/>
                <a:latin typeface="Calibre"/>
                <a:ea typeface="+mn-ea"/>
                <a:cs typeface="+mn-cs"/>
              </a:rPr>
              <a:t>   </a:t>
            </a:r>
            <a:r>
              <a:rPr kumimoji="0" lang="en-GB" sz="1400" b="0" i="0" u="none" strike="noStrike" kern="0" cap="none" spc="0" normalizeH="0" baseline="0" noProof="0" dirty="0" err="1">
                <a:ln>
                  <a:noFill/>
                </a:ln>
                <a:solidFill>
                  <a:schemeClr val="accent3"/>
                </a:solidFill>
                <a:effectLst/>
                <a:uLnTx/>
                <a:uFillTx/>
                <a:latin typeface="Calibre"/>
                <a:ea typeface="+mn-ea"/>
                <a:cs typeface="+mn-cs"/>
              </a:rPr>
              <a:t>תודה</a:t>
            </a:r>
            <a:r>
              <a:rPr kumimoji="0" lang="en-GB" sz="1400" b="0" i="0" u="none" strike="noStrike" kern="0" cap="none" spc="0" normalizeH="0" baseline="0" noProof="0" dirty="0">
                <a:ln>
                  <a:noFill/>
                </a:ln>
                <a:solidFill>
                  <a:schemeClr val="accent3"/>
                </a:solidFill>
                <a:effectLst/>
                <a:uLnTx/>
                <a:uFillTx/>
                <a:latin typeface="Calibre"/>
                <a:ea typeface="+mn-ea"/>
                <a:cs typeface="+mn-cs"/>
              </a:rPr>
              <a:t>.         </a:t>
            </a:r>
            <a:r>
              <a:rPr kumimoji="0" lang="en-GB" sz="300" b="0" i="0" u="none" strike="noStrike" kern="0" cap="none" spc="0" normalizeH="0" baseline="0" noProof="0" dirty="0">
                <a:ln>
                  <a:noFill/>
                </a:ln>
                <a:solidFill>
                  <a:srgbClr val="003F2D"/>
                </a:solidFill>
                <a:effectLst/>
                <a:uLnTx/>
                <a:uFillTx/>
                <a:latin typeface="Calibre"/>
                <a:ea typeface="+mn-ea"/>
                <a:cs typeface="+mn-cs"/>
              </a:rPr>
              <a:t>.</a:t>
            </a:r>
            <a:r>
              <a:rPr kumimoji="0" lang="en-GB" sz="1400" b="0" i="0" u="none" strike="noStrike" kern="1200" cap="none" spc="0" normalizeH="0" baseline="0" noProof="0" dirty="0" err="1">
                <a:ln>
                  <a:noFill/>
                </a:ln>
                <a:solidFill>
                  <a:schemeClr val="accent3"/>
                </a:solidFill>
                <a:effectLst/>
                <a:uLnTx/>
                <a:uFillTx/>
                <a:latin typeface="Calibre"/>
                <a:ea typeface="+mn-ea"/>
                <a:cs typeface="+mn-cs"/>
              </a:rPr>
              <a:t>شکریہ</a:t>
            </a:r>
            <a:r>
              <a:rPr kumimoji="0" lang="en-GB" sz="1100" b="0" i="0" u="none" strike="noStrike" kern="1200" cap="none" spc="0" normalizeH="0" baseline="0" noProof="0" dirty="0">
                <a:ln>
                  <a:noFill/>
                </a:ln>
                <a:solidFill>
                  <a:schemeClr val="accent3"/>
                </a:solidFill>
                <a:effectLst/>
                <a:uLnTx/>
                <a:uFillTx/>
                <a:latin typeface="Calibre"/>
                <a:ea typeface="+mn-ea"/>
                <a:cs typeface="+mn-cs"/>
              </a:rPr>
              <a:t>   </a:t>
            </a:r>
            <a:r>
              <a:rPr kumimoji="0" lang="en-GB" sz="1400" b="0" i="0" u="none" strike="noStrike" kern="1200" cap="none" spc="0" normalizeH="0" baseline="0" noProof="0" dirty="0">
                <a:ln>
                  <a:noFill/>
                </a:ln>
                <a:solidFill>
                  <a:schemeClr val="accent3"/>
                </a:solidFill>
                <a:effectLst/>
                <a:uLnTx/>
                <a:uFillTx/>
                <a:latin typeface="Calibre"/>
                <a:ea typeface="+mn-ea"/>
                <a:cs typeface="+mn-cs"/>
              </a:rPr>
              <a:t>.</a:t>
            </a:r>
            <a:r>
              <a:rPr kumimoji="0" lang="en-GB" sz="1100" b="0" i="0" u="none" strike="noStrike" kern="1200" cap="none" spc="0" normalizeH="0" baseline="0" noProof="0" dirty="0">
                <a:ln>
                  <a:noFill/>
                </a:ln>
                <a:solidFill>
                  <a:schemeClr val="accent3"/>
                </a:solidFill>
                <a:effectLst/>
                <a:uLnTx/>
                <a:uFillTx/>
                <a:latin typeface="Calibre"/>
                <a:ea typeface="+mn-ea"/>
                <a:cs typeface="+mn-cs"/>
              </a:rPr>
              <a:t>   </a:t>
            </a:r>
            <a:r>
              <a:rPr kumimoji="0" lang="en-GB" sz="1400" b="0" i="0" u="none" strike="noStrike" kern="1200" cap="none" spc="0" normalizeH="0" baseline="0" noProof="0" dirty="0" err="1">
                <a:ln>
                  <a:noFill/>
                </a:ln>
                <a:solidFill>
                  <a:schemeClr val="accent3"/>
                </a:solidFill>
                <a:effectLst/>
                <a:uLnTx/>
                <a:uFillTx/>
                <a:latin typeface="Calibre"/>
                <a:ea typeface="+mn-ea"/>
                <a:cs typeface="+mn-cs"/>
              </a:rPr>
              <a:t>Teşekkürler</a:t>
            </a:r>
            <a:r>
              <a:rPr kumimoji="0" lang="en-GB" sz="1100" b="0" i="0" u="none" strike="noStrike" kern="1200" cap="none" spc="0" normalizeH="0" baseline="0" noProof="0" dirty="0">
                <a:ln>
                  <a:noFill/>
                </a:ln>
                <a:solidFill>
                  <a:schemeClr val="accent3"/>
                </a:solidFill>
                <a:effectLst/>
                <a:uLnTx/>
                <a:uFillTx/>
                <a:latin typeface="Calibre"/>
                <a:ea typeface="+mn-ea"/>
                <a:cs typeface="+mn-cs"/>
              </a:rPr>
              <a:t>   </a:t>
            </a:r>
            <a:r>
              <a:rPr kumimoji="0" lang="en-GB" sz="1400" b="0" i="0" u="none" strike="noStrike" kern="1200" cap="none" spc="0" normalizeH="0" baseline="0" noProof="0" dirty="0">
                <a:ln>
                  <a:noFill/>
                </a:ln>
                <a:solidFill>
                  <a:schemeClr val="accent3"/>
                </a:solidFill>
                <a:effectLst/>
                <a:uLnTx/>
                <a:uFillTx/>
                <a:latin typeface="Calibre"/>
                <a:ea typeface="+mn-ea"/>
                <a:cs typeface="+mn-cs"/>
              </a:rPr>
              <a:t>Danke</a:t>
            </a:r>
            <a:r>
              <a:rPr kumimoji="0" lang="en-GB" sz="1100" b="0" i="0" u="none" strike="noStrike" kern="1200" cap="none" spc="0" normalizeH="0" baseline="0" noProof="0" dirty="0">
                <a:ln>
                  <a:noFill/>
                </a:ln>
                <a:solidFill>
                  <a:schemeClr val="accent3"/>
                </a:solidFill>
                <a:effectLst/>
                <a:uLnTx/>
                <a:uFillTx/>
                <a:latin typeface="Calibre"/>
                <a:ea typeface="+mn-ea"/>
                <a:cs typeface="+mn-cs"/>
              </a:rPr>
              <a:t>   </a:t>
            </a:r>
            <a:r>
              <a:rPr kumimoji="0" lang="ja-JP" altLang="en-GB" sz="1050" b="0" i="0" u="none" strike="noStrike" kern="1200" cap="none" spc="-350" normalizeH="0" baseline="0" noProof="0">
                <a:ln>
                  <a:noFill/>
                </a:ln>
                <a:solidFill>
                  <a:schemeClr val="accent3"/>
                </a:solidFill>
                <a:effectLst/>
                <a:uLnTx/>
                <a:uFillTx/>
                <a:latin typeface="Calibre"/>
                <a:ea typeface="+mn-ea"/>
                <a:cs typeface="+mn-cs"/>
              </a:rPr>
              <a:t>ありがとう</a:t>
            </a:r>
            <a:r>
              <a:rPr kumimoji="0" lang="en-GB" sz="1100" b="0" i="0" u="none" strike="noStrike" kern="1200" cap="none" spc="0" normalizeH="0" baseline="0" noProof="0" dirty="0">
                <a:ln>
                  <a:noFill/>
                </a:ln>
                <a:solidFill>
                  <a:schemeClr val="accent3"/>
                </a:solidFill>
                <a:effectLst/>
                <a:uLnTx/>
                <a:uFillTx/>
                <a:latin typeface="Calibre"/>
                <a:ea typeface="+mn-ea"/>
                <a:cs typeface="+mn-cs"/>
              </a:rPr>
              <a:t>   </a:t>
            </a:r>
            <a:r>
              <a:rPr kumimoji="0" lang="en-GB" sz="1400" b="0" i="0" u="none" strike="noStrike" kern="1200" cap="none" spc="0" normalizeH="0" baseline="0" noProof="0" dirty="0" err="1">
                <a:ln>
                  <a:noFill/>
                </a:ln>
                <a:solidFill>
                  <a:schemeClr val="accent3"/>
                </a:solidFill>
                <a:effectLst/>
                <a:uLnTx/>
                <a:uFillTx/>
                <a:latin typeface="Calibre"/>
                <a:ea typeface="+mn-ea"/>
                <a:cs typeface="+mn-cs"/>
              </a:rPr>
              <a:t>Dziękuję</a:t>
            </a:r>
            <a:r>
              <a:rPr kumimoji="0" lang="en-GB" sz="1100" b="0" i="0" u="none" strike="noStrike" kern="1200" cap="none" spc="0" normalizeH="0" baseline="0" noProof="0" dirty="0">
                <a:ln>
                  <a:noFill/>
                </a:ln>
                <a:solidFill>
                  <a:schemeClr val="accent3"/>
                </a:solidFill>
                <a:effectLst/>
                <a:uLnTx/>
                <a:uFillTx/>
                <a:latin typeface="Calibre"/>
                <a:ea typeface="+mn-ea"/>
                <a:cs typeface="+mn-cs"/>
              </a:rPr>
              <a:t>   </a:t>
            </a:r>
            <a:r>
              <a:rPr kumimoji="0" lang="en-GB" sz="1400" b="0" i="0" u="none" strike="noStrike" kern="1200" cap="none" spc="0" normalizeH="0" baseline="0" noProof="0" dirty="0" err="1">
                <a:ln>
                  <a:noFill/>
                </a:ln>
                <a:solidFill>
                  <a:schemeClr val="accent3"/>
                </a:solidFill>
                <a:effectLst/>
                <a:uLnTx/>
                <a:uFillTx/>
                <a:latin typeface="Calibre"/>
                <a:ea typeface="+mn-ea"/>
                <a:cs typeface="+mn-cs"/>
              </a:rPr>
              <a:t>Terima</a:t>
            </a:r>
            <a:r>
              <a:rPr kumimoji="0" lang="en-GB" sz="1400" b="0" i="0" u="none" strike="noStrike" kern="1200" cap="none" spc="0" normalizeH="0" baseline="0" noProof="0" dirty="0">
                <a:ln>
                  <a:noFill/>
                </a:ln>
                <a:solidFill>
                  <a:schemeClr val="accent3"/>
                </a:solidFill>
                <a:effectLst/>
                <a:uLnTx/>
                <a:uFillTx/>
                <a:latin typeface="Calibre"/>
                <a:ea typeface="+mn-ea"/>
                <a:cs typeface="+mn-cs"/>
              </a:rPr>
              <a:t> Kasih</a:t>
            </a:r>
            <a:r>
              <a:rPr kumimoji="0" lang="en-GB" sz="1100" b="0" i="0" u="none" strike="noStrike" kern="1200" cap="none" spc="0" normalizeH="0" baseline="0" noProof="0" dirty="0">
                <a:ln>
                  <a:noFill/>
                </a:ln>
                <a:solidFill>
                  <a:schemeClr val="accent3"/>
                </a:solidFill>
                <a:effectLst/>
                <a:uLnTx/>
                <a:uFillTx/>
                <a:latin typeface="Calibre"/>
                <a:ea typeface="+mn-ea"/>
                <a:cs typeface="+mn-cs"/>
              </a:rPr>
              <a:t>   </a:t>
            </a:r>
            <a:r>
              <a:rPr kumimoji="0" lang="en-GB" altLang="ja-JP" sz="1400" b="0" i="0" u="none" strike="noStrike" kern="1200" cap="none" spc="0" normalizeH="0" baseline="0" noProof="0" dirty="0" err="1">
                <a:ln>
                  <a:noFill/>
                </a:ln>
                <a:solidFill>
                  <a:schemeClr val="accent3"/>
                </a:solidFill>
                <a:effectLst/>
                <a:uLnTx/>
                <a:uFillTx/>
                <a:latin typeface="Calibre"/>
                <a:ea typeface="+mn-ea"/>
                <a:cs typeface="+mn-cs"/>
              </a:rPr>
              <a:t>شكرا</a:t>
            </a:r>
            <a:br>
              <a:rPr kumimoji="0" lang="en-GB" altLang="ja-JP" sz="1400" b="0" i="0" u="none" strike="noStrike" kern="1200" cap="none" spc="0" normalizeH="0" baseline="0" noProof="0" dirty="0">
                <a:ln>
                  <a:noFill/>
                </a:ln>
                <a:solidFill>
                  <a:schemeClr val="accent3"/>
                </a:solidFill>
                <a:effectLst/>
                <a:uLnTx/>
                <a:uFillTx/>
                <a:latin typeface="Calibre"/>
                <a:ea typeface="+mn-ea"/>
                <a:cs typeface="+mn-cs"/>
              </a:rPr>
            </a:br>
            <a:endParaRPr kumimoji="0" lang="en-GB" sz="1400" b="0" i="0" u="none" strike="noStrike" kern="1200" cap="none" spc="0" normalizeH="0" baseline="0" noProof="0" dirty="0">
              <a:ln>
                <a:noFill/>
              </a:ln>
              <a:solidFill>
                <a:schemeClr val="accent3"/>
              </a:solidFill>
              <a:effectLst/>
              <a:uLnTx/>
              <a:uFillTx/>
              <a:latin typeface="Calibre"/>
              <a:ea typeface="+mn-ea"/>
              <a:cs typeface="+mn-cs"/>
            </a:endParaRPr>
          </a:p>
        </p:txBody>
      </p:sp>
      <p:sp>
        <p:nvSpPr>
          <p:cNvPr id="20" name="CBRE Vector Logo" descr="CBRE logo">
            <a:extLst>
              <a:ext uri="{FF2B5EF4-FFF2-40B4-BE49-F238E27FC236}">
                <a16:creationId xmlns:a16="http://schemas.microsoft.com/office/drawing/2014/main" id="{47945A85-ECBD-23D1-06E5-0A1A8463184B}"/>
              </a:ext>
            </a:extLst>
          </p:cNvPr>
          <p:cNvSpPr>
            <a:spLocks noGrp="1" noRot="1" noChangeAspect="1" noMove="1" noResize="1" noEditPoints="1" noAdjustHandles="1" noChangeArrowheads="1" noChangeShapeType="1"/>
          </p:cNvSpPr>
          <p:nvPr userDrawn="1"/>
        </p:nvSpPr>
        <p:spPr>
          <a:xfrm>
            <a:off x="10762958" y="441325"/>
            <a:ext cx="924217" cy="229615"/>
          </a:xfrm>
          <a:custGeom>
            <a:avLst/>
            <a:gdLst>
              <a:gd name="connsiteX0" fmla="*/ 306851 w 924217"/>
              <a:gd name="connsiteY0" fmla="*/ 137455 h 229615"/>
              <a:gd name="connsiteX1" fmla="*/ 306851 w 924217"/>
              <a:gd name="connsiteY1" fmla="*/ 175680 h 229615"/>
              <a:gd name="connsiteX2" fmla="*/ 383040 w 924217"/>
              <a:gd name="connsiteY2" fmla="*/ 175680 h 229615"/>
              <a:gd name="connsiteX3" fmla="*/ 402153 w 924217"/>
              <a:gd name="connsiteY3" fmla="*/ 156305 h 229615"/>
              <a:gd name="connsiteX4" fmla="*/ 385134 w 924217"/>
              <a:gd name="connsiteY4" fmla="*/ 137455 h 229615"/>
              <a:gd name="connsiteX5" fmla="*/ 384873 w 924217"/>
              <a:gd name="connsiteY5" fmla="*/ 137455 h 229615"/>
              <a:gd name="connsiteX6" fmla="*/ 384611 w 924217"/>
              <a:gd name="connsiteY6" fmla="*/ 137455 h 229615"/>
              <a:gd name="connsiteX7" fmla="*/ 539868 w 924217"/>
              <a:gd name="connsiteY7" fmla="*/ 50530 h 229615"/>
              <a:gd name="connsiteX8" fmla="*/ 539868 w 924217"/>
              <a:gd name="connsiteY8" fmla="*/ 87185 h 229615"/>
              <a:gd name="connsiteX9" fmla="*/ 618414 w 924217"/>
              <a:gd name="connsiteY9" fmla="*/ 87185 h 229615"/>
              <a:gd name="connsiteX10" fmla="*/ 636479 w 924217"/>
              <a:gd name="connsiteY10" fmla="*/ 71476 h 229615"/>
              <a:gd name="connsiteX11" fmla="*/ 636218 w 924217"/>
              <a:gd name="connsiteY11" fmla="*/ 71476 h 229615"/>
              <a:gd name="connsiteX12" fmla="*/ 636218 w 924217"/>
              <a:gd name="connsiteY12" fmla="*/ 66501 h 229615"/>
              <a:gd name="connsiteX13" fmla="*/ 618414 w 924217"/>
              <a:gd name="connsiteY13" fmla="*/ 50530 h 229615"/>
              <a:gd name="connsiteX14" fmla="*/ 306589 w 924217"/>
              <a:gd name="connsiteY14" fmla="*/ 49745 h 229615"/>
              <a:gd name="connsiteX15" fmla="*/ 306851 w 924217"/>
              <a:gd name="connsiteY15" fmla="*/ 87447 h 229615"/>
              <a:gd name="connsiteX16" fmla="*/ 386443 w 924217"/>
              <a:gd name="connsiteY16" fmla="*/ 87185 h 229615"/>
              <a:gd name="connsiteX17" fmla="*/ 402676 w 924217"/>
              <a:gd name="connsiteY17" fmla="*/ 68073 h 229615"/>
              <a:gd name="connsiteX18" fmla="*/ 386967 w 924217"/>
              <a:gd name="connsiteY18" fmla="*/ 49745 h 229615"/>
              <a:gd name="connsiteX19" fmla="*/ 386705 w 924217"/>
              <a:gd name="connsiteY19" fmla="*/ 49745 h 229615"/>
              <a:gd name="connsiteX20" fmla="*/ 386443 w 924217"/>
              <a:gd name="connsiteY20" fmla="*/ 49745 h 229615"/>
              <a:gd name="connsiteX21" fmla="*/ 484363 w 924217"/>
              <a:gd name="connsiteY21" fmla="*/ 261 h 229615"/>
              <a:gd name="connsiteX22" fmla="*/ 606108 w 924217"/>
              <a:gd name="connsiteY22" fmla="*/ 261 h 229615"/>
              <a:gd name="connsiteX23" fmla="*/ 688581 w 924217"/>
              <a:gd name="connsiteY23" fmla="*/ 60479 h 229615"/>
              <a:gd name="connsiteX24" fmla="*/ 654807 w 924217"/>
              <a:gd name="connsiteY24" fmla="*/ 111010 h 229615"/>
              <a:gd name="connsiteX25" fmla="*/ 687796 w 924217"/>
              <a:gd name="connsiteY25" fmla="*/ 155519 h 229615"/>
              <a:gd name="connsiteX26" fmla="*/ 687796 w 924217"/>
              <a:gd name="connsiteY26" fmla="*/ 229614 h 229615"/>
              <a:gd name="connsiteX27" fmla="*/ 633076 w 924217"/>
              <a:gd name="connsiteY27" fmla="*/ 229614 h 229615"/>
              <a:gd name="connsiteX28" fmla="*/ 633076 w 924217"/>
              <a:gd name="connsiteY28" fmla="*/ 169396 h 229615"/>
              <a:gd name="connsiteX29" fmla="*/ 601658 w 924217"/>
              <a:gd name="connsiteY29" fmla="*/ 136930 h 229615"/>
              <a:gd name="connsiteX30" fmla="*/ 540130 w 924217"/>
              <a:gd name="connsiteY30" fmla="*/ 136930 h 229615"/>
              <a:gd name="connsiteX31" fmla="*/ 540130 w 924217"/>
              <a:gd name="connsiteY31" fmla="*/ 229614 h 229615"/>
              <a:gd name="connsiteX32" fmla="*/ 484363 w 924217"/>
              <a:gd name="connsiteY32" fmla="*/ 229614 h 229615"/>
              <a:gd name="connsiteX33" fmla="*/ 722879 w 924217"/>
              <a:gd name="connsiteY33" fmla="*/ 0 h 229615"/>
              <a:gd name="connsiteX34" fmla="*/ 923955 w 924217"/>
              <a:gd name="connsiteY34" fmla="*/ 0 h 229615"/>
              <a:gd name="connsiteX35" fmla="*/ 923955 w 924217"/>
              <a:gd name="connsiteY35" fmla="*/ 50007 h 229615"/>
              <a:gd name="connsiteX36" fmla="*/ 778908 w 924217"/>
              <a:gd name="connsiteY36" fmla="*/ 50007 h 229615"/>
              <a:gd name="connsiteX37" fmla="*/ 779170 w 924217"/>
              <a:gd name="connsiteY37" fmla="*/ 86924 h 229615"/>
              <a:gd name="connsiteX38" fmla="*/ 909817 w 924217"/>
              <a:gd name="connsiteY38" fmla="*/ 86924 h 229615"/>
              <a:gd name="connsiteX39" fmla="*/ 909817 w 924217"/>
              <a:gd name="connsiteY39" fmla="*/ 137193 h 229615"/>
              <a:gd name="connsiteX40" fmla="*/ 779170 w 924217"/>
              <a:gd name="connsiteY40" fmla="*/ 137193 h 229615"/>
              <a:gd name="connsiteX41" fmla="*/ 779170 w 924217"/>
              <a:gd name="connsiteY41" fmla="*/ 177251 h 229615"/>
              <a:gd name="connsiteX42" fmla="*/ 924217 w 924217"/>
              <a:gd name="connsiteY42" fmla="*/ 177251 h 229615"/>
              <a:gd name="connsiteX43" fmla="*/ 924217 w 924217"/>
              <a:gd name="connsiteY43" fmla="*/ 229615 h 229615"/>
              <a:gd name="connsiteX44" fmla="*/ 723141 w 924217"/>
              <a:gd name="connsiteY44" fmla="*/ 229615 h 229615"/>
              <a:gd name="connsiteX45" fmla="*/ 722879 w 924217"/>
              <a:gd name="connsiteY45" fmla="*/ 0 h 229615"/>
              <a:gd name="connsiteX46" fmla="*/ 250298 w 924217"/>
              <a:gd name="connsiteY46" fmla="*/ 0 h 229615"/>
              <a:gd name="connsiteX47" fmla="*/ 369163 w 924217"/>
              <a:gd name="connsiteY47" fmla="*/ 0 h 229615"/>
              <a:gd name="connsiteX48" fmla="*/ 454254 w 924217"/>
              <a:gd name="connsiteY48" fmla="*/ 56815 h 229615"/>
              <a:gd name="connsiteX49" fmla="*/ 419956 w 924217"/>
              <a:gd name="connsiteY49" fmla="*/ 111011 h 229615"/>
              <a:gd name="connsiteX50" fmla="*/ 456611 w 924217"/>
              <a:gd name="connsiteY50" fmla="*/ 163113 h 229615"/>
              <a:gd name="connsiteX51" fmla="*/ 368902 w 924217"/>
              <a:gd name="connsiteY51" fmla="*/ 229091 h 229615"/>
              <a:gd name="connsiteX52" fmla="*/ 250298 w 924217"/>
              <a:gd name="connsiteY52" fmla="*/ 229091 h 229615"/>
              <a:gd name="connsiteX53" fmla="*/ 250298 w 924217"/>
              <a:gd name="connsiteY53" fmla="*/ 0 h 229615"/>
              <a:gd name="connsiteX54" fmla="*/ 213644 w 924217"/>
              <a:gd name="connsiteY54" fmla="*/ 0 h 229615"/>
              <a:gd name="connsiteX55" fmla="*/ 215476 w 924217"/>
              <a:gd name="connsiteY55" fmla="*/ 0 h 229615"/>
              <a:gd name="connsiteX56" fmla="*/ 215215 w 924217"/>
              <a:gd name="connsiteY56" fmla="*/ 52102 h 229615"/>
              <a:gd name="connsiteX57" fmla="*/ 213382 w 924217"/>
              <a:gd name="connsiteY57" fmla="*/ 52102 h 229615"/>
              <a:gd name="connsiteX58" fmla="*/ 109702 w 924217"/>
              <a:gd name="connsiteY58" fmla="*/ 53149 h 229615"/>
              <a:gd name="connsiteX59" fmla="*/ 54720 w 924217"/>
              <a:gd name="connsiteY59" fmla="*/ 112582 h 229615"/>
              <a:gd name="connsiteX60" fmla="*/ 111535 w 924217"/>
              <a:gd name="connsiteY60" fmla="*/ 173062 h 229615"/>
              <a:gd name="connsiteX61" fmla="*/ 213905 w 924217"/>
              <a:gd name="connsiteY61" fmla="*/ 174109 h 229615"/>
              <a:gd name="connsiteX62" fmla="*/ 216000 w 924217"/>
              <a:gd name="connsiteY62" fmla="*/ 174109 h 229615"/>
              <a:gd name="connsiteX63" fmla="*/ 215738 w 924217"/>
              <a:gd name="connsiteY63" fmla="*/ 229353 h 229615"/>
              <a:gd name="connsiteX64" fmla="*/ 213905 w 924217"/>
              <a:gd name="connsiteY64" fmla="*/ 229353 h 229615"/>
              <a:gd name="connsiteX65" fmla="*/ 145309 w 924217"/>
              <a:gd name="connsiteY65" fmla="*/ 229353 h 229615"/>
              <a:gd name="connsiteX66" fmla="*/ 126720 w 924217"/>
              <a:gd name="connsiteY66" fmla="*/ 229091 h 229615"/>
              <a:gd name="connsiteX67" fmla="*/ 64407 w 924217"/>
              <a:gd name="connsiteY67" fmla="*/ 216524 h 229615"/>
              <a:gd name="connsiteX68" fmla="*/ 1833 w 924217"/>
              <a:gd name="connsiteY68" fmla="*/ 137455 h 229615"/>
              <a:gd name="connsiteX69" fmla="*/ 0 w 924217"/>
              <a:gd name="connsiteY69" fmla="*/ 114415 h 229615"/>
              <a:gd name="connsiteX70" fmla="*/ 22516 w 924217"/>
              <a:gd name="connsiteY70" fmla="*/ 46080 h 229615"/>
              <a:gd name="connsiteX71" fmla="*/ 67811 w 924217"/>
              <a:gd name="connsiteY71" fmla="*/ 9687 h 229615"/>
              <a:gd name="connsiteX72" fmla="*/ 115462 w 924217"/>
              <a:gd name="connsiteY72" fmla="*/ 262 h 22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924217" h="229615">
                <a:moveTo>
                  <a:pt x="306851" y="137455"/>
                </a:moveTo>
                <a:lnTo>
                  <a:pt x="306851" y="175680"/>
                </a:lnTo>
                <a:lnTo>
                  <a:pt x="383040" y="175680"/>
                </a:lnTo>
                <a:cubicBezTo>
                  <a:pt x="393251" y="175680"/>
                  <a:pt x="402153" y="166778"/>
                  <a:pt x="402153" y="156305"/>
                </a:cubicBezTo>
                <a:cubicBezTo>
                  <a:pt x="402153" y="146618"/>
                  <a:pt x="394822" y="138502"/>
                  <a:pt x="385134" y="137455"/>
                </a:cubicBezTo>
                <a:lnTo>
                  <a:pt x="384873" y="137455"/>
                </a:lnTo>
                <a:lnTo>
                  <a:pt x="384611" y="137455"/>
                </a:lnTo>
                <a:close/>
                <a:moveTo>
                  <a:pt x="539868" y="50530"/>
                </a:moveTo>
                <a:lnTo>
                  <a:pt x="539868" y="87185"/>
                </a:lnTo>
                <a:lnTo>
                  <a:pt x="618414" y="87185"/>
                </a:lnTo>
                <a:cubicBezTo>
                  <a:pt x="627839" y="87185"/>
                  <a:pt x="635432" y="79068"/>
                  <a:pt x="636479" y="71476"/>
                </a:cubicBezTo>
                <a:lnTo>
                  <a:pt x="636218" y="71476"/>
                </a:lnTo>
                <a:lnTo>
                  <a:pt x="636218" y="66501"/>
                </a:lnTo>
                <a:cubicBezTo>
                  <a:pt x="635170" y="57337"/>
                  <a:pt x="627839" y="50530"/>
                  <a:pt x="618414" y="50530"/>
                </a:cubicBezTo>
                <a:close/>
                <a:moveTo>
                  <a:pt x="306589" y="49745"/>
                </a:moveTo>
                <a:lnTo>
                  <a:pt x="306851" y="87447"/>
                </a:lnTo>
                <a:lnTo>
                  <a:pt x="386443" y="87185"/>
                </a:lnTo>
                <a:cubicBezTo>
                  <a:pt x="395607" y="85876"/>
                  <a:pt x="402676" y="77236"/>
                  <a:pt x="402676" y="68073"/>
                </a:cubicBezTo>
                <a:cubicBezTo>
                  <a:pt x="402676" y="58909"/>
                  <a:pt x="396131" y="51316"/>
                  <a:pt x="386967" y="49745"/>
                </a:cubicBezTo>
                <a:lnTo>
                  <a:pt x="386705" y="49745"/>
                </a:lnTo>
                <a:lnTo>
                  <a:pt x="386443" y="49745"/>
                </a:lnTo>
                <a:close/>
                <a:moveTo>
                  <a:pt x="484363" y="261"/>
                </a:moveTo>
                <a:lnTo>
                  <a:pt x="606108" y="261"/>
                </a:lnTo>
                <a:cubicBezTo>
                  <a:pt x="645643" y="261"/>
                  <a:pt x="688319" y="10734"/>
                  <a:pt x="688581" y="60479"/>
                </a:cubicBezTo>
                <a:cubicBezTo>
                  <a:pt x="688581" y="100799"/>
                  <a:pt x="654807" y="111010"/>
                  <a:pt x="654807" y="111010"/>
                </a:cubicBezTo>
                <a:cubicBezTo>
                  <a:pt x="654807" y="111010"/>
                  <a:pt x="687796" y="121221"/>
                  <a:pt x="687796" y="155519"/>
                </a:cubicBezTo>
                <a:lnTo>
                  <a:pt x="687796" y="229614"/>
                </a:lnTo>
                <a:lnTo>
                  <a:pt x="633076" y="229614"/>
                </a:lnTo>
                <a:lnTo>
                  <a:pt x="633076" y="169396"/>
                </a:lnTo>
                <a:cubicBezTo>
                  <a:pt x="633076" y="151592"/>
                  <a:pt x="619199" y="137192"/>
                  <a:pt x="601658" y="136930"/>
                </a:cubicBezTo>
                <a:cubicBezTo>
                  <a:pt x="601658" y="136930"/>
                  <a:pt x="540130" y="136930"/>
                  <a:pt x="540130" y="136930"/>
                </a:cubicBezTo>
                <a:cubicBezTo>
                  <a:pt x="540130" y="136930"/>
                  <a:pt x="540130" y="223068"/>
                  <a:pt x="540130" y="229614"/>
                </a:cubicBezTo>
                <a:cubicBezTo>
                  <a:pt x="534370" y="229614"/>
                  <a:pt x="484363" y="229614"/>
                  <a:pt x="484363" y="229614"/>
                </a:cubicBezTo>
                <a:close/>
                <a:moveTo>
                  <a:pt x="722879" y="0"/>
                </a:moveTo>
                <a:lnTo>
                  <a:pt x="923955" y="0"/>
                </a:lnTo>
                <a:lnTo>
                  <a:pt x="923955" y="50007"/>
                </a:lnTo>
                <a:lnTo>
                  <a:pt x="778908" y="50007"/>
                </a:lnTo>
                <a:lnTo>
                  <a:pt x="779170" y="86924"/>
                </a:lnTo>
                <a:lnTo>
                  <a:pt x="909817" y="86924"/>
                </a:lnTo>
                <a:lnTo>
                  <a:pt x="909817" y="137193"/>
                </a:lnTo>
                <a:lnTo>
                  <a:pt x="779170" y="137193"/>
                </a:lnTo>
                <a:lnTo>
                  <a:pt x="779170" y="177251"/>
                </a:lnTo>
                <a:lnTo>
                  <a:pt x="924217" y="177251"/>
                </a:lnTo>
                <a:lnTo>
                  <a:pt x="924217" y="229615"/>
                </a:lnTo>
                <a:cubicBezTo>
                  <a:pt x="924217" y="229615"/>
                  <a:pt x="729948" y="229615"/>
                  <a:pt x="723141" y="229615"/>
                </a:cubicBezTo>
                <a:cubicBezTo>
                  <a:pt x="722879" y="223069"/>
                  <a:pt x="722879" y="0"/>
                  <a:pt x="722879" y="0"/>
                </a:cubicBezTo>
                <a:close/>
                <a:moveTo>
                  <a:pt x="250298" y="0"/>
                </a:moveTo>
                <a:lnTo>
                  <a:pt x="369163" y="0"/>
                </a:lnTo>
                <a:cubicBezTo>
                  <a:pt x="432785" y="0"/>
                  <a:pt x="454516" y="26444"/>
                  <a:pt x="454254" y="56815"/>
                </a:cubicBezTo>
                <a:cubicBezTo>
                  <a:pt x="454516" y="76713"/>
                  <a:pt x="449280" y="101324"/>
                  <a:pt x="419956" y="111011"/>
                </a:cubicBezTo>
                <a:cubicBezTo>
                  <a:pt x="419956" y="111011"/>
                  <a:pt x="456611" y="123316"/>
                  <a:pt x="456611" y="163113"/>
                </a:cubicBezTo>
                <a:cubicBezTo>
                  <a:pt x="456611" y="196102"/>
                  <a:pt x="433047" y="229091"/>
                  <a:pt x="368902" y="229091"/>
                </a:cubicBezTo>
                <a:cubicBezTo>
                  <a:pt x="368902" y="229091"/>
                  <a:pt x="256843" y="229091"/>
                  <a:pt x="250298" y="229091"/>
                </a:cubicBezTo>
                <a:cubicBezTo>
                  <a:pt x="250298" y="222545"/>
                  <a:pt x="250298" y="0"/>
                  <a:pt x="250298" y="0"/>
                </a:cubicBezTo>
                <a:close/>
                <a:moveTo>
                  <a:pt x="213644" y="0"/>
                </a:moveTo>
                <a:lnTo>
                  <a:pt x="215476" y="0"/>
                </a:lnTo>
                <a:lnTo>
                  <a:pt x="215215" y="52102"/>
                </a:lnTo>
                <a:lnTo>
                  <a:pt x="213382" y="52102"/>
                </a:lnTo>
                <a:cubicBezTo>
                  <a:pt x="212596" y="52102"/>
                  <a:pt x="125673" y="51055"/>
                  <a:pt x="109702" y="53149"/>
                </a:cubicBezTo>
                <a:cubicBezTo>
                  <a:pt x="76189" y="57600"/>
                  <a:pt x="54720" y="80902"/>
                  <a:pt x="54720" y="112582"/>
                </a:cubicBezTo>
                <a:cubicBezTo>
                  <a:pt x="54720" y="137978"/>
                  <a:pt x="69644" y="168873"/>
                  <a:pt x="111535" y="173062"/>
                </a:cubicBezTo>
                <a:cubicBezTo>
                  <a:pt x="137716" y="175680"/>
                  <a:pt x="213120" y="174109"/>
                  <a:pt x="213905" y="174109"/>
                </a:cubicBezTo>
                <a:lnTo>
                  <a:pt x="216000" y="174109"/>
                </a:lnTo>
                <a:lnTo>
                  <a:pt x="215738" y="229353"/>
                </a:lnTo>
                <a:lnTo>
                  <a:pt x="213905" y="229353"/>
                </a:lnTo>
                <a:cubicBezTo>
                  <a:pt x="213905" y="229353"/>
                  <a:pt x="145309" y="229353"/>
                  <a:pt x="145309" y="229353"/>
                </a:cubicBezTo>
                <a:cubicBezTo>
                  <a:pt x="145309" y="229353"/>
                  <a:pt x="126720" y="229091"/>
                  <a:pt x="126720" y="229091"/>
                </a:cubicBezTo>
                <a:cubicBezTo>
                  <a:pt x="92422" y="227258"/>
                  <a:pt x="75404" y="221498"/>
                  <a:pt x="64407" y="216524"/>
                </a:cubicBezTo>
                <a:cubicBezTo>
                  <a:pt x="31680" y="201076"/>
                  <a:pt x="8902" y="172276"/>
                  <a:pt x="1833" y="137455"/>
                </a:cubicBezTo>
                <a:cubicBezTo>
                  <a:pt x="524" y="129862"/>
                  <a:pt x="0" y="122269"/>
                  <a:pt x="0" y="114415"/>
                </a:cubicBezTo>
                <a:cubicBezTo>
                  <a:pt x="0" y="89542"/>
                  <a:pt x="7855" y="65978"/>
                  <a:pt x="22516" y="46080"/>
                </a:cubicBezTo>
                <a:cubicBezTo>
                  <a:pt x="34298" y="30371"/>
                  <a:pt x="49745" y="17804"/>
                  <a:pt x="67811" y="9687"/>
                </a:cubicBezTo>
                <a:cubicBezTo>
                  <a:pt x="86400" y="2095"/>
                  <a:pt x="104465" y="1047"/>
                  <a:pt x="115462" y="262"/>
                </a:cubicBezTo>
                <a:close/>
              </a:path>
            </a:pathLst>
          </a:custGeom>
          <a:solidFill>
            <a:schemeClr val="tx1"/>
          </a:solidFill>
          <a:ln w="2617" cap="flat">
            <a:noFill/>
            <a:prstDash val="solid"/>
            <a:miter/>
          </a:ln>
        </p:spPr>
        <p:txBody>
          <a:bodyPr wrap="square" rtlCol="0" anchor="ctr">
            <a:noAutofit/>
          </a:bodyPr>
          <a:lstStyle/>
          <a:p>
            <a:endParaRPr lang="en-GB" dirty="0"/>
          </a:p>
        </p:txBody>
      </p:sp>
      <p:cxnSp>
        <p:nvCxnSpPr>
          <p:cNvPr id="2" name="LoS - Fixed">
            <a:extLst>
              <a:ext uri="{FF2B5EF4-FFF2-40B4-BE49-F238E27FC236}">
                <a16:creationId xmlns:a16="http://schemas.microsoft.com/office/drawing/2014/main" id="{2E5F07F6-4620-C614-A3E1-F7D9BAB466F3}"/>
              </a:ext>
              <a:ext uri="{C183D7F6-B498-43B3-948B-1728B52AA6E4}">
                <adec:decorative xmlns:adec="http://schemas.microsoft.com/office/drawing/2017/decorative" val="1"/>
              </a:ext>
            </a:extLst>
          </p:cNvPr>
          <p:cNvCxnSpPr>
            <a:cxnSpLocks noGrp="1" noRot="1" noMove="1" noResize="1" noEditPoints="1" noAdjustHandles="1" noChangeArrowheads="1" noChangeShapeType="1"/>
          </p:cNvCxnSpPr>
          <p:nvPr userDrawn="1"/>
        </p:nvCxnSpPr>
        <p:spPr>
          <a:xfrm>
            <a:off x="503238" y="3999298"/>
            <a:ext cx="11183937" cy="0"/>
          </a:xfrm>
          <a:prstGeom prst="line">
            <a:avLst/>
          </a:prstGeom>
          <a:ln w="63500">
            <a:solidFill>
              <a:srgbClr val="17E88F"/>
            </a:solidFill>
          </a:ln>
        </p:spPr>
        <p:style>
          <a:lnRef idx="1">
            <a:schemeClr val="accent1"/>
          </a:lnRef>
          <a:fillRef idx="0">
            <a:schemeClr val="accent1"/>
          </a:fillRef>
          <a:effectRef idx="0">
            <a:schemeClr val="accent1"/>
          </a:effectRef>
          <a:fontRef idx="minor">
            <a:schemeClr val="tx1"/>
          </a:fontRef>
        </p:style>
      </p:cxnSp>
      <p:grpSp>
        <p:nvGrpSpPr>
          <p:cNvPr id="3" name="Text Styles Guidance">
            <a:extLst>
              <a:ext uri="{FF2B5EF4-FFF2-40B4-BE49-F238E27FC236}">
                <a16:creationId xmlns:a16="http://schemas.microsoft.com/office/drawing/2014/main" id="{1C32536C-8CC1-CC37-61E1-BB1158BFDE56}"/>
              </a:ext>
              <a:ext uri="{C183D7F6-B498-43B3-948B-1728B52AA6E4}">
                <adec:decorative xmlns:adec="http://schemas.microsoft.com/office/drawing/2017/decorative" val="1"/>
              </a:ext>
            </a:extLst>
          </p:cNvPr>
          <p:cNvGrpSpPr>
            <a:grpSpLocks noGrp="1" noUngrp="1" noRot="1" noMove="1" noResize="1"/>
          </p:cNvGrpSpPr>
          <p:nvPr userDrawn="1"/>
        </p:nvGrpSpPr>
        <p:grpSpPr>
          <a:xfrm>
            <a:off x="-2322513" y="452438"/>
            <a:ext cx="1969750" cy="1731874"/>
            <a:chOff x="-2322513" y="1484313"/>
            <a:chExt cx="1969750" cy="1731874"/>
          </a:xfrm>
        </p:grpSpPr>
        <p:grpSp>
          <p:nvGrpSpPr>
            <p:cNvPr id="4" name="Group 3">
              <a:extLst>
                <a:ext uri="{FF2B5EF4-FFF2-40B4-BE49-F238E27FC236}">
                  <a16:creationId xmlns:a16="http://schemas.microsoft.com/office/drawing/2014/main" id="{2C3148E9-3E19-4A94-933E-9DB2BF758F3D}"/>
                </a:ext>
              </a:extLst>
            </p:cNvPr>
            <p:cNvGrpSpPr>
              <a:grpSpLocks noGrp="1" noUngrp="1" noRot="1" noMove="1" noResize="1"/>
            </p:cNvGrpSpPr>
            <p:nvPr userDrawn="1"/>
          </p:nvGrpSpPr>
          <p:grpSpPr>
            <a:xfrm>
              <a:off x="-2317919" y="1484313"/>
              <a:ext cx="1960563" cy="1231106"/>
              <a:chOff x="-2322513" y="195104"/>
              <a:chExt cx="1960563" cy="1231106"/>
            </a:xfrm>
          </p:grpSpPr>
          <p:sp>
            <p:nvSpPr>
              <p:cNvPr id="13" name="Guidance">
                <a:extLst>
                  <a:ext uri="{FF2B5EF4-FFF2-40B4-BE49-F238E27FC236}">
                    <a16:creationId xmlns:a16="http://schemas.microsoft.com/office/drawing/2014/main" id="{03F39F97-35D8-29E7-DCAB-F1C5D52A68D0}"/>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441325"/>
                <a:ext cx="1960563" cy="984885"/>
              </a:xfrm>
              <a:prstGeom prst="rect">
                <a:avLst/>
              </a:prstGeom>
              <a:solidFill>
                <a:srgbClr val="C0D4CB"/>
              </a:solidFill>
            </p:spPr>
            <p:txBody>
              <a:bodyPr wrap="square" lIns="72000" rIns="72000" rtlCol="0">
                <a:noAutofit/>
              </a:bodyPr>
              <a:lstStyle/>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Each text frame has nine pre-formatted styles defined for you to use.</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r>
                  <a:rPr kumimoji="0" lang="en-GB" sz="800" b="0" i="0" u="none" strike="noStrike" kern="1200" cap="none" spc="0" normalizeH="0" baseline="0" noProof="0" dirty="0">
                    <a:ln>
                      <a:noFill/>
                    </a:ln>
                    <a:solidFill>
                      <a:srgbClr val="012A2D"/>
                    </a:solidFill>
                    <a:effectLst/>
                    <a:uLnTx/>
                    <a:uFillTx/>
                    <a:latin typeface="Calibre"/>
                  </a:rPr>
                  <a:t>To access the styles, use the Increase/Decrease List Level commands found in Home &gt; Paragraph tools:</a:t>
                </a:r>
              </a:p>
              <a:p>
                <a:pPr marL="0" marR="0" lvl="0" indent="0" algn="l"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800" b="0" i="0" u="none" strike="noStrike" kern="1200" cap="none" spc="0" normalizeH="0" baseline="0" noProof="0" dirty="0">
                  <a:ln>
                    <a:noFill/>
                  </a:ln>
                  <a:solidFill>
                    <a:srgbClr val="012A2D"/>
                  </a:solidFill>
                  <a:effectLst/>
                  <a:uLnTx/>
                  <a:uFillTx/>
                  <a:latin typeface="Calibre"/>
                </a:endParaRPr>
              </a:p>
            </p:txBody>
          </p:sp>
          <p:sp>
            <p:nvSpPr>
              <p:cNvPr id="14" name="Guidance">
                <a:extLst>
                  <a:ext uri="{FF2B5EF4-FFF2-40B4-BE49-F238E27FC236}">
                    <a16:creationId xmlns:a16="http://schemas.microsoft.com/office/drawing/2014/main" id="{FD3B6935-7FDB-0FA0-15E6-605E8E49E1B4}"/>
                  </a:ext>
                  <a:ext uri="{C183D7F6-B498-43B3-948B-1728B52AA6E4}">
                    <adec:decorative xmlns:adec="http://schemas.microsoft.com/office/drawing/2017/decorative" val="1"/>
                  </a:ext>
                </a:extLst>
              </p:cNvPr>
              <p:cNvSpPr txBox="1">
                <a:spLocks noGrp="1" noRot="1" noMove="1" noResize="1" noEditPoints="1" noAdjustHandles="1" noChangeArrowheads="1" noChangeShapeType="1"/>
              </p:cNvSpPr>
              <p:nvPr userDrawn="1"/>
            </p:nvSpPr>
            <p:spPr>
              <a:xfrm>
                <a:off x="-2322513" y="195104"/>
                <a:ext cx="1960563" cy="246221"/>
              </a:xfrm>
              <a:prstGeom prst="rect">
                <a:avLst/>
              </a:prstGeom>
              <a:solidFill>
                <a:srgbClr val="003F2D"/>
              </a:solidFill>
            </p:spPr>
            <p:txBody>
              <a:bodyPr wrap="square" lIns="72000" rIns="72000" rtlCol="0">
                <a:noAutofit/>
              </a:bodyPr>
              <a:lstStyle/>
              <a:p>
                <a:pPr marL="0" marR="0" lvl="5"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dirty="0">
                    <a:ln>
                      <a:noFill/>
                    </a:ln>
                    <a:solidFill>
                      <a:srgbClr val="FFFFFF"/>
                    </a:solidFill>
                    <a:effectLst/>
                    <a:uLnTx/>
                    <a:uFillTx/>
                  </a:rPr>
                  <a:t>Text styles</a:t>
                </a:r>
              </a:p>
            </p:txBody>
          </p:sp>
        </p:grpSp>
        <p:grpSp>
          <p:nvGrpSpPr>
            <p:cNvPr id="5" name="Group 4">
              <a:extLst>
                <a:ext uri="{FF2B5EF4-FFF2-40B4-BE49-F238E27FC236}">
                  <a16:creationId xmlns:a16="http://schemas.microsoft.com/office/drawing/2014/main" id="{1CE79810-6D02-8C87-A758-66FB022AB42C}"/>
                </a:ext>
              </a:extLst>
            </p:cNvPr>
            <p:cNvGrpSpPr>
              <a:grpSpLocks noGrp="1" noUngrp="1" noRot="1" noMove="1" noResize="1"/>
            </p:cNvGrpSpPr>
            <p:nvPr userDrawn="1"/>
          </p:nvGrpSpPr>
          <p:grpSpPr>
            <a:xfrm>
              <a:off x="-2322513" y="2655826"/>
              <a:ext cx="1969750" cy="560361"/>
              <a:chOff x="3911096" y="2800206"/>
              <a:chExt cx="4420607" cy="1257587"/>
            </a:xfrm>
          </p:grpSpPr>
          <p:pic>
            <p:nvPicPr>
              <p:cNvPr id="9" name="Picture 8">
                <a:extLst>
                  <a:ext uri="{FF2B5EF4-FFF2-40B4-BE49-F238E27FC236}">
                    <a16:creationId xmlns:a16="http://schemas.microsoft.com/office/drawing/2014/main" id="{65A9DFAF-20C8-2EE9-73E4-BA2C8F51F6E2}"/>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3911096" y="2800206"/>
                <a:ext cx="4420607" cy="1257587"/>
              </a:xfrm>
              <a:prstGeom prst="rect">
                <a:avLst/>
              </a:prstGeom>
            </p:spPr>
          </p:pic>
          <p:sp>
            <p:nvSpPr>
              <p:cNvPr id="11" name="Rectangle 10">
                <a:extLst>
                  <a:ext uri="{FF2B5EF4-FFF2-40B4-BE49-F238E27FC236}">
                    <a16:creationId xmlns:a16="http://schemas.microsoft.com/office/drawing/2014/main" id="{407BB0FE-C203-A6FB-C49F-CC64B92523C9}"/>
                  </a:ext>
                </a:extLst>
              </p:cNvPr>
              <p:cNvSpPr>
                <a:spLocks noGrp="1" noRot="1" noMove="1" noResize="1" noEditPoints="1" noAdjustHandles="1" noChangeArrowheads="1" noChangeShapeType="1"/>
              </p:cNvSpPr>
              <p:nvPr/>
            </p:nvSpPr>
            <p:spPr>
              <a:xfrm>
                <a:off x="5074444" y="2959894"/>
                <a:ext cx="669131" cy="285750"/>
              </a:xfrm>
              <a:prstGeom prst="rect">
                <a:avLst/>
              </a:prstGeom>
              <a:noFill/>
              <a:ln w="6350" cap="flat" cmpd="sng" algn="ctr">
                <a:solidFill>
                  <a:srgbClr val="FF0000"/>
                </a:solidFill>
                <a:prstDash val="solid"/>
                <a:miter lim="800000"/>
              </a:ln>
              <a:effectLst/>
            </p:spPr>
            <p:txBody>
              <a:bodyPr rtlCol="0" anchor="ctr">
                <a:noAutofit/>
              </a:bodyPr>
              <a:lstStyle/>
              <a:p>
                <a:pPr marL="0" marR="0" lvl="0" indent="0" algn="ctr" defTabSz="914400" rtl="0" eaLnBrk="1" fontAlgn="auto" latinLnBrk="0" hangingPunct="1">
                  <a:lnSpc>
                    <a:spcPct val="100000"/>
                  </a:lnSpc>
                  <a:spcBef>
                    <a:spcPts val="300"/>
                  </a:spcBef>
                  <a:spcAft>
                    <a:spcPts val="300"/>
                  </a:spcAft>
                  <a:buClrTx/>
                  <a:buSzTx/>
                  <a:buFont typeface="Arial" panose="020B0604020202020204" pitchFamily="34" charset="0"/>
                  <a:buNone/>
                  <a:tabLst/>
                  <a:defRPr/>
                </a:pPr>
                <a:endParaRPr kumimoji="0" lang="en-GB" sz="1200" b="0" i="0" u="none" strike="noStrike" kern="1200" cap="none" spc="0" normalizeH="0" baseline="0" noProof="0" dirty="0">
                  <a:ln>
                    <a:noFill/>
                  </a:ln>
                  <a:solidFill>
                    <a:srgbClr val="FFFFFF"/>
                  </a:solidFill>
                  <a:effectLst/>
                  <a:uLnTx/>
                  <a:uFillTx/>
                  <a:latin typeface="Calibre"/>
                  <a:ea typeface="+mn-ea"/>
                  <a:cs typeface="+mn-cs"/>
                </a:endParaRPr>
              </a:p>
            </p:txBody>
          </p:sp>
        </p:grpSp>
      </p:grpSp>
    </p:spTree>
    <p:extLst>
      <p:ext uri="{BB962C8B-B14F-4D97-AF65-F5344CB8AC3E}">
        <p14:creationId xmlns:p14="http://schemas.microsoft.com/office/powerpoint/2010/main" val="3703155280"/>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Title Placeholder 1">
            <a:extLst>
              <a:ext uri="{FF2B5EF4-FFF2-40B4-BE49-F238E27FC236}">
                <a16:creationId xmlns:a16="http://schemas.microsoft.com/office/drawing/2014/main" id="{A9727837-E2B5-42C2-9C90-3857161612D6}"/>
              </a:ext>
            </a:extLst>
          </p:cNvPr>
          <p:cNvSpPr>
            <a:spLocks noGrp="1"/>
          </p:cNvSpPr>
          <p:nvPr userDrawn="1">
            <p:ph type="title"/>
          </p:nvPr>
        </p:nvSpPr>
        <p:spPr>
          <a:xfrm>
            <a:off x="511176" y="1601788"/>
            <a:ext cx="2971800" cy="1150615"/>
          </a:xfrm>
          <a:prstGeom prst="rect">
            <a:avLst/>
          </a:prstGeom>
        </p:spPr>
        <p:txBody>
          <a:bodyPr vert="horz" lIns="0" tIns="0" rIns="0" bIns="0" rtlCol="0" anchor="t">
            <a:noAutofit/>
          </a:bodyPr>
          <a:lstStyle/>
          <a:p>
            <a:r>
              <a:rPr lang="en-GB"/>
              <a:t>Click to edit Master title style</a:t>
            </a:r>
            <a:endParaRPr lang="en-GB" dirty="0"/>
          </a:p>
        </p:txBody>
      </p:sp>
      <p:sp>
        <p:nvSpPr>
          <p:cNvPr id="18" name="Text Placeholder 1">
            <a:extLst>
              <a:ext uri="{FF2B5EF4-FFF2-40B4-BE49-F238E27FC236}">
                <a16:creationId xmlns:a16="http://schemas.microsoft.com/office/drawing/2014/main" id="{2593EE55-8927-4040-B221-77F9998365E8}"/>
              </a:ext>
            </a:extLst>
          </p:cNvPr>
          <p:cNvSpPr>
            <a:spLocks noGrp="1"/>
          </p:cNvSpPr>
          <p:nvPr userDrawn="1">
            <p:ph type="body" idx="1"/>
          </p:nvPr>
        </p:nvSpPr>
        <p:spPr>
          <a:xfrm>
            <a:off x="4095689" y="452438"/>
            <a:ext cx="7585136" cy="5951537"/>
          </a:xfrm>
          <a:prstGeom prst="rect">
            <a:avLst/>
          </a:prstGeom>
        </p:spPr>
        <p:txBody>
          <a:bodyPr vert="horz" lIns="0" tIns="0" rIns="0" bIns="0" rtlCol="0">
            <a:noAutofit/>
          </a:bodyPr>
          <a:lstStyle/>
          <a:p>
            <a:pPr lvl="0"/>
            <a:r>
              <a:rPr lang="en-GB" dirty="0"/>
              <a:t>Heading 1</a:t>
            </a:r>
          </a:p>
          <a:p>
            <a:pPr lvl="1"/>
            <a:r>
              <a:rPr lang="en-GB" dirty="0"/>
              <a:t>Heading 2</a:t>
            </a:r>
          </a:p>
          <a:p>
            <a:pPr lvl="2"/>
            <a:r>
              <a:rPr lang="en-GB" dirty="0"/>
              <a:t>Body Copy</a:t>
            </a:r>
          </a:p>
          <a:p>
            <a:pPr lvl="3"/>
            <a:r>
              <a:rPr lang="en-GB" dirty="0"/>
              <a:t>Body Bullet</a:t>
            </a:r>
          </a:p>
          <a:p>
            <a:pPr lvl="4"/>
            <a:r>
              <a:rPr lang="en-GB" dirty="0"/>
              <a:t>Body Bullet 2</a:t>
            </a:r>
          </a:p>
          <a:p>
            <a:pPr lvl="5"/>
            <a:r>
              <a:rPr lang="en-GB" dirty="0"/>
              <a:t>Heading 3</a:t>
            </a:r>
          </a:p>
          <a:p>
            <a:pPr lvl="6"/>
            <a:r>
              <a:rPr lang="en-GB" dirty="0"/>
              <a:t>Caption</a:t>
            </a:r>
          </a:p>
          <a:p>
            <a:pPr lvl="7"/>
            <a:r>
              <a:rPr lang="en-GB" dirty="0"/>
              <a:t>Caption copy</a:t>
            </a:r>
          </a:p>
          <a:p>
            <a:pPr lvl="8"/>
            <a:r>
              <a:rPr lang="en-GB" dirty="0"/>
              <a:t>Caption bullet</a:t>
            </a:r>
          </a:p>
        </p:txBody>
      </p:sp>
      <p:sp>
        <p:nvSpPr>
          <p:cNvPr id="6" name="Footer">
            <a:extLst>
              <a:ext uri="{FF2B5EF4-FFF2-40B4-BE49-F238E27FC236}">
                <a16:creationId xmlns:a16="http://schemas.microsoft.com/office/drawing/2014/main" id="{F635EDC6-6E44-4FEB-ADC2-DD75954004E7}"/>
              </a:ext>
              <a:ext uri="{C183D7F6-B498-43B3-948B-1728B52AA6E4}">
                <adec:decorative xmlns:adec="http://schemas.microsoft.com/office/drawing/2017/decorative" val="1"/>
              </a:ext>
            </a:extLst>
          </p:cNvPr>
          <p:cNvSpPr txBox="1"/>
          <p:nvPr userDrawn="1"/>
        </p:nvSpPr>
        <p:spPr>
          <a:xfrm>
            <a:off x="518991" y="6479922"/>
            <a:ext cx="2448000" cy="123111"/>
          </a:xfrm>
          <a:prstGeom prst="rect">
            <a:avLst/>
          </a:prstGeom>
          <a:noFill/>
        </p:spPr>
        <p:txBody>
          <a:bodyPr wrap="square" lIns="0" tIns="0" rIns="0" bIns="0">
            <a:spAutoFit/>
          </a:bodyPr>
          <a:lstStyle/>
          <a:p>
            <a:pPr marL="0" algn="l" defTabSz="914400" rtl="0" eaLnBrk="1" latinLnBrk="0" hangingPunct="1"/>
            <a:r>
              <a:rPr lang="en-GB" sz="800" b="0" kern="1200" cap="none" baseline="0" dirty="0">
                <a:solidFill>
                  <a:schemeClr val="tx1"/>
                </a:solidFill>
                <a:latin typeface="+mn-lt"/>
                <a:ea typeface="+mn-ea"/>
                <a:cs typeface="+mn-cs"/>
              </a:rPr>
              <a:t>Confidential &amp; Proprietary | © </a:t>
            </a:r>
            <a:fld id="{B068ACA0-8C9F-4E58-A054-F52B2223E874}" type="datetimeyyyy">
              <a:rPr lang="en-GB" sz="800" b="0" kern="1200" cap="none" baseline="0" smtClean="0">
                <a:solidFill>
                  <a:schemeClr val="tx1"/>
                </a:solidFill>
                <a:latin typeface="+mn-lt"/>
                <a:ea typeface="+mn-ea"/>
                <a:cs typeface="+mn-cs"/>
              </a:rPr>
              <a:pPr marL="0" algn="l" defTabSz="914400" rtl="0" eaLnBrk="1" latinLnBrk="0" hangingPunct="1"/>
              <a:t>2025</a:t>
            </a:fld>
            <a:r>
              <a:rPr lang="en-GB" sz="800" b="0" kern="1200" cap="none" baseline="0" dirty="0">
                <a:solidFill>
                  <a:schemeClr val="tx1"/>
                </a:solidFill>
                <a:latin typeface="+mn-lt"/>
                <a:ea typeface="+mn-ea"/>
                <a:cs typeface="+mn-cs"/>
              </a:rPr>
              <a:t> CBRE, Inc.</a:t>
            </a:r>
          </a:p>
        </p:txBody>
      </p:sp>
      <p:sp>
        <p:nvSpPr>
          <p:cNvPr id="7" name="Slide Number">
            <a:extLst>
              <a:ext uri="{FF2B5EF4-FFF2-40B4-BE49-F238E27FC236}">
                <a16:creationId xmlns:a16="http://schemas.microsoft.com/office/drawing/2014/main" id="{E58E7509-6F56-4384-96C9-87A36BA2BC0F}"/>
              </a:ext>
              <a:ext uri="{C183D7F6-B498-43B3-948B-1728B52AA6E4}">
                <adec:decorative xmlns:adec="http://schemas.microsoft.com/office/drawing/2017/decorative" val="1"/>
              </a:ext>
            </a:extLst>
          </p:cNvPr>
          <p:cNvSpPr txBox="1"/>
          <p:nvPr userDrawn="1"/>
        </p:nvSpPr>
        <p:spPr>
          <a:xfrm>
            <a:off x="9234403" y="6479922"/>
            <a:ext cx="2448000" cy="123111"/>
          </a:xfrm>
          <a:prstGeom prst="rect">
            <a:avLst/>
          </a:prstGeom>
          <a:noFill/>
        </p:spPr>
        <p:txBody>
          <a:bodyPr wrap="square" lIns="0" tIns="0" rIns="0" bIns="0">
            <a:spAutoFit/>
          </a:bodyPr>
          <a:lstStyle/>
          <a:p>
            <a:pPr marL="0" algn="r" defTabSz="914400" rtl="0" eaLnBrk="1" latinLnBrk="0" hangingPunct="1"/>
            <a:fld id="{1C89B4D1-E1CE-4E79-B913-C04DDECCCBCD}" type="slidenum">
              <a:rPr lang="en-GB" sz="800" b="0" kern="1200" cap="none" baseline="0" smtClean="0">
                <a:solidFill>
                  <a:schemeClr val="tx1"/>
                </a:solidFill>
                <a:latin typeface="+mn-lt"/>
                <a:ea typeface="+mn-ea"/>
                <a:cs typeface="+mn-cs"/>
              </a:rPr>
              <a:pPr marL="0" algn="r" defTabSz="914400" rtl="0" eaLnBrk="1" latinLnBrk="0" hangingPunct="1"/>
              <a:t>‹#›</a:t>
            </a:fld>
            <a:endParaRPr lang="en-GB" sz="800" b="0" kern="1200" cap="none" baseline="0" dirty="0">
              <a:solidFill>
                <a:schemeClr val="tx1"/>
              </a:solidFill>
              <a:latin typeface="+mn-lt"/>
              <a:ea typeface="+mn-ea"/>
              <a:cs typeface="+mn-cs"/>
            </a:endParaRPr>
          </a:p>
        </p:txBody>
      </p:sp>
      <p:grpSp>
        <p:nvGrpSpPr>
          <p:cNvPr id="247" name="Grid Buddy 2.0" hidden="1">
            <a:extLst>
              <a:ext uri="{FF2B5EF4-FFF2-40B4-BE49-F238E27FC236}">
                <a16:creationId xmlns:a16="http://schemas.microsoft.com/office/drawing/2014/main" id="{6253557D-8BA8-DB52-FF85-A812AA9DEB3E}"/>
              </a:ext>
              <a:ext uri="{C183D7F6-B498-43B3-948B-1728B52AA6E4}">
                <adec:decorative xmlns:adec="http://schemas.microsoft.com/office/drawing/2017/decorative" val="1"/>
              </a:ext>
            </a:extLst>
          </p:cNvPr>
          <p:cNvGrpSpPr>
            <a:grpSpLocks noGrp="1" noUngrp="1" noRot="1" noMove="1" noResize="1"/>
          </p:cNvGrpSpPr>
          <p:nvPr userDrawn="1"/>
        </p:nvGrpSpPr>
        <p:grpSpPr>
          <a:xfrm>
            <a:off x="-1" y="-1101852"/>
            <a:ext cx="12700255" cy="8655870"/>
            <a:chOff x="-1" y="-1101852"/>
            <a:chExt cx="12700255" cy="8655870"/>
          </a:xfrm>
        </p:grpSpPr>
        <p:grpSp>
          <p:nvGrpSpPr>
            <p:cNvPr id="26" name="BOTTOM RULER">
              <a:extLst>
                <a:ext uri="{FF2B5EF4-FFF2-40B4-BE49-F238E27FC236}">
                  <a16:creationId xmlns:a16="http://schemas.microsoft.com/office/drawing/2014/main" id="{4D38CD8C-2C17-D218-93FB-0A1C8E27F9CA}"/>
                </a:ext>
                <a:ext uri="{C183D7F6-B498-43B3-948B-1728B52AA6E4}">
                  <adec:decorative xmlns:adec="http://schemas.microsoft.com/office/drawing/2017/decorative" val="1"/>
                </a:ext>
              </a:extLst>
            </p:cNvPr>
            <p:cNvGrpSpPr>
              <a:grpSpLocks noGrp="1" noUngrp="1" noRot="1" noMove="1" noResize="1"/>
            </p:cNvGrpSpPr>
            <p:nvPr userDrawn="1"/>
          </p:nvGrpSpPr>
          <p:grpSpPr>
            <a:xfrm>
              <a:off x="0" y="6977946"/>
              <a:ext cx="12191991" cy="576072"/>
              <a:chOff x="0" y="6977946"/>
              <a:chExt cx="12191991" cy="576072"/>
            </a:xfrm>
          </p:grpSpPr>
          <p:sp>
            <p:nvSpPr>
              <p:cNvPr id="342" name="Rectangle 341">
                <a:extLst>
                  <a:ext uri="{FF2B5EF4-FFF2-40B4-BE49-F238E27FC236}">
                    <a16:creationId xmlns:a16="http://schemas.microsoft.com/office/drawing/2014/main" id="{EB93C678-614C-454B-9F72-5DC02AD9F82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0" y="6977946"/>
                <a:ext cx="12191991" cy="576072"/>
              </a:xfrm>
              <a:prstGeom prst="rect">
                <a:avLst/>
              </a:prstGeom>
              <a:solidFill>
                <a:srgbClr val="FFFFFF">
                  <a:alpha val="30000"/>
                </a:srgbClr>
              </a:solidFill>
              <a:ln w="25400" cap="flat" cmpd="sng" algn="ctr">
                <a:noFill/>
                <a:prstDash val="solid"/>
              </a:ln>
              <a:effectLst/>
            </p:spPr>
            <p:txBody>
              <a:bodyPr rtlCol="0" anchor="ctr"/>
              <a:lstStyle/>
              <a:p>
                <a:pPr marL="0" marR="0" lvl="0" indent="0" algn="ctr" defTabSz="871317" eaLnBrk="1" fontAlgn="auto" latinLnBrk="0" hangingPunct="1">
                  <a:lnSpc>
                    <a:spcPct val="100000"/>
                  </a:lnSpc>
                  <a:spcBef>
                    <a:spcPts val="0"/>
                  </a:spcBef>
                  <a:spcAft>
                    <a:spcPts val="0"/>
                  </a:spcAft>
                  <a:buClrTx/>
                  <a:buSzTx/>
                  <a:buFontTx/>
                  <a:buNone/>
                  <a:tabLst/>
                  <a:defRPr/>
                </a:pPr>
                <a:endParaRPr kumimoji="0" lang="en-GB" sz="1715" b="0" i="0" u="none" strike="noStrike" kern="0" cap="none" spc="0" normalizeH="0" baseline="0" noProof="0" dirty="0">
                  <a:ln>
                    <a:noFill/>
                  </a:ln>
                  <a:solidFill>
                    <a:prstClr val="white"/>
                  </a:solidFill>
                  <a:effectLst/>
                  <a:uLnTx/>
                  <a:uFillTx/>
                  <a:latin typeface="Arial Narrow" panose="020B0606020202030204" pitchFamily="34" charset="0"/>
                  <a:ea typeface="+mn-ea"/>
                  <a:cs typeface="+mn-cs"/>
                </a:endParaRPr>
              </a:p>
            </p:txBody>
          </p:sp>
          <p:grpSp>
            <p:nvGrpSpPr>
              <p:cNvPr id="3" name="Group 2">
                <a:extLst>
                  <a:ext uri="{FF2B5EF4-FFF2-40B4-BE49-F238E27FC236}">
                    <a16:creationId xmlns:a16="http://schemas.microsoft.com/office/drawing/2014/main" id="{607BC45E-A3B3-928F-9A7F-5C686A3F75B2}"/>
                  </a:ext>
                </a:extLst>
              </p:cNvPr>
              <p:cNvGrpSpPr>
                <a:grpSpLocks noGrp="1" noUngrp="1" noRot="1" noMove="1" noResize="1"/>
              </p:cNvGrpSpPr>
              <p:nvPr userDrawn="1"/>
            </p:nvGrpSpPr>
            <p:grpSpPr>
              <a:xfrm>
                <a:off x="511175" y="7434126"/>
                <a:ext cx="11168063" cy="54864"/>
                <a:chOff x="511175" y="7434126"/>
                <a:chExt cx="11168063" cy="54864"/>
              </a:xfrm>
            </p:grpSpPr>
            <p:sp>
              <p:nvSpPr>
                <p:cNvPr id="360" name="Rectangle 359">
                  <a:extLst>
                    <a:ext uri="{FF2B5EF4-FFF2-40B4-BE49-F238E27FC236}">
                      <a16:creationId xmlns:a16="http://schemas.microsoft.com/office/drawing/2014/main" id="{D2924E4D-109A-4FF1-B165-149C0C8DB05E}"/>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511175" y="7434126"/>
                  <a:ext cx="5533467" cy="54864"/>
                </a:xfrm>
                <a:prstGeom prst="rect">
                  <a:avLst/>
                </a:prstGeom>
                <a:gradFill flip="none" rotWithShape="1">
                  <a:gsLst>
                    <a:gs pos="0">
                      <a:srgbClr val="3E7CA6">
                        <a:alpha val="10000"/>
                      </a:srgbClr>
                    </a:gs>
                    <a:gs pos="50000">
                      <a:srgbClr val="3E7CA6">
                        <a:alpha val="20000"/>
                      </a:srgbClr>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0" rIns="0" bIns="18288" rtlCol="0" anchor="ctr" anchorCtr="0"/>
                <a:lstStyle/>
                <a:p>
                  <a:pPr lvl="0" algn="l">
                    <a:spcAft>
                      <a:spcPts val="300"/>
                    </a:spcAft>
                  </a:pPr>
                  <a:r>
                    <a:rPr lang="en-GB" sz="1050" dirty="0">
                      <a:solidFill>
                        <a:srgbClr val="3E7CA6"/>
                      </a:solidFill>
                      <a:latin typeface="Calibre Medium" panose="020B0603030202060203" pitchFamily="34" charset="0"/>
                    </a:rPr>
                    <a:t>1/2 = 6.05” / 15.37 cm</a:t>
                  </a:r>
                </a:p>
              </p:txBody>
            </p:sp>
            <p:sp>
              <p:nvSpPr>
                <p:cNvPr id="361" name="Rectangle 360">
                  <a:extLst>
                    <a:ext uri="{FF2B5EF4-FFF2-40B4-BE49-F238E27FC236}">
                      <a16:creationId xmlns:a16="http://schemas.microsoft.com/office/drawing/2014/main" id="{E557CE4E-1758-4C80-95DC-F1BA07C7A284}"/>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6145771" y="7434126"/>
                  <a:ext cx="5533467" cy="54864"/>
                </a:xfrm>
                <a:prstGeom prst="rect">
                  <a:avLst/>
                </a:prstGeom>
                <a:gradFill flip="none" rotWithShape="1">
                  <a:gsLst>
                    <a:gs pos="0">
                      <a:srgbClr val="3E7CA6">
                        <a:alpha val="10000"/>
                      </a:srgbClr>
                    </a:gs>
                    <a:gs pos="50000">
                      <a:srgbClr val="3E7CA6">
                        <a:alpha val="20000"/>
                      </a:srgbClr>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0" rIns="0" bIns="18288" rtlCol="0" anchor="ctr" anchorCtr="0"/>
                <a:lstStyle/>
                <a:p>
                  <a:pPr lvl="0" algn="l">
                    <a:spcAft>
                      <a:spcPts val="300"/>
                    </a:spcAft>
                  </a:pPr>
                  <a:endParaRPr lang="en-GB" sz="1050" dirty="0">
                    <a:solidFill>
                      <a:srgbClr val="3E7CA6"/>
                    </a:solidFill>
                    <a:latin typeface="Calibre Medium" panose="020B0603030202060203" pitchFamily="34" charset="0"/>
                  </a:endParaRPr>
                </a:p>
              </p:txBody>
            </p:sp>
          </p:grpSp>
          <p:grpSp>
            <p:nvGrpSpPr>
              <p:cNvPr id="23" name="Group 22">
                <a:extLst>
                  <a:ext uri="{FF2B5EF4-FFF2-40B4-BE49-F238E27FC236}">
                    <a16:creationId xmlns:a16="http://schemas.microsoft.com/office/drawing/2014/main" id="{D0E4F580-3C04-55BA-0093-7C3F45ED7EB5}"/>
                  </a:ext>
                </a:extLst>
              </p:cNvPr>
              <p:cNvGrpSpPr>
                <a:grpSpLocks noGrp="1" noUngrp="1" noRot="1" noMove="1" noResize="1"/>
              </p:cNvGrpSpPr>
              <p:nvPr userDrawn="1"/>
            </p:nvGrpSpPr>
            <p:grpSpPr>
              <a:xfrm>
                <a:off x="511175" y="7303742"/>
                <a:ext cx="10656888" cy="54864"/>
                <a:chOff x="511175" y="7303742"/>
                <a:chExt cx="10656888" cy="54864"/>
              </a:xfrm>
            </p:grpSpPr>
            <p:sp>
              <p:nvSpPr>
                <p:cNvPr id="357" name="Rectangle 356">
                  <a:extLst>
                    <a:ext uri="{FF2B5EF4-FFF2-40B4-BE49-F238E27FC236}">
                      <a16:creationId xmlns:a16="http://schemas.microsoft.com/office/drawing/2014/main" id="{6A6B30C3-B12A-45E8-818E-616322CE96A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511175" y="7303742"/>
                  <a:ext cx="3484562" cy="54864"/>
                </a:xfrm>
                <a:prstGeom prst="rect">
                  <a:avLst/>
                </a:prstGeom>
                <a:gradFill>
                  <a:gsLst>
                    <a:gs pos="20000">
                      <a:srgbClr val="435254">
                        <a:alpha val="10000"/>
                      </a:srgbClr>
                    </a:gs>
                    <a:gs pos="62000">
                      <a:srgbClr val="435254">
                        <a:alpha val="20000"/>
                      </a:srgb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18288" rtlCol="0" anchor="ctr" anchorCtr="0"/>
                <a:lstStyle/>
                <a:p>
                  <a:pPr lvl="0" algn="l">
                    <a:spcAft>
                      <a:spcPts val="300"/>
                    </a:spcAft>
                  </a:pPr>
                  <a:r>
                    <a:rPr lang="en-GB" sz="1050" dirty="0">
                      <a:solidFill>
                        <a:schemeClr val="tx1"/>
                      </a:solidFill>
                      <a:latin typeface="Calibre Medium" panose="020B0603030202060203" pitchFamily="34" charset="0"/>
                    </a:rPr>
                    <a:t>1/3 = 3.81” / 9.68 cm</a:t>
                  </a:r>
                </a:p>
              </p:txBody>
            </p:sp>
            <p:sp>
              <p:nvSpPr>
                <p:cNvPr id="358" name="Rectangle 357">
                  <a:extLst>
                    <a:ext uri="{FF2B5EF4-FFF2-40B4-BE49-F238E27FC236}">
                      <a16:creationId xmlns:a16="http://schemas.microsoft.com/office/drawing/2014/main" id="{9B8007E8-7732-435C-8A7E-4EF40E9FD16A}"/>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4097338" y="7303742"/>
                  <a:ext cx="3484562" cy="54864"/>
                </a:xfrm>
                <a:prstGeom prst="rect">
                  <a:avLst/>
                </a:prstGeom>
                <a:gradFill>
                  <a:gsLst>
                    <a:gs pos="20000">
                      <a:srgbClr val="435254">
                        <a:alpha val="10000"/>
                      </a:srgbClr>
                    </a:gs>
                    <a:gs pos="62000">
                      <a:srgbClr val="435254">
                        <a:alpha val="20000"/>
                      </a:srgb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18288" rtlCol="0" anchor="ctr" anchorCtr="0"/>
                <a:lstStyle/>
                <a:p>
                  <a:pPr lvl="0" algn="l">
                    <a:spcAft>
                      <a:spcPts val="300"/>
                    </a:spcAft>
                  </a:pPr>
                  <a:endParaRPr lang="en-GB" sz="1050" dirty="0">
                    <a:solidFill>
                      <a:schemeClr val="tx1"/>
                    </a:solidFill>
                    <a:latin typeface="Calibre Medium" panose="020B0603030202060203" pitchFamily="34" charset="0"/>
                  </a:endParaRPr>
                </a:p>
              </p:txBody>
            </p:sp>
            <p:sp>
              <p:nvSpPr>
                <p:cNvPr id="359" name="Rectangle 358">
                  <a:extLst>
                    <a:ext uri="{FF2B5EF4-FFF2-40B4-BE49-F238E27FC236}">
                      <a16:creationId xmlns:a16="http://schemas.microsoft.com/office/drawing/2014/main" id="{5DAE70A1-8DE5-4291-B7C8-395C41615B07}"/>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7683501" y="7303742"/>
                  <a:ext cx="3484562" cy="54864"/>
                </a:xfrm>
                <a:prstGeom prst="rect">
                  <a:avLst/>
                </a:prstGeom>
                <a:gradFill>
                  <a:gsLst>
                    <a:gs pos="20000">
                      <a:srgbClr val="435254">
                        <a:alpha val="10000"/>
                      </a:srgbClr>
                    </a:gs>
                    <a:gs pos="62000">
                      <a:srgbClr val="435254">
                        <a:alpha val="20000"/>
                      </a:srgb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18288" rtlCol="0" anchor="ctr" anchorCtr="0"/>
                <a:lstStyle/>
                <a:p>
                  <a:pPr lvl="0" algn="l">
                    <a:spcAft>
                      <a:spcPts val="300"/>
                    </a:spcAft>
                  </a:pPr>
                  <a:endParaRPr lang="en-GB" sz="1050" dirty="0">
                    <a:solidFill>
                      <a:schemeClr val="tx1"/>
                    </a:solidFill>
                    <a:latin typeface="Calibre Medium" panose="020B0603030202060203" pitchFamily="34" charset="0"/>
                  </a:endParaRPr>
                </a:p>
              </p:txBody>
            </p:sp>
          </p:grpSp>
          <p:grpSp>
            <p:nvGrpSpPr>
              <p:cNvPr id="24" name="Group 23">
                <a:extLst>
                  <a:ext uri="{FF2B5EF4-FFF2-40B4-BE49-F238E27FC236}">
                    <a16:creationId xmlns:a16="http://schemas.microsoft.com/office/drawing/2014/main" id="{B0702D42-0AA0-C0CE-F627-07600C34DB27}"/>
                  </a:ext>
                </a:extLst>
              </p:cNvPr>
              <p:cNvGrpSpPr>
                <a:grpSpLocks noGrp="1" noUngrp="1" noRot="1" noMove="1" noResize="1"/>
              </p:cNvGrpSpPr>
              <p:nvPr userDrawn="1"/>
            </p:nvGrpSpPr>
            <p:grpSpPr>
              <a:xfrm>
                <a:off x="511175" y="7173358"/>
                <a:ext cx="10145425" cy="54864"/>
                <a:chOff x="511175" y="7173358"/>
                <a:chExt cx="10145425" cy="54864"/>
              </a:xfrm>
            </p:grpSpPr>
            <p:sp>
              <p:nvSpPr>
                <p:cNvPr id="353" name="Rectangle 352">
                  <a:extLst>
                    <a:ext uri="{FF2B5EF4-FFF2-40B4-BE49-F238E27FC236}">
                      <a16:creationId xmlns:a16="http://schemas.microsoft.com/office/drawing/2014/main" id="{E14F47AB-9517-49F6-9BC1-943BAE70D7A0}"/>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511175" y="7173358"/>
                  <a:ext cx="2457450" cy="54864"/>
                </a:xfrm>
                <a:prstGeom prst="rect">
                  <a:avLst/>
                </a:prstGeom>
                <a:gradFill>
                  <a:gsLst>
                    <a:gs pos="20000">
                      <a:srgbClr val="A388BF">
                        <a:alpha val="10000"/>
                      </a:srgbClr>
                    </a:gs>
                    <a:gs pos="50000">
                      <a:srgbClr val="A388BF">
                        <a:alpha val="20000"/>
                      </a:srgb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18288" rtlCol="0" anchor="ctr" anchorCtr="0"/>
                <a:lstStyle/>
                <a:p>
                  <a:pPr lvl="0" algn="l">
                    <a:spcAft>
                      <a:spcPts val="300"/>
                    </a:spcAft>
                  </a:pPr>
                  <a:r>
                    <a:rPr lang="en-GB" sz="1050" dirty="0">
                      <a:solidFill>
                        <a:srgbClr val="885073"/>
                      </a:solidFill>
                      <a:latin typeface="Calibre Medium" panose="020B0603030202060203" pitchFamily="34" charset="0"/>
                    </a:rPr>
                    <a:t>1/4 = 2.69” / 6.83 cm</a:t>
                  </a:r>
                </a:p>
              </p:txBody>
            </p:sp>
            <p:sp>
              <p:nvSpPr>
                <p:cNvPr id="206" name="Rectangle 205">
                  <a:extLst>
                    <a:ext uri="{FF2B5EF4-FFF2-40B4-BE49-F238E27FC236}">
                      <a16:creationId xmlns:a16="http://schemas.microsoft.com/office/drawing/2014/main" id="{7BB9E822-17F5-4ACA-96AC-AD97EAAC3EB4}"/>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3073833" y="7173358"/>
                  <a:ext cx="2457450" cy="54864"/>
                </a:xfrm>
                <a:prstGeom prst="rect">
                  <a:avLst/>
                </a:prstGeom>
                <a:gradFill>
                  <a:gsLst>
                    <a:gs pos="20000">
                      <a:srgbClr val="A388BF">
                        <a:alpha val="10000"/>
                      </a:srgbClr>
                    </a:gs>
                    <a:gs pos="50000">
                      <a:srgbClr val="A388BF">
                        <a:alpha val="20000"/>
                      </a:srgb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18288" rtlCol="0" anchor="ctr" anchorCtr="0"/>
                <a:lstStyle/>
                <a:p>
                  <a:pPr lvl="0" algn="l">
                    <a:spcAft>
                      <a:spcPts val="300"/>
                    </a:spcAft>
                  </a:pPr>
                  <a:endParaRPr lang="en-GB" sz="1050" dirty="0">
                    <a:solidFill>
                      <a:srgbClr val="885073"/>
                    </a:solidFill>
                    <a:latin typeface="Calibre Medium" panose="020B0603030202060203" pitchFamily="34" charset="0"/>
                  </a:endParaRPr>
                </a:p>
              </p:txBody>
            </p:sp>
            <p:sp>
              <p:nvSpPr>
                <p:cNvPr id="207" name="Rectangle 206">
                  <a:extLst>
                    <a:ext uri="{FF2B5EF4-FFF2-40B4-BE49-F238E27FC236}">
                      <a16:creationId xmlns:a16="http://schemas.microsoft.com/office/drawing/2014/main" id="{07942AB1-52C2-4422-9D39-D93776150E3B}"/>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5636491" y="7173358"/>
                  <a:ext cx="2457450" cy="54864"/>
                </a:xfrm>
                <a:prstGeom prst="rect">
                  <a:avLst/>
                </a:prstGeom>
                <a:gradFill>
                  <a:gsLst>
                    <a:gs pos="20000">
                      <a:srgbClr val="A388BF">
                        <a:alpha val="10000"/>
                      </a:srgbClr>
                    </a:gs>
                    <a:gs pos="50000">
                      <a:srgbClr val="A388BF">
                        <a:alpha val="20000"/>
                      </a:srgb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18288" rtlCol="0" anchor="ctr" anchorCtr="0"/>
                <a:lstStyle/>
                <a:p>
                  <a:pPr lvl="0" algn="l">
                    <a:spcAft>
                      <a:spcPts val="300"/>
                    </a:spcAft>
                  </a:pPr>
                  <a:endParaRPr lang="en-GB" sz="1050" dirty="0">
                    <a:solidFill>
                      <a:srgbClr val="885073"/>
                    </a:solidFill>
                    <a:latin typeface="Calibre Medium" panose="020B0603030202060203" pitchFamily="34" charset="0"/>
                  </a:endParaRPr>
                </a:p>
              </p:txBody>
            </p:sp>
            <p:sp>
              <p:nvSpPr>
                <p:cNvPr id="208" name="Rectangle 207">
                  <a:extLst>
                    <a:ext uri="{FF2B5EF4-FFF2-40B4-BE49-F238E27FC236}">
                      <a16:creationId xmlns:a16="http://schemas.microsoft.com/office/drawing/2014/main" id="{A0D2AC96-C1E5-437B-BC76-60BD8BEBEB0E}"/>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8199150" y="7173358"/>
                  <a:ext cx="2457450" cy="54864"/>
                </a:xfrm>
                <a:prstGeom prst="rect">
                  <a:avLst/>
                </a:prstGeom>
                <a:gradFill>
                  <a:gsLst>
                    <a:gs pos="20000">
                      <a:srgbClr val="A388BF">
                        <a:alpha val="10000"/>
                      </a:srgbClr>
                    </a:gs>
                    <a:gs pos="50000">
                      <a:srgbClr val="A388BF">
                        <a:alpha val="20000"/>
                      </a:srgb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18288" rtlCol="0" anchor="ctr" anchorCtr="0"/>
                <a:lstStyle/>
                <a:p>
                  <a:pPr lvl="0" algn="l">
                    <a:spcAft>
                      <a:spcPts val="300"/>
                    </a:spcAft>
                  </a:pPr>
                  <a:endParaRPr lang="en-GB" sz="1050" dirty="0">
                    <a:solidFill>
                      <a:srgbClr val="885073"/>
                    </a:solidFill>
                    <a:latin typeface="Calibre Medium" panose="020B0603030202060203" pitchFamily="34" charset="0"/>
                  </a:endParaRPr>
                </a:p>
              </p:txBody>
            </p:sp>
          </p:grpSp>
          <p:grpSp>
            <p:nvGrpSpPr>
              <p:cNvPr id="25" name="Group 24">
                <a:extLst>
                  <a:ext uri="{FF2B5EF4-FFF2-40B4-BE49-F238E27FC236}">
                    <a16:creationId xmlns:a16="http://schemas.microsoft.com/office/drawing/2014/main" id="{666511D1-9BF5-647F-C70E-E6735DDFAF63}"/>
                  </a:ext>
                </a:extLst>
              </p:cNvPr>
              <p:cNvGrpSpPr>
                <a:grpSpLocks noGrp="1" noUngrp="1" noRot="1" noMove="1" noResize="1"/>
              </p:cNvGrpSpPr>
              <p:nvPr userDrawn="1"/>
            </p:nvGrpSpPr>
            <p:grpSpPr>
              <a:xfrm>
                <a:off x="511173" y="7042974"/>
                <a:ext cx="10145715" cy="54864"/>
                <a:chOff x="511173" y="7042974"/>
                <a:chExt cx="10145715" cy="54864"/>
              </a:xfrm>
            </p:grpSpPr>
            <p:sp>
              <p:nvSpPr>
                <p:cNvPr id="348" name="Rectangle 347">
                  <a:extLst>
                    <a:ext uri="{FF2B5EF4-FFF2-40B4-BE49-F238E27FC236}">
                      <a16:creationId xmlns:a16="http://schemas.microsoft.com/office/drawing/2014/main" id="{6FD6198B-89D4-4599-9984-049000E8A992}"/>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511173" y="7042974"/>
                  <a:ext cx="1947672" cy="54864"/>
                </a:xfrm>
                <a:prstGeom prst="rect">
                  <a:avLst/>
                </a:prstGeom>
                <a:gradFill>
                  <a:gsLst>
                    <a:gs pos="20000">
                      <a:srgbClr val="D2785A">
                        <a:alpha val="10000"/>
                      </a:srgbClr>
                    </a:gs>
                    <a:gs pos="65000">
                      <a:srgbClr val="D2785A">
                        <a:alpha val="20000"/>
                      </a:srgb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0" rIns="0" bIns="18288" rtlCol="0" anchor="ctr" anchorCtr="0"/>
                <a:lstStyle/>
                <a:p>
                  <a:pPr lvl="0" algn="l">
                    <a:spcAft>
                      <a:spcPts val="300"/>
                    </a:spcAft>
                  </a:pPr>
                  <a:r>
                    <a:rPr lang="en-GB" sz="1050" dirty="0">
                      <a:solidFill>
                        <a:srgbClr val="D2785A"/>
                      </a:solidFill>
                      <a:latin typeface="Calibre Medium" panose="020B0603030202060203" pitchFamily="34" charset="0"/>
                    </a:rPr>
                    <a:t>1/5 = 2.13” / 5.41 cm</a:t>
                  </a:r>
                </a:p>
              </p:txBody>
            </p:sp>
            <p:sp>
              <p:nvSpPr>
                <p:cNvPr id="349" name="Rectangle 348">
                  <a:extLst>
                    <a:ext uri="{FF2B5EF4-FFF2-40B4-BE49-F238E27FC236}">
                      <a16:creationId xmlns:a16="http://schemas.microsoft.com/office/drawing/2014/main" id="{8496B313-A6A0-40A3-A49C-2CA437660C77}"/>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6659706" y="7042974"/>
                  <a:ext cx="1947672" cy="54864"/>
                </a:xfrm>
                <a:prstGeom prst="rect">
                  <a:avLst/>
                </a:prstGeom>
                <a:gradFill>
                  <a:gsLst>
                    <a:gs pos="20000">
                      <a:srgbClr val="D2785A">
                        <a:alpha val="10000"/>
                      </a:srgbClr>
                    </a:gs>
                    <a:gs pos="65000">
                      <a:srgbClr val="D2785A">
                        <a:alpha val="20000"/>
                      </a:srgb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0" rIns="0" bIns="18288" rtlCol="0" anchor="ctr" anchorCtr="0"/>
                <a:lstStyle/>
                <a:p>
                  <a:pPr lvl="0" algn="l">
                    <a:spcAft>
                      <a:spcPts val="300"/>
                    </a:spcAft>
                  </a:pPr>
                  <a:endParaRPr lang="en-GB" sz="1050" dirty="0">
                    <a:solidFill>
                      <a:srgbClr val="D2785A"/>
                    </a:solidFill>
                    <a:latin typeface="Calibre Medium" panose="020B0603030202060203" pitchFamily="34" charset="0"/>
                  </a:endParaRPr>
                </a:p>
              </p:txBody>
            </p:sp>
            <p:sp>
              <p:nvSpPr>
                <p:cNvPr id="350" name="Rectangle 349">
                  <a:extLst>
                    <a:ext uri="{FF2B5EF4-FFF2-40B4-BE49-F238E27FC236}">
                      <a16:creationId xmlns:a16="http://schemas.microsoft.com/office/drawing/2014/main" id="{1833EDF0-6232-4468-AD67-BE4687B1AA78}"/>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2560684" y="7042974"/>
                  <a:ext cx="1947672" cy="54864"/>
                </a:xfrm>
                <a:prstGeom prst="rect">
                  <a:avLst/>
                </a:prstGeom>
                <a:gradFill>
                  <a:gsLst>
                    <a:gs pos="20000">
                      <a:srgbClr val="D2785A">
                        <a:alpha val="10000"/>
                      </a:srgbClr>
                    </a:gs>
                    <a:gs pos="65000">
                      <a:srgbClr val="D2785A">
                        <a:alpha val="20000"/>
                      </a:srgb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0" rIns="0" bIns="18288" rtlCol="0" anchor="ctr" anchorCtr="0"/>
                <a:lstStyle/>
                <a:p>
                  <a:pPr lvl="0" algn="l">
                    <a:spcAft>
                      <a:spcPts val="300"/>
                    </a:spcAft>
                  </a:pPr>
                  <a:endParaRPr lang="en-GB" sz="1050" dirty="0">
                    <a:solidFill>
                      <a:srgbClr val="D2785A"/>
                    </a:solidFill>
                    <a:latin typeface="Calibre Medium" panose="020B0603030202060203" pitchFamily="34" charset="0"/>
                  </a:endParaRPr>
                </a:p>
              </p:txBody>
            </p:sp>
            <p:sp>
              <p:nvSpPr>
                <p:cNvPr id="351" name="Rectangle 350">
                  <a:extLst>
                    <a:ext uri="{FF2B5EF4-FFF2-40B4-BE49-F238E27FC236}">
                      <a16:creationId xmlns:a16="http://schemas.microsoft.com/office/drawing/2014/main" id="{A8BDB860-6409-4B19-A6F1-120487B17D9C}"/>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8709216" y="7042974"/>
                  <a:ext cx="1947672" cy="54864"/>
                </a:xfrm>
                <a:prstGeom prst="rect">
                  <a:avLst/>
                </a:prstGeom>
                <a:gradFill>
                  <a:gsLst>
                    <a:gs pos="20000">
                      <a:srgbClr val="D2785A">
                        <a:alpha val="10000"/>
                      </a:srgbClr>
                    </a:gs>
                    <a:gs pos="65000">
                      <a:srgbClr val="D2785A">
                        <a:alpha val="20000"/>
                      </a:srgb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0" rIns="0" bIns="18288" rtlCol="0" anchor="ctr" anchorCtr="0"/>
                <a:lstStyle/>
                <a:p>
                  <a:pPr lvl="0" algn="l">
                    <a:spcAft>
                      <a:spcPts val="300"/>
                    </a:spcAft>
                  </a:pPr>
                  <a:endParaRPr lang="en-GB" sz="1050" dirty="0">
                    <a:solidFill>
                      <a:srgbClr val="D2785A"/>
                    </a:solidFill>
                    <a:latin typeface="Calibre Medium" panose="020B0603030202060203" pitchFamily="34" charset="0"/>
                  </a:endParaRPr>
                </a:p>
              </p:txBody>
            </p:sp>
            <p:sp>
              <p:nvSpPr>
                <p:cNvPr id="352" name="Rectangle 351">
                  <a:extLst>
                    <a:ext uri="{FF2B5EF4-FFF2-40B4-BE49-F238E27FC236}">
                      <a16:creationId xmlns:a16="http://schemas.microsoft.com/office/drawing/2014/main" id="{EE523920-DCCF-45C6-9746-E74EEDDAF20F}"/>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4610195" y="7042974"/>
                  <a:ext cx="1947672" cy="54864"/>
                </a:xfrm>
                <a:prstGeom prst="rect">
                  <a:avLst/>
                </a:prstGeom>
                <a:gradFill>
                  <a:gsLst>
                    <a:gs pos="20000">
                      <a:srgbClr val="D2785A">
                        <a:alpha val="10000"/>
                      </a:srgbClr>
                    </a:gs>
                    <a:gs pos="65000">
                      <a:srgbClr val="D2785A">
                        <a:alpha val="20000"/>
                      </a:srgb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0" rIns="0" bIns="18288" rtlCol="0" anchor="ctr" anchorCtr="0"/>
                <a:lstStyle/>
                <a:p>
                  <a:pPr lvl="0" algn="l">
                    <a:spcAft>
                      <a:spcPts val="300"/>
                    </a:spcAft>
                  </a:pPr>
                  <a:endParaRPr lang="en-GB" sz="1050" dirty="0">
                    <a:solidFill>
                      <a:srgbClr val="D2785A"/>
                    </a:solidFill>
                    <a:latin typeface="Calibre Medium" panose="020B0603030202060203" pitchFamily="34" charset="0"/>
                  </a:endParaRPr>
                </a:p>
              </p:txBody>
            </p:sp>
          </p:grpSp>
        </p:grpSp>
        <p:grpSp>
          <p:nvGrpSpPr>
            <p:cNvPr id="235" name="SIDE RULER">
              <a:extLst>
                <a:ext uri="{FF2B5EF4-FFF2-40B4-BE49-F238E27FC236}">
                  <a16:creationId xmlns:a16="http://schemas.microsoft.com/office/drawing/2014/main" id="{22F2F258-C7E3-BB84-CDE7-58F63CFA8303}"/>
                </a:ext>
                <a:ext uri="{C183D7F6-B498-43B3-948B-1728B52AA6E4}">
                  <adec:decorative xmlns:adec="http://schemas.microsoft.com/office/drawing/2017/decorative" val="1"/>
                </a:ext>
              </a:extLst>
            </p:cNvPr>
            <p:cNvGrpSpPr>
              <a:grpSpLocks noGrp="1" noUngrp="1" noRot="1" noMove="1" noResize="1"/>
            </p:cNvGrpSpPr>
            <p:nvPr userDrawn="1"/>
          </p:nvGrpSpPr>
          <p:grpSpPr>
            <a:xfrm>
              <a:off x="12268200" y="0"/>
              <a:ext cx="432054" cy="6858000"/>
              <a:chOff x="12268200" y="0"/>
              <a:chExt cx="432054" cy="6858000"/>
            </a:xfrm>
          </p:grpSpPr>
          <p:sp>
            <p:nvSpPr>
              <p:cNvPr id="163" name="Rectangle 162">
                <a:extLst>
                  <a:ext uri="{FF2B5EF4-FFF2-40B4-BE49-F238E27FC236}">
                    <a16:creationId xmlns:a16="http://schemas.microsoft.com/office/drawing/2014/main" id="{190E0F78-E45D-4CDD-8505-9B4AA1A3E697}"/>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12268200" y="0"/>
                <a:ext cx="432054" cy="6858000"/>
              </a:xfrm>
              <a:prstGeom prst="rect">
                <a:avLst/>
              </a:prstGeom>
              <a:solidFill>
                <a:srgbClr val="FFFFFF">
                  <a:alpha val="30000"/>
                </a:srgbClr>
              </a:solidFill>
              <a:ln w="25400" cap="flat" cmpd="sng" algn="ctr">
                <a:noFill/>
                <a:prstDash val="solid"/>
              </a:ln>
              <a:effectLst/>
            </p:spPr>
            <p:txBody>
              <a:bodyPr rtlCol="0" anchor="ctr"/>
              <a:lstStyle/>
              <a:p>
                <a:pPr marL="0" marR="0" lvl="0" indent="0" algn="ctr" defTabSz="871317" eaLnBrk="1" fontAlgn="auto" latinLnBrk="0" hangingPunct="1">
                  <a:lnSpc>
                    <a:spcPct val="100000"/>
                  </a:lnSpc>
                  <a:spcBef>
                    <a:spcPts val="0"/>
                  </a:spcBef>
                  <a:spcAft>
                    <a:spcPts val="0"/>
                  </a:spcAft>
                  <a:buClrTx/>
                  <a:buSzTx/>
                  <a:buFontTx/>
                  <a:buNone/>
                  <a:tabLst/>
                  <a:defRPr/>
                </a:pPr>
                <a:endParaRPr kumimoji="0" lang="en-GB" sz="1715" b="0" i="0" u="none" strike="noStrike" kern="0" cap="none" spc="0" normalizeH="0" baseline="0" noProof="0" dirty="0">
                  <a:ln>
                    <a:noFill/>
                  </a:ln>
                  <a:solidFill>
                    <a:prstClr val="white"/>
                  </a:solidFill>
                  <a:effectLst/>
                  <a:uLnTx/>
                  <a:uFillTx/>
                  <a:latin typeface="Arial Narrow" panose="020B0606020202030204" pitchFamily="34" charset="0"/>
                  <a:ea typeface="+mn-ea"/>
                  <a:cs typeface="+mn-cs"/>
                </a:endParaRPr>
              </a:p>
            </p:txBody>
          </p:sp>
          <p:grpSp>
            <p:nvGrpSpPr>
              <p:cNvPr id="232" name="Group 231">
                <a:extLst>
                  <a:ext uri="{FF2B5EF4-FFF2-40B4-BE49-F238E27FC236}">
                    <a16:creationId xmlns:a16="http://schemas.microsoft.com/office/drawing/2014/main" id="{38CC2755-0A58-A700-6468-43FE2BD81757}"/>
                  </a:ext>
                  <a:ext uri="{C183D7F6-B498-43B3-948B-1728B52AA6E4}">
                    <adec:decorative xmlns:adec="http://schemas.microsoft.com/office/drawing/2017/decorative" val="1"/>
                  </a:ext>
                </a:extLst>
              </p:cNvPr>
              <p:cNvGrpSpPr>
                <a:grpSpLocks noGrp="1" noUngrp="1" noRot="1" noMove="1" noResize="1"/>
              </p:cNvGrpSpPr>
              <p:nvPr userDrawn="1"/>
            </p:nvGrpSpPr>
            <p:grpSpPr>
              <a:xfrm>
                <a:off x="12353925" y="452438"/>
                <a:ext cx="45720" cy="5952553"/>
                <a:chOff x="12353925" y="452438"/>
                <a:chExt cx="45720" cy="5952553"/>
              </a:xfrm>
            </p:grpSpPr>
            <p:sp>
              <p:nvSpPr>
                <p:cNvPr id="182" name="Rectangle 181">
                  <a:extLst>
                    <a:ext uri="{FF2B5EF4-FFF2-40B4-BE49-F238E27FC236}">
                      <a16:creationId xmlns:a16="http://schemas.microsoft.com/office/drawing/2014/main" id="{9F5B5F3D-0B35-4349-ADA0-33FAD316D94E}"/>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12353925" y="452438"/>
                  <a:ext cx="45720" cy="423862"/>
                </a:xfrm>
                <a:prstGeom prst="rect">
                  <a:avLst/>
                </a:prstGeom>
                <a:solidFill>
                  <a:srgbClr val="CBCDCB">
                    <a:alpha val="6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r">
                    <a:spcAft>
                      <a:spcPts val="300"/>
                    </a:spcAft>
                  </a:pPr>
                  <a:r>
                    <a:rPr lang="en-GB" sz="1200" dirty="0">
                      <a:solidFill>
                        <a:srgbClr val="7F8480"/>
                      </a:solidFill>
                    </a:rPr>
                    <a:t>1</a:t>
                  </a:r>
                </a:p>
              </p:txBody>
            </p:sp>
            <p:sp>
              <p:nvSpPr>
                <p:cNvPr id="183" name="Rectangle 182">
                  <a:extLst>
                    <a:ext uri="{FF2B5EF4-FFF2-40B4-BE49-F238E27FC236}">
                      <a16:creationId xmlns:a16="http://schemas.microsoft.com/office/drawing/2014/main" id="{4BD4A19E-D97E-4226-B52B-9C07A8435FB7}"/>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12353925" y="975268"/>
                  <a:ext cx="45720" cy="523331"/>
                </a:xfrm>
                <a:prstGeom prst="rect">
                  <a:avLst/>
                </a:prstGeom>
                <a:solidFill>
                  <a:srgbClr val="CBCDCB">
                    <a:alpha val="6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lvl="0" algn="r">
                    <a:spcAft>
                      <a:spcPts val="300"/>
                    </a:spcAft>
                  </a:pPr>
                  <a:r>
                    <a:rPr lang="en-GB" sz="1200" dirty="0">
                      <a:solidFill>
                        <a:srgbClr val="7F8480"/>
                      </a:solidFill>
                    </a:rPr>
                    <a:t>2</a:t>
                  </a:r>
                </a:p>
              </p:txBody>
            </p:sp>
            <p:sp>
              <p:nvSpPr>
                <p:cNvPr id="184" name="Rectangle 183">
                  <a:extLst>
                    <a:ext uri="{FF2B5EF4-FFF2-40B4-BE49-F238E27FC236}">
                      <a16:creationId xmlns:a16="http://schemas.microsoft.com/office/drawing/2014/main" id="{671F0CCC-094F-4A08-9733-C53BC0F0A70F}"/>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12353925" y="1607324"/>
                  <a:ext cx="45720" cy="521208"/>
                </a:xfrm>
                <a:prstGeom prst="rect">
                  <a:avLst/>
                </a:prstGeom>
                <a:solidFill>
                  <a:srgbClr val="CBCDCB">
                    <a:alpha val="6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lvl="0" algn="r">
                    <a:spcAft>
                      <a:spcPts val="300"/>
                    </a:spcAft>
                  </a:pPr>
                  <a:r>
                    <a:rPr lang="en-GB" sz="1200" dirty="0">
                      <a:solidFill>
                        <a:srgbClr val="7F8480"/>
                      </a:solidFill>
                    </a:rPr>
                    <a:t>3</a:t>
                  </a:r>
                </a:p>
              </p:txBody>
            </p:sp>
            <p:sp>
              <p:nvSpPr>
                <p:cNvPr id="185" name="Rectangle 184">
                  <a:extLst>
                    <a:ext uri="{FF2B5EF4-FFF2-40B4-BE49-F238E27FC236}">
                      <a16:creationId xmlns:a16="http://schemas.microsoft.com/office/drawing/2014/main" id="{349A839C-39DA-4601-93EB-DB5D3B5C3F0F}"/>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12353925" y="2231781"/>
                  <a:ext cx="41148" cy="521208"/>
                </a:xfrm>
                <a:prstGeom prst="rect">
                  <a:avLst/>
                </a:prstGeom>
                <a:solidFill>
                  <a:srgbClr val="CBCDCB">
                    <a:alpha val="6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lvl="0" algn="r">
                    <a:spcAft>
                      <a:spcPts val="300"/>
                    </a:spcAft>
                  </a:pPr>
                  <a:r>
                    <a:rPr lang="en-GB" sz="1200" dirty="0">
                      <a:solidFill>
                        <a:srgbClr val="7F8480"/>
                      </a:solidFill>
                    </a:rPr>
                    <a:t>4</a:t>
                  </a:r>
                </a:p>
              </p:txBody>
            </p:sp>
            <p:sp>
              <p:nvSpPr>
                <p:cNvPr id="186" name="Rectangle 185">
                  <a:extLst>
                    <a:ext uri="{FF2B5EF4-FFF2-40B4-BE49-F238E27FC236}">
                      <a16:creationId xmlns:a16="http://schemas.microsoft.com/office/drawing/2014/main" id="{58834469-9F6F-40BB-A748-8EFDC504F355}"/>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12353925" y="2856238"/>
                  <a:ext cx="41148" cy="521208"/>
                </a:xfrm>
                <a:prstGeom prst="rect">
                  <a:avLst/>
                </a:prstGeom>
                <a:solidFill>
                  <a:srgbClr val="CBCDCB">
                    <a:alpha val="6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lvl="0" algn="r">
                    <a:spcAft>
                      <a:spcPts val="300"/>
                    </a:spcAft>
                  </a:pPr>
                  <a:r>
                    <a:rPr lang="en-GB" sz="1200" dirty="0">
                      <a:solidFill>
                        <a:srgbClr val="7F8480"/>
                      </a:solidFill>
                    </a:rPr>
                    <a:t>5</a:t>
                  </a:r>
                </a:p>
              </p:txBody>
            </p:sp>
            <p:sp>
              <p:nvSpPr>
                <p:cNvPr id="188" name="Rectangle 187">
                  <a:extLst>
                    <a:ext uri="{FF2B5EF4-FFF2-40B4-BE49-F238E27FC236}">
                      <a16:creationId xmlns:a16="http://schemas.microsoft.com/office/drawing/2014/main" id="{B03A0A85-E2C7-4DD7-882E-DB24E10CD465}"/>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12353925" y="3480695"/>
                  <a:ext cx="41148" cy="521208"/>
                </a:xfrm>
                <a:prstGeom prst="rect">
                  <a:avLst/>
                </a:prstGeom>
                <a:solidFill>
                  <a:srgbClr val="CBCDCB">
                    <a:alpha val="6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lvl="0" algn="r">
                    <a:spcAft>
                      <a:spcPts val="300"/>
                    </a:spcAft>
                  </a:pPr>
                  <a:r>
                    <a:rPr lang="en-GB" sz="1200" dirty="0">
                      <a:solidFill>
                        <a:srgbClr val="7F8480"/>
                      </a:solidFill>
                    </a:rPr>
                    <a:t>6</a:t>
                  </a:r>
                </a:p>
              </p:txBody>
            </p:sp>
            <p:sp>
              <p:nvSpPr>
                <p:cNvPr id="189" name="Rectangle 188">
                  <a:extLst>
                    <a:ext uri="{FF2B5EF4-FFF2-40B4-BE49-F238E27FC236}">
                      <a16:creationId xmlns:a16="http://schemas.microsoft.com/office/drawing/2014/main" id="{1469CFF3-0842-47F4-9B10-254E74B094A4}"/>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12353925" y="4105152"/>
                  <a:ext cx="41148" cy="521208"/>
                </a:xfrm>
                <a:prstGeom prst="rect">
                  <a:avLst/>
                </a:prstGeom>
                <a:solidFill>
                  <a:srgbClr val="CBCDCB">
                    <a:alpha val="6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lvl="0" algn="r">
                    <a:spcAft>
                      <a:spcPts val="300"/>
                    </a:spcAft>
                  </a:pPr>
                  <a:r>
                    <a:rPr lang="en-GB" sz="1200" dirty="0">
                      <a:solidFill>
                        <a:srgbClr val="7F8480"/>
                      </a:solidFill>
                    </a:rPr>
                    <a:t>7</a:t>
                  </a:r>
                </a:p>
              </p:txBody>
            </p:sp>
            <p:sp>
              <p:nvSpPr>
                <p:cNvPr id="190" name="Rectangle 189">
                  <a:extLst>
                    <a:ext uri="{FF2B5EF4-FFF2-40B4-BE49-F238E27FC236}">
                      <a16:creationId xmlns:a16="http://schemas.microsoft.com/office/drawing/2014/main" id="{20EFBA55-4FFC-43E2-856A-C51551C8D589}"/>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12353925" y="4729609"/>
                  <a:ext cx="41148" cy="521208"/>
                </a:xfrm>
                <a:prstGeom prst="rect">
                  <a:avLst/>
                </a:prstGeom>
                <a:solidFill>
                  <a:srgbClr val="CBCDCB">
                    <a:alpha val="6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lvl="0" algn="r">
                    <a:spcAft>
                      <a:spcPts val="300"/>
                    </a:spcAft>
                  </a:pPr>
                  <a:r>
                    <a:rPr lang="en-GB" sz="1200" dirty="0">
                      <a:solidFill>
                        <a:srgbClr val="7F8480"/>
                      </a:solidFill>
                    </a:rPr>
                    <a:t>8</a:t>
                  </a:r>
                </a:p>
              </p:txBody>
            </p:sp>
            <p:sp>
              <p:nvSpPr>
                <p:cNvPr id="191" name="Rectangle 190">
                  <a:extLst>
                    <a:ext uri="{FF2B5EF4-FFF2-40B4-BE49-F238E27FC236}">
                      <a16:creationId xmlns:a16="http://schemas.microsoft.com/office/drawing/2014/main" id="{C92C2E8A-1682-4247-8617-BC1D5C57E0A3}"/>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12353925" y="5354066"/>
                  <a:ext cx="41148" cy="521208"/>
                </a:xfrm>
                <a:prstGeom prst="rect">
                  <a:avLst/>
                </a:prstGeom>
                <a:solidFill>
                  <a:srgbClr val="CBCDCB">
                    <a:alpha val="6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lvl="0" algn="r">
                    <a:spcAft>
                      <a:spcPts val="300"/>
                    </a:spcAft>
                  </a:pPr>
                  <a:r>
                    <a:rPr lang="en-GB" sz="1200" dirty="0">
                      <a:solidFill>
                        <a:srgbClr val="7F8480"/>
                      </a:solidFill>
                    </a:rPr>
                    <a:t>9</a:t>
                  </a:r>
                </a:p>
              </p:txBody>
            </p:sp>
            <p:sp>
              <p:nvSpPr>
                <p:cNvPr id="192" name="Rectangle 191">
                  <a:extLst>
                    <a:ext uri="{FF2B5EF4-FFF2-40B4-BE49-F238E27FC236}">
                      <a16:creationId xmlns:a16="http://schemas.microsoft.com/office/drawing/2014/main" id="{A6794C73-623C-4A5C-8721-5D3470D83DBD}"/>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12353925" y="5984367"/>
                  <a:ext cx="41148" cy="420624"/>
                </a:xfrm>
                <a:prstGeom prst="rect">
                  <a:avLst/>
                </a:prstGeom>
                <a:solidFill>
                  <a:srgbClr val="CBCDCB">
                    <a:alpha val="6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lvl="0" algn="r">
                    <a:spcAft>
                      <a:spcPts val="300"/>
                    </a:spcAft>
                  </a:pPr>
                  <a:r>
                    <a:rPr lang="en-GB" sz="1200" dirty="0">
                      <a:solidFill>
                        <a:srgbClr val="7F8480"/>
                      </a:solidFill>
                    </a:rPr>
                    <a:t>10</a:t>
                  </a:r>
                </a:p>
              </p:txBody>
            </p:sp>
          </p:grpSp>
          <p:grpSp>
            <p:nvGrpSpPr>
              <p:cNvPr id="29" name="Group 28">
                <a:extLst>
                  <a:ext uri="{FF2B5EF4-FFF2-40B4-BE49-F238E27FC236}">
                    <a16:creationId xmlns:a16="http://schemas.microsoft.com/office/drawing/2014/main" id="{4372F27A-5ABE-051B-2E91-AEB762DA8AD3}"/>
                  </a:ext>
                  <a:ext uri="{C183D7F6-B498-43B3-948B-1728B52AA6E4}">
                    <adec:decorative xmlns:adec="http://schemas.microsoft.com/office/drawing/2017/decorative" val="1"/>
                  </a:ext>
                </a:extLst>
              </p:cNvPr>
              <p:cNvGrpSpPr>
                <a:grpSpLocks noGrp="1" noUngrp="1" noRot="1" noMove="1" noResize="1"/>
              </p:cNvGrpSpPr>
              <p:nvPr userDrawn="1"/>
            </p:nvGrpSpPr>
            <p:grpSpPr>
              <a:xfrm>
                <a:off x="12453080" y="452438"/>
                <a:ext cx="45720" cy="1046161"/>
                <a:chOff x="12453080" y="452438"/>
                <a:chExt cx="45720" cy="1046161"/>
              </a:xfrm>
            </p:grpSpPr>
            <p:sp>
              <p:nvSpPr>
                <p:cNvPr id="180" name="Rectangle 179">
                  <a:extLst>
                    <a:ext uri="{FF2B5EF4-FFF2-40B4-BE49-F238E27FC236}">
                      <a16:creationId xmlns:a16="http://schemas.microsoft.com/office/drawing/2014/main" id="{1B79498A-48A9-4FC4-82A8-6E5380470E94}"/>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12453080" y="452438"/>
                  <a:ext cx="45720" cy="423862"/>
                </a:xfrm>
                <a:prstGeom prst="rect">
                  <a:avLst/>
                </a:prstGeom>
                <a:solidFill>
                  <a:srgbClr val="AD2A2A">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146304" tIns="0" rIns="0" bIns="0" rtlCol="0" anchor="ctr" anchorCtr="0"/>
                <a:lstStyle/>
                <a:p>
                  <a:pPr marL="0" lvl="0" algn="l" eaLnBrk="1" hangingPunct="1">
                    <a:spcBef>
                      <a:spcPts val="1200"/>
                    </a:spcBef>
                    <a:spcAft>
                      <a:spcPts val="300"/>
                    </a:spcAft>
                  </a:pPr>
                  <a:r>
                    <a:rPr lang="en-GB" sz="1200" dirty="0">
                      <a:solidFill>
                        <a:srgbClr val="AD2A2A"/>
                      </a:solidFill>
                    </a:rPr>
                    <a:t>-2 </a:t>
                  </a:r>
                  <a:r>
                    <a:rPr lang="en-GB" sz="1000" dirty="0">
                      <a:solidFill>
                        <a:srgbClr val="AD2A2A"/>
                      </a:solidFill>
                      <a:latin typeface="Barlow Condensed" panose="00000506000000000000" pitchFamily="2" charset="0"/>
                      <a:ea typeface="+mn-ea"/>
                      <a:cs typeface="+mn-cs"/>
                    </a:rPr>
                    <a:t>(0.46” / 1.17 cm tall)</a:t>
                  </a:r>
                </a:p>
              </p:txBody>
            </p:sp>
            <p:sp>
              <p:nvSpPr>
                <p:cNvPr id="181" name="Rectangle 180">
                  <a:extLst>
                    <a:ext uri="{FF2B5EF4-FFF2-40B4-BE49-F238E27FC236}">
                      <a16:creationId xmlns:a16="http://schemas.microsoft.com/office/drawing/2014/main" id="{F059ED0D-1200-40CC-878E-A8BA7E846FF2}"/>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12453080" y="975268"/>
                  <a:ext cx="45720" cy="523331"/>
                </a:xfrm>
                <a:prstGeom prst="rect">
                  <a:avLst/>
                </a:prstGeom>
                <a:solidFill>
                  <a:srgbClr val="AD2A2A">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146304" tIns="0" rIns="0" bIns="0" rtlCol="0" anchor="ctr" anchorCtr="0"/>
                <a:lstStyle/>
                <a:p>
                  <a:pPr marL="0" lvl="0" algn="l" eaLnBrk="1" hangingPunct="1">
                    <a:spcBef>
                      <a:spcPts val="1200"/>
                    </a:spcBef>
                    <a:spcAft>
                      <a:spcPts val="300"/>
                    </a:spcAft>
                  </a:pPr>
                  <a:r>
                    <a:rPr lang="en-GB" sz="1200" dirty="0">
                      <a:solidFill>
                        <a:srgbClr val="AD2A2A"/>
                      </a:solidFill>
                    </a:rPr>
                    <a:t>-1 </a:t>
                  </a:r>
                  <a:r>
                    <a:rPr lang="en-GB" sz="1000" dirty="0">
                      <a:solidFill>
                        <a:srgbClr val="AD2A2A"/>
                      </a:solidFill>
                      <a:latin typeface="Barlow Condensed" panose="00000506000000000000" pitchFamily="2" charset="0"/>
                      <a:ea typeface="+mn-ea"/>
                      <a:cs typeface="+mn-cs"/>
                    </a:rPr>
                    <a:t>(0.57” / 1.45 cm tall)</a:t>
                  </a:r>
                </a:p>
              </p:txBody>
            </p:sp>
          </p:grpSp>
          <p:grpSp>
            <p:nvGrpSpPr>
              <p:cNvPr id="28" name="Group 27">
                <a:extLst>
                  <a:ext uri="{FF2B5EF4-FFF2-40B4-BE49-F238E27FC236}">
                    <a16:creationId xmlns:a16="http://schemas.microsoft.com/office/drawing/2014/main" id="{E026F76A-4EAC-8B92-5511-C9A66F9D790D}"/>
                  </a:ext>
                  <a:ext uri="{C183D7F6-B498-43B3-948B-1728B52AA6E4}">
                    <adec:decorative xmlns:adec="http://schemas.microsoft.com/office/drawing/2017/decorative" val="1"/>
                  </a:ext>
                </a:extLst>
              </p:cNvPr>
              <p:cNvGrpSpPr>
                <a:grpSpLocks noGrp="1" noUngrp="1" noRot="1" noMove="1" noResize="1"/>
              </p:cNvGrpSpPr>
              <p:nvPr userDrawn="1"/>
            </p:nvGrpSpPr>
            <p:grpSpPr>
              <a:xfrm>
                <a:off x="12453080" y="1607324"/>
                <a:ext cx="41148" cy="4797667"/>
                <a:chOff x="12453080" y="1607324"/>
                <a:chExt cx="41148" cy="4797667"/>
              </a:xfrm>
            </p:grpSpPr>
            <p:sp>
              <p:nvSpPr>
                <p:cNvPr id="168" name="Rectangle 167">
                  <a:extLst>
                    <a:ext uri="{FF2B5EF4-FFF2-40B4-BE49-F238E27FC236}">
                      <a16:creationId xmlns:a16="http://schemas.microsoft.com/office/drawing/2014/main" id="{EB2EA5F7-954E-4A4A-AAF3-501B0E06123D}"/>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12453080" y="1607324"/>
                  <a:ext cx="41148" cy="521208"/>
                </a:xfrm>
                <a:prstGeom prst="rect">
                  <a:avLst/>
                </a:prstGeom>
                <a:solidFill>
                  <a:srgbClr val="17E88F">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146304" tIns="0" rIns="0" bIns="0" rtlCol="0" anchor="ctr" anchorCtr="0"/>
                <a:lstStyle/>
                <a:p>
                  <a:pPr lvl="0" algn="l">
                    <a:spcAft>
                      <a:spcPts val="300"/>
                    </a:spcAft>
                  </a:pPr>
                  <a:r>
                    <a:rPr lang="en-GB" sz="1200" dirty="0">
                      <a:solidFill>
                        <a:srgbClr val="012A2D"/>
                      </a:solidFill>
                    </a:rPr>
                    <a:t>1</a:t>
                  </a:r>
                </a:p>
              </p:txBody>
            </p:sp>
            <p:sp>
              <p:nvSpPr>
                <p:cNvPr id="169" name="Rectangle 168">
                  <a:extLst>
                    <a:ext uri="{FF2B5EF4-FFF2-40B4-BE49-F238E27FC236}">
                      <a16:creationId xmlns:a16="http://schemas.microsoft.com/office/drawing/2014/main" id="{186DED2D-B945-4FD2-89B0-76AEA2C9F340}"/>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12453080" y="2231781"/>
                  <a:ext cx="41148" cy="521208"/>
                </a:xfrm>
                <a:prstGeom prst="rect">
                  <a:avLst/>
                </a:prstGeom>
                <a:solidFill>
                  <a:srgbClr val="17E88F">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146304" tIns="0" rIns="0" bIns="0" rtlCol="0" anchor="ctr" anchorCtr="0"/>
                <a:lstStyle/>
                <a:p>
                  <a:pPr lvl="0" algn="l">
                    <a:spcAft>
                      <a:spcPts val="300"/>
                    </a:spcAft>
                  </a:pPr>
                  <a:r>
                    <a:rPr lang="en-GB" sz="1200" dirty="0">
                      <a:solidFill>
                        <a:srgbClr val="012A2D"/>
                      </a:solidFill>
                    </a:rPr>
                    <a:t>2</a:t>
                  </a:r>
                </a:p>
              </p:txBody>
            </p:sp>
            <p:sp>
              <p:nvSpPr>
                <p:cNvPr id="171" name="Rectangle 170">
                  <a:extLst>
                    <a:ext uri="{FF2B5EF4-FFF2-40B4-BE49-F238E27FC236}">
                      <a16:creationId xmlns:a16="http://schemas.microsoft.com/office/drawing/2014/main" id="{18C73F64-E8B2-4619-A402-351704785582}"/>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12453080" y="2856238"/>
                  <a:ext cx="41148" cy="521208"/>
                </a:xfrm>
                <a:prstGeom prst="rect">
                  <a:avLst/>
                </a:prstGeom>
                <a:solidFill>
                  <a:srgbClr val="17E88F">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146304" tIns="0" rIns="0" bIns="0" rtlCol="0" anchor="ctr" anchorCtr="0"/>
                <a:lstStyle/>
                <a:p>
                  <a:pPr lvl="0" algn="l">
                    <a:spcAft>
                      <a:spcPts val="300"/>
                    </a:spcAft>
                  </a:pPr>
                  <a:r>
                    <a:rPr lang="en-GB" sz="1200" dirty="0">
                      <a:solidFill>
                        <a:srgbClr val="012A2D"/>
                      </a:solidFill>
                    </a:rPr>
                    <a:t>3</a:t>
                  </a:r>
                </a:p>
              </p:txBody>
            </p:sp>
            <p:sp>
              <p:nvSpPr>
                <p:cNvPr id="174" name="Rectangle 173">
                  <a:extLst>
                    <a:ext uri="{FF2B5EF4-FFF2-40B4-BE49-F238E27FC236}">
                      <a16:creationId xmlns:a16="http://schemas.microsoft.com/office/drawing/2014/main" id="{D6531FA6-18DF-46D3-BFAC-F760943CC9C2}"/>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12453080" y="3480695"/>
                  <a:ext cx="41148" cy="521208"/>
                </a:xfrm>
                <a:prstGeom prst="rect">
                  <a:avLst/>
                </a:prstGeom>
                <a:solidFill>
                  <a:srgbClr val="17E88F">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146304" tIns="0" rIns="0" bIns="0" rtlCol="0" anchor="ctr" anchorCtr="0"/>
                <a:lstStyle/>
                <a:p>
                  <a:pPr lvl="0" algn="l">
                    <a:spcAft>
                      <a:spcPts val="300"/>
                    </a:spcAft>
                  </a:pPr>
                  <a:r>
                    <a:rPr lang="en-GB" sz="1200" dirty="0">
                      <a:solidFill>
                        <a:srgbClr val="012A2D"/>
                      </a:solidFill>
                    </a:rPr>
                    <a:t>4</a:t>
                  </a:r>
                </a:p>
              </p:txBody>
            </p:sp>
            <p:sp>
              <p:nvSpPr>
                <p:cNvPr id="176" name="Rectangle 175">
                  <a:extLst>
                    <a:ext uri="{FF2B5EF4-FFF2-40B4-BE49-F238E27FC236}">
                      <a16:creationId xmlns:a16="http://schemas.microsoft.com/office/drawing/2014/main" id="{3D6CD6ED-9BC8-49C4-ACF5-FD97FD387258}"/>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12453080" y="4105152"/>
                  <a:ext cx="41148" cy="521208"/>
                </a:xfrm>
                <a:prstGeom prst="rect">
                  <a:avLst/>
                </a:prstGeom>
                <a:solidFill>
                  <a:srgbClr val="17E88F">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146304" tIns="0" rIns="0" bIns="0" rtlCol="0" anchor="ctr" anchorCtr="0"/>
                <a:lstStyle/>
                <a:p>
                  <a:pPr lvl="0" algn="l">
                    <a:spcAft>
                      <a:spcPts val="300"/>
                    </a:spcAft>
                  </a:pPr>
                  <a:r>
                    <a:rPr lang="en-GB" sz="1200" dirty="0">
                      <a:solidFill>
                        <a:srgbClr val="012A2D"/>
                      </a:solidFill>
                    </a:rPr>
                    <a:t>5</a:t>
                  </a:r>
                </a:p>
              </p:txBody>
            </p:sp>
            <p:sp>
              <p:nvSpPr>
                <p:cNvPr id="177" name="Rectangle 176">
                  <a:extLst>
                    <a:ext uri="{FF2B5EF4-FFF2-40B4-BE49-F238E27FC236}">
                      <a16:creationId xmlns:a16="http://schemas.microsoft.com/office/drawing/2014/main" id="{71B83054-29EA-429E-883A-9604B4DC00FC}"/>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12453080" y="4729609"/>
                  <a:ext cx="41148" cy="521208"/>
                </a:xfrm>
                <a:prstGeom prst="rect">
                  <a:avLst/>
                </a:prstGeom>
                <a:solidFill>
                  <a:srgbClr val="17E88F">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146304" tIns="0" rIns="0" bIns="0" rtlCol="0" anchor="ctr" anchorCtr="0"/>
                <a:lstStyle/>
                <a:p>
                  <a:pPr lvl="0" algn="l">
                    <a:spcAft>
                      <a:spcPts val="300"/>
                    </a:spcAft>
                  </a:pPr>
                  <a:r>
                    <a:rPr lang="en-GB" sz="1200" dirty="0">
                      <a:solidFill>
                        <a:srgbClr val="012A2D"/>
                      </a:solidFill>
                    </a:rPr>
                    <a:t>6</a:t>
                  </a:r>
                </a:p>
              </p:txBody>
            </p:sp>
            <p:sp>
              <p:nvSpPr>
                <p:cNvPr id="178" name="Rectangle 177">
                  <a:extLst>
                    <a:ext uri="{FF2B5EF4-FFF2-40B4-BE49-F238E27FC236}">
                      <a16:creationId xmlns:a16="http://schemas.microsoft.com/office/drawing/2014/main" id="{3B5C1683-7AD4-4B1D-9C8E-8A7FCF50D82C}"/>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12453080" y="5354066"/>
                  <a:ext cx="41148" cy="521208"/>
                </a:xfrm>
                <a:prstGeom prst="rect">
                  <a:avLst/>
                </a:prstGeom>
                <a:solidFill>
                  <a:srgbClr val="17E88F">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146304" tIns="0" rIns="0" bIns="0" rtlCol="0" anchor="ctr" anchorCtr="0"/>
                <a:lstStyle/>
                <a:p>
                  <a:pPr lvl="0" algn="l">
                    <a:spcAft>
                      <a:spcPts val="300"/>
                    </a:spcAft>
                  </a:pPr>
                  <a:r>
                    <a:rPr lang="en-GB" sz="1200" dirty="0">
                      <a:solidFill>
                        <a:srgbClr val="012A2D"/>
                      </a:solidFill>
                    </a:rPr>
                    <a:t>7 </a:t>
                  </a:r>
                  <a:r>
                    <a:rPr kumimoji="0" lang="en-GB" sz="1000" b="0" i="0" u="none" strike="noStrike" kern="0" cap="none" spc="0" normalizeH="0" baseline="0" noProof="0" dirty="0">
                      <a:ln>
                        <a:noFill/>
                      </a:ln>
                      <a:solidFill>
                        <a:srgbClr val="012A2D"/>
                      </a:solidFill>
                      <a:effectLst/>
                      <a:uLnTx/>
                      <a:uFillTx/>
                      <a:latin typeface="Barlow Condensed" panose="00000506000000000000" pitchFamily="2" charset="0"/>
                      <a:ea typeface="+mn-ea"/>
                      <a:cs typeface="+mn-cs"/>
                    </a:rPr>
                    <a:t>(0.57” / 1.45 cm tall)</a:t>
                  </a:r>
                  <a:endParaRPr lang="en-GB" sz="1200" dirty="0">
                    <a:solidFill>
                      <a:srgbClr val="012A2D"/>
                    </a:solidFill>
                  </a:endParaRPr>
                </a:p>
              </p:txBody>
            </p:sp>
            <p:sp>
              <p:nvSpPr>
                <p:cNvPr id="179" name="Rectangle 178">
                  <a:extLst>
                    <a:ext uri="{FF2B5EF4-FFF2-40B4-BE49-F238E27FC236}">
                      <a16:creationId xmlns:a16="http://schemas.microsoft.com/office/drawing/2014/main" id="{7065EA24-94C0-404E-9043-43D6FE9F30B7}"/>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12453080" y="5984367"/>
                  <a:ext cx="41148" cy="420624"/>
                </a:xfrm>
                <a:prstGeom prst="rect">
                  <a:avLst/>
                </a:prstGeom>
                <a:solidFill>
                  <a:srgbClr val="17E88F">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146304" tIns="0" rIns="0" bIns="0" rtlCol="0" anchor="ctr" anchorCtr="0"/>
                <a:lstStyle/>
                <a:p>
                  <a:pPr marL="0" marR="0" lvl="0" indent="0" algn="l" defTabSz="914400" eaLnBrk="1" fontAlgn="auto" latinLnBrk="0" hangingPunct="1">
                    <a:lnSpc>
                      <a:spcPct val="100000"/>
                    </a:lnSpc>
                    <a:spcBef>
                      <a:spcPts val="1200"/>
                    </a:spcBef>
                    <a:spcAft>
                      <a:spcPts val="300"/>
                    </a:spcAft>
                    <a:buClrTx/>
                    <a:buSzTx/>
                    <a:buFontTx/>
                    <a:buNone/>
                    <a:tabLst/>
                    <a:defRPr/>
                  </a:pPr>
                  <a:r>
                    <a:rPr lang="en-GB" sz="1200" dirty="0">
                      <a:solidFill>
                        <a:srgbClr val="012A2D"/>
                      </a:solidFill>
                    </a:rPr>
                    <a:t>8 </a:t>
                  </a:r>
                  <a:r>
                    <a:rPr kumimoji="0" lang="en-GB" sz="1000" b="0" i="0" u="none" strike="noStrike" kern="0" cap="none" spc="0" normalizeH="0" baseline="0" noProof="0" dirty="0">
                      <a:ln>
                        <a:noFill/>
                      </a:ln>
                      <a:solidFill>
                        <a:srgbClr val="012A2D"/>
                      </a:solidFill>
                      <a:effectLst/>
                      <a:uLnTx/>
                      <a:uFillTx/>
                      <a:latin typeface="Barlow Condensed" panose="00000506000000000000" pitchFamily="2" charset="0"/>
                      <a:ea typeface="+mn-ea"/>
                      <a:cs typeface="+mn-cs"/>
                    </a:rPr>
                    <a:t>(0.46” / 1.17 cm tall)</a:t>
                  </a:r>
                </a:p>
              </p:txBody>
            </p:sp>
          </p:grpSp>
        </p:grpSp>
        <p:grpSp>
          <p:nvGrpSpPr>
            <p:cNvPr id="245" name="TOP RULER">
              <a:extLst>
                <a:ext uri="{FF2B5EF4-FFF2-40B4-BE49-F238E27FC236}">
                  <a16:creationId xmlns:a16="http://schemas.microsoft.com/office/drawing/2014/main" id="{00CF9965-D906-E6F7-E3F4-13CABC66C492}"/>
                </a:ext>
                <a:ext uri="{C183D7F6-B498-43B3-948B-1728B52AA6E4}">
                  <adec:decorative xmlns:adec="http://schemas.microsoft.com/office/drawing/2017/decorative" val="1"/>
                </a:ext>
              </a:extLst>
            </p:cNvPr>
            <p:cNvGrpSpPr>
              <a:grpSpLocks noGrp="1" noUngrp="1" noRot="1" noMove="1" noResize="1"/>
            </p:cNvGrpSpPr>
            <p:nvPr userDrawn="1"/>
          </p:nvGrpSpPr>
          <p:grpSpPr>
            <a:xfrm>
              <a:off x="-1" y="-1101852"/>
              <a:ext cx="12191991" cy="987552"/>
              <a:chOff x="-1" y="-1101852"/>
              <a:chExt cx="12191991" cy="987552"/>
            </a:xfrm>
          </p:grpSpPr>
          <p:sp>
            <p:nvSpPr>
              <p:cNvPr id="246" name="Rectangle 245">
                <a:extLst>
                  <a:ext uri="{FF2B5EF4-FFF2-40B4-BE49-F238E27FC236}">
                    <a16:creationId xmlns:a16="http://schemas.microsoft.com/office/drawing/2014/main" id="{32DF8F4B-DD37-4003-A5DE-0FF4E6E20B11}"/>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1" y="-1101852"/>
                <a:ext cx="12191991" cy="987552"/>
              </a:xfrm>
              <a:prstGeom prst="rect">
                <a:avLst/>
              </a:prstGeom>
              <a:solidFill>
                <a:srgbClr val="FFFFFF">
                  <a:alpha val="30000"/>
                </a:srgbClr>
              </a:solidFill>
              <a:ln w="25400" cap="flat" cmpd="sng" algn="ctr">
                <a:noFill/>
                <a:prstDash val="solid"/>
              </a:ln>
              <a:effectLst/>
            </p:spPr>
            <p:txBody>
              <a:bodyPr lIns="91440" tIns="91440" rIns="0" bIns="0" rtlCol="0" anchor="t" anchorCtr="0"/>
              <a:lstStyle/>
              <a:p>
                <a:pPr marL="0" marR="0" lvl="0" indent="0" algn="l" defTabSz="81686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srgbClr val="7F8480"/>
                    </a:solidFill>
                    <a:effectLst/>
                    <a:uLnTx/>
                    <a:uFillTx/>
                    <a:latin typeface="Calibre"/>
                    <a:ea typeface="+mn-ea"/>
                    <a:cs typeface="+mn-cs"/>
                  </a:rPr>
                  <a:t>Grid Guides Buddy 2.0</a:t>
                </a:r>
                <a:br>
                  <a:rPr kumimoji="0" lang="en-GB" sz="1500" b="0" i="0" u="none" strike="noStrike" kern="0" cap="none" spc="0" normalizeH="0" baseline="0" noProof="0" dirty="0">
                    <a:ln>
                      <a:noFill/>
                    </a:ln>
                    <a:solidFill>
                      <a:srgbClr val="7F8480"/>
                    </a:solidFill>
                    <a:effectLst/>
                    <a:uLnTx/>
                    <a:uFillTx/>
                    <a:latin typeface="Calibre"/>
                    <a:ea typeface="+mn-ea"/>
                    <a:cs typeface="+mn-cs"/>
                  </a:rPr>
                </a:br>
                <a:r>
                  <a:rPr kumimoji="0" lang="en-GB" sz="1050" b="0" i="0" u="none" strike="noStrike" kern="0" cap="none" spc="0" normalizeH="0" baseline="0" noProof="0" dirty="0">
                    <a:ln>
                      <a:noFill/>
                    </a:ln>
                    <a:solidFill>
                      <a:srgbClr val="7F8480"/>
                    </a:solidFill>
                    <a:effectLst/>
                    <a:uLnTx/>
                    <a:uFillTx/>
                    <a:latin typeface="Calibre Semibold" panose="020B0703030202060203" pitchFamily="34" charset="0"/>
                    <a:ea typeface="+mn-ea"/>
                    <a:cs typeface="+mn-cs"/>
                  </a:rPr>
                  <a:t>(16:9 STANDARD TEMPLATE)</a:t>
                </a:r>
                <a:endParaRPr kumimoji="0" lang="en-GB" sz="1500" b="0" i="0" u="none" strike="noStrike" kern="0" cap="none" spc="0" normalizeH="0" baseline="0" noProof="0" dirty="0">
                  <a:ln>
                    <a:noFill/>
                  </a:ln>
                  <a:solidFill>
                    <a:srgbClr val="7F8480"/>
                  </a:solidFill>
                  <a:effectLst/>
                  <a:uLnTx/>
                  <a:uFillTx/>
                  <a:latin typeface="Calibre Semibold" panose="020B0703030202060203" pitchFamily="34" charset="0"/>
                  <a:ea typeface="+mn-ea"/>
                  <a:cs typeface="+mn-cs"/>
                </a:endParaRPr>
              </a:p>
            </p:txBody>
          </p:sp>
          <p:grpSp>
            <p:nvGrpSpPr>
              <p:cNvPr id="236" name="Group 235">
                <a:extLst>
                  <a:ext uri="{FF2B5EF4-FFF2-40B4-BE49-F238E27FC236}">
                    <a16:creationId xmlns:a16="http://schemas.microsoft.com/office/drawing/2014/main" id="{578C0660-6DBC-1BE3-A770-7B519EC7A3CE}"/>
                  </a:ext>
                </a:extLst>
              </p:cNvPr>
              <p:cNvGrpSpPr>
                <a:grpSpLocks noGrp="1" noUngrp="1" noRot="1" noMove="1" noResize="1"/>
              </p:cNvGrpSpPr>
              <p:nvPr userDrawn="1"/>
            </p:nvGrpSpPr>
            <p:grpSpPr>
              <a:xfrm>
                <a:off x="508000" y="-246392"/>
                <a:ext cx="11173455" cy="54864"/>
                <a:chOff x="508000" y="-246392"/>
                <a:chExt cx="11173455" cy="54864"/>
              </a:xfrm>
            </p:grpSpPr>
            <p:sp>
              <p:nvSpPr>
                <p:cNvPr id="295" name="Rectangle 294">
                  <a:extLst>
                    <a:ext uri="{FF2B5EF4-FFF2-40B4-BE49-F238E27FC236}">
                      <a16:creationId xmlns:a16="http://schemas.microsoft.com/office/drawing/2014/main" id="{94AFA2F1-8ECF-4D7B-A5CC-BAB9D34EBF7F}"/>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1021362" y="-246392"/>
                  <a:ext cx="411480" cy="54864"/>
                </a:xfrm>
                <a:prstGeom prst="rect">
                  <a:avLst/>
                </a:prstGeom>
                <a:solidFill>
                  <a:srgbClr val="CBCDC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GB" sz="1200" dirty="0">
                      <a:solidFill>
                        <a:schemeClr val="tx1"/>
                      </a:solidFill>
                    </a:rPr>
                    <a:t>2</a:t>
                  </a:r>
                </a:p>
              </p:txBody>
            </p:sp>
            <p:sp>
              <p:nvSpPr>
                <p:cNvPr id="296" name="Rectangle 295">
                  <a:extLst>
                    <a:ext uri="{FF2B5EF4-FFF2-40B4-BE49-F238E27FC236}">
                      <a16:creationId xmlns:a16="http://schemas.microsoft.com/office/drawing/2014/main" id="{758377DB-C197-47E1-BA3C-2E8BF0F71319}"/>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1533793" y="-246392"/>
                  <a:ext cx="411480" cy="54864"/>
                </a:xfrm>
                <a:prstGeom prst="rect">
                  <a:avLst/>
                </a:prstGeom>
                <a:solidFill>
                  <a:srgbClr val="CBCDC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GB" sz="1200" dirty="0">
                      <a:solidFill>
                        <a:schemeClr val="tx1"/>
                      </a:solidFill>
                    </a:rPr>
                    <a:t>3</a:t>
                  </a:r>
                </a:p>
              </p:txBody>
            </p:sp>
            <p:sp>
              <p:nvSpPr>
                <p:cNvPr id="297" name="Rectangle 296">
                  <a:extLst>
                    <a:ext uri="{FF2B5EF4-FFF2-40B4-BE49-F238E27FC236}">
                      <a16:creationId xmlns:a16="http://schemas.microsoft.com/office/drawing/2014/main" id="{9C6F726C-23C0-43E0-A4CD-DFE86A91A3E5}"/>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2046224" y="-246392"/>
                  <a:ext cx="411480" cy="54864"/>
                </a:xfrm>
                <a:prstGeom prst="rect">
                  <a:avLst/>
                </a:prstGeom>
                <a:solidFill>
                  <a:srgbClr val="CBCDC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GB" sz="1200" dirty="0">
                      <a:solidFill>
                        <a:schemeClr val="tx1"/>
                      </a:solidFill>
                    </a:rPr>
                    <a:t>4</a:t>
                  </a:r>
                </a:p>
              </p:txBody>
            </p:sp>
            <p:sp>
              <p:nvSpPr>
                <p:cNvPr id="298" name="Rectangle 297">
                  <a:extLst>
                    <a:ext uri="{FF2B5EF4-FFF2-40B4-BE49-F238E27FC236}">
                      <a16:creationId xmlns:a16="http://schemas.microsoft.com/office/drawing/2014/main" id="{2335C0D6-5A55-427D-8EE7-15AE0C79E47B}"/>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2558655" y="-246392"/>
                  <a:ext cx="411480" cy="54864"/>
                </a:xfrm>
                <a:prstGeom prst="rect">
                  <a:avLst/>
                </a:prstGeom>
                <a:solidFill>
                  <a:srgbClr val="CBCDC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GB" sz="1200" dirty="0">
                      <a:solidFill>
                        <a:schemeClr val="tx1"/>
                      </a:solidFill>
                    </a:rPr>
                    <a:t>5</a:t>
                  </a:r>
                </a:p>
              </p:txBody>
            </p:sp>
            <p:sp>
              <p:nvSpPr>
                <p:cNvPr id="299" name="Rectangle 298">
                  <a:extLst>
                    <a:ext uri="{FF2B5EF4-FFF2-40B4-BE49-F238E27FC236}">
                      <a16:creationId xmlns:a16="http://schemas.microsoft.com/office/drawing/2014/main" id="{284077D1-0AB0-4599-96CC-2C734CD0403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3071086" y="-246392"/>
                  <a:ext cx="411480" cy="54864"/>
                </a:xfrm>
                <a:prstGeom prst="rect">
                  <a:avLst/>
                </a:prstGeom>
                <a:solidFill>
                  <a:srgbClr val="CBCDC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GB" sz="1200" dirty="0">
                      <a:solidFill>
                        <a:schemeClr val="tx1"/>
                      </a:solidFill>
                    </a:rPr>
                    <a:t>6</a:t>
                  </a:r>
                </a:p>
              </p:txBody>
            </p:sp>
            <p:sp>
              <p:nvSpPr>
                <p:cNvPr id="300" name="Rectangle 299">
                  <a:extLst>
                    <a:ext uri="{FF2B5EF4-FFF2-40B4-BE49-F238E27FC236}">
                      <a16:creationId xmlns:a16="http://schemas.microsoft.com/office/drawing/2014/main" id="{1FA7ED03-FADC-424F-A5BB-379AE2A592C9}"/>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3583517" y="-246392"/>
                  <a:ext cx="411480" cy="54864"/>
                </a:xfrm>
                <a:prstGeom prst="rect">
                  <a:avLst/>
                </a:prstGeom>
                <a:solidFill>
                  <a:srgbClr val="CBCDC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GB" sz="1200" dirty="0">
                      <a:solidFill>
                        <a:schemeClr val="tx1"/>
                      </a:solidFill>
                    </a:rPr>
                    <a:t>7</a:t>
                  </a:r>
                </a:p>
              </p:txBody>
            </p:sp>
            <p:sp>
              <p:nvSpPr>
                <p:cNvPr id="301" name="Rectangle 300">
                  <a:extLst>
                    <a:ext uri="{FF2B5EF4-FFF2-40B4-BE49-F238E27FC236}">
                      <a16:creationId xmlns:a16="http://schemas.microsoft.com/office/drawing/2014/main" id="{E3D83FFB-A6B2-470A-BA7B-49DCF99DEE34}"/>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4095948" y="-246392"/>
                  <a:ext cx="411480" cy="54864"/>
                </a:xfrm>
                <a:prstGeom prst="rect">
                  <a:avLst/>
                </a:prstGeom>
                <a:solidFill>
                  <a:srgbClr val="CBCDC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GB" sz="1200" dirty="0">
                      <a:solidFill>
                        <a:schemeClr val="tx1"/>
                      </a:solidFill>
                    </a:rPr>
                    <a:t>8</a:t>
                  </a:r>
                </a:p>
              </p:txBody>
            </p:sp>
            <p:sp>
              <p:nvSpPr>
                <p:cNvPr id="302" name="Rectangle 301">
                  <a:extLst>
                    <a:ext uri="{FF2B5EF4-FFF2-40B4-BE49-F238E27FC236}">
                      <a16:creationId xmlns:a16="http://schemas.microsoft.com/office/drawing/2014/main" id="{88A71EEF-F087-4E80-915C-4C14E7CD8193}"/>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4608379" y="-246392"/>
                  <a:ext cx="411480" cy="54864"/>
                </a:xfrm>
                <a:prstGeom prst="rect">
                  <a:avLst/>
                </a:prstGeom>
                <a:solidFill>
                  <a:srgbClr val="CBCDC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GB" sz="1200" dirty="0">
                      <a:solidFill>
                        <a:schemeClr val="tx1"/>
                      </a:solidFill>
                    </a:rPr>
                    <a:t>9</a:t>
                  </a:r>
                </a:p>
              </p:txBody>
            </p:sp>
            <p:sp>
              <p:nvSpPr>
                <p:cNvPr id="303" name="Rectangle 302">
                  <a:extLst>
                    <a:ext uri="{FF2B5EF4-FFF2-40B4-BE49-F238E27FC236}">
                      <a16:creationId xmlns:a16="http://schemas.microsoft.com/office/drawing/2014/main" id="{DC51AADC-D28B-4F98-8ED3-4BFE256DB8DD}"/>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5120810" y="-246392"/>
                  <a:ext cx="411480" cy="54864"/>
                </a:xfrm>
                <a:prstGeom prst="rect">
                  <a:avLst/>
                </a:prstGeom>
                <a:solidFill>
                  <a:srgbClr val="CBCDC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GB" sz="1200" dirty="0">
                      <a:solidFill>
                        <a:schemeClr val="tx1"/>
                      </a:solidFill>
                    </a:rPr>
                    <a:t>10</a:t>
                  </a:r>
                </a:p>
              </p:txBody>
            </p:sp>
            <p:sp>
              <p:nvSpPr>
                <p:cNvPr id="304" name="Rectangle 303">
                  <a:extLst>
                    <a:ext uri="{FF2B5EF4-FFF2-40B4-BE49-F238E27FC236}">
                      <a16:creationId xmlns:a16="http://schemas.microsoft.com/office/drawing/2014/main" id="{79FC5031-D6A2-4BF6-B780-AB5DC27415E4}"/>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5633241" y="-246392"/>
                  <a:ext cx="411480" cy="54864"/>
                </a:xfrm>
                <a:prstGeom prst="rect">
                  <a:avLst/>
                </a:prstGeom>
                <a:solidFill>
                  <a:srgbClr val="CBCDC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GB" sz="1200" dirty="0">
                      <a:solidFill>
                        <a:schemeClr val="tx1"/>
                      </a:solidFill>
                    </a:rPr>
                    <a:t>11</a:t>
                  </a:r>
                </a:p>
              </p:txBody>
            </p:sp>
            <p:sp>
              <p:nvSpPr>
                <p:cNvPr id="305" name="Rectangle 304">
                  <a:extLst>
                    <a:ext uri="{FF2B5EF4-FFF2-40B4-BE49-F238E27FC236}">
                      <a16:creationId xmlns:a16="http://schemas.microsoft.com/office/drawing/2014/main" id="{F972080C-5FAB-45DF-8F5A-1065D2E6F888}"/>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6145672" y="-246392"/>
                  <a:ext cx="411480" cy="54864"/>
                </a:xfrm>
                <a:prstGeom prst="rect">
                  <a:avLst/>
                </a:prstGeom>
                <a:solidFill>
                  <a:srgbClr val="CBCDC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GB" sz="1200" dirty="0">
                      <a:solidFill>
                        <a:schemeClr val="tx1"/>
                      </a:solidFill>
                    </a:rPr>
                    <a:t>12</a:t>
                  </a:r>
                </a:p>
              </p:txBody>
            </p:sp>
            <p:sp>
              <p:nvSpPr>
                <p:cNvPr id="306" name="Rectangle 305">
                  <a:extLst>
                    <a:ext uri="{FF2B5EF4-FFF2-40B4-BE49-F238E27FC236}">
                      <a16:creationId xmlns:a16="http://schemas.microsoft.com/office/drawing/2014/main" id="{720436A7-212A-4438-8207-9F9C93CE0A19}"/>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6658103" y="-246392"/>
                  <a:ext cx="411480" cy="54864"/>
                </a:xfrm>
                <a:prstGeom prst="rect">
                  <a:avLst/>
                </a:prstGeom>
                <a:solidFill>
                  <a:srgbClr val="CBCDC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GB" sz="1200" dirty="0">
                      <a:solidFill>
                        <a:schemeClr val="tx1"/>
                      </a:solidFill>
                    </a:rPr>
                    <a:t>13</a:t>
                  </a:r>
                </a:p>
              </p:txBody>
            </p:sp>
            <p:sp>
              <p:nvSpPr>
                <p:cNvPr id="307" name="Rectangle 306">
                  <a:extLst>
                    <a:ext uri="{FF2B5EF4-FFF2-40B4-BE49-F238E27FC236}">
                      <a16:creationId xmlns:a16="http://schemas.microsoft.com/office/drawing/2014/main" id="{0DCF4CEE-5AEF-4AE2-875E-B03710D6BC5A}"/>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7170534" y="-246392"/>
                  <a:ext cx="411480" cy="54864"/>
                </a:xfrm>
                <a:prstGeom prst="rect">
                  <a:avLst/>
                </a:prstGeom>
                <a:solidFill>
                  <a:srgbClr val="CBCDC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GB" sz="1200" dirty="0">
                      <a:solidFill>
                        <a:schemeClr val="tx1"/>
                      </a:solidFill>
                    </a:rPr>
                    <a:t>14</a:t>
                  </a:r>
                </a:p>
              </p:txBody>
            </p:sp>
            <p:sp>
              <p:nvSpPr>
                <p:cNvPr id="308" name="Rectangle 307">
                  <a:extLst>
                    <a:ext uri="{FF2B5EF4-FFF2-40B4-BE49-F238E27FC236}">
                      <a16:creationId xmlns:a16="http://schemas.microsoft.com/office/drawing/2014/main" id="{025C4A78-1484-43DA-8EFC-ADB3F7B5D6DC}"/>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7682965" y="-246392"/>
                  <a:ext cx="411480" cy="54864"/>
                </a:xfrm>
                <a:prstGeom prst="rect">
                  <a:avLst/>
                </a:prstGeom>
                <a:solidFill>
                  <a:srgbClr val="CBCDC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GB" sz="1200" dirty="0">
                      <a:solidFill>
                        <a:schemeClr val="tx1"/>
                      </a:solidFill>
                    </a:rPr>
                    <a:t>15</a:t>
                  </a:r>
                </a:p>
              </p:txBody>
            </p:sp>
            <p:sp>
              <p:nvSpPr>
                <p:cNvPr id="309" name="Rectangle 308">
                  <a:extLst>
                    <a:ext uri="{FF2B5EF4-FFF2-40B4-BE49-F238E27FC236}">
                      <a16:creationId xmlns:a16="http://schemas.microsoft.com/office/drawing/2014/main" id="{F6596002-5719-4FC2-8D4E-95ABEFE1F4FA}"/>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8195396" y="-246392"/>
                  <a:ext cx="411480" cy="54864"/>
                </a:xfrm>
                <a:prstGeom prst="rect">
                  <a:avLst/>
                </a:prstGeom>
                <a:solidFill>
                  <a:srgbClr val="CBCDC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GB" sz="1200" dirty="0">
                      <a:solidFill>
                        <a:schemeClr val="tx1"/>
                      </a:solidFill>
                    </a:rPr>
                    <a:t>16</a:t>
                  </a:r>
                </a:p>
              </p:txBody>
            </p:sp>
            <p:sp>
              <p:nvSpPr>
                <p:cNvPr id="310" name="Rectangle 309">
                  <a:extLst>
                    <a:ext uri="{FF2B5EF4-FFF2-40B4-BE49-F238E27FC236}">
                      <a16:creationId xmlns:a16="http://schemas.microsoft.com/office/drawing/2014/main" id="{8890C63D-E82D-4C2A-A4CC-3573905B10E1}"/>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8707827" y="-246392"/>
                  <a:ext cx="411480" cy="54864"/>
                </a:xfrm>
                <a:prstGeom prst="rect">
                  <a:avLst/>
                </a:prstGeom>
                <a:solidFill>
                  <a:srgbClr val="CBCDC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GB" sz="1200" dirty="0">
                      <a:solidFill>
                        <a:schemeClr val="tx1"/>
                      </a:solidFill>
                    </a:rPr>
                    <a:t>17</a:t>
                  </a:r>
                </a:p>
              </p:txBody>
            </p:sp>
            <p:sp>
              <p:nvSpPr>
                <p:cNvPr id="311" name="Rectangle 310">
                  <a:extLst>
                    <a:ext uri="{FF2B5EF4-FFF2-40B4-BE49-F238E27FC236}">
                      <a16:creationId xmlns:a16="http://schemas.microsoft.com/office/drawing/2014/main" id="{9807124F-5C92-46A0-8536-2B34AAB22014}"/>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9220258" y="-246392"/>
                  <a:ext cx="411480" cy="54864"/>
                </a:xfrm>
                <a:prstGeom prst="rect">
                  <a:avLst/>
                </a:prstGeom>
                <a:solidFill>
                  <a:srgbClr val="CBCDC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GB" sz="1200" dirty="0">
                      <a:solidFill>
                        <a:schemeClr val="tx1"/>
                      </a:solidFill>
                    </a:rPr>
                    <a:t>18</a:t>
                  </a:r>
                </a:p>
              </p:txBody>
            </p:sp>
            <p:sp>
              <p:nvSpPr>
                <p:cNvPr id="312" name="Rectangle 311">
                  <a:extLst>
                    <a:ext uri="{FF2B5EF4-FFF2-40B4-BE49-F238E27FC236}">
                      <a16:creationId xmlns:a16="http://schemas.microsoft.com/office/drawing/2014/main" id="{E27BAF92-3C64-4F08-BF93-A882641CC9C2}"/>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9732689" y="-246392"/>
                  <a:ext cx="411480" cy="54864"/>
                </a:xfrm>
                <a:prstGeom prst="rect">
                  <a:avLst/>
                </a:prstGeom>
                <a:solidFill>
                  <a:srgbClr val="CBCDC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GB" sz="1200" dirty="0">
                      <a:solidFill>
                        <a:schemeClr val="tx1"/>
                      </a:solidFill>
                    </a:rPr>
                    <a:t>19</a:t>
                  </a:r>
                </a:p>
              </p:txBody>
            </p:sp>
            <p:sp>
              <p:nvSpPr>
                <p:cNvPr id="313" name="Rectangle 312">
                  <a:extLst>
                    <a:ext uri="{FF2B5EF4-FFF2-40B4-BE49-F238E27FC236}">
                      <a16:creationId xmlns:a16="http://schemas.microsoft.com/office/drawing/2014/main" id="{2AC7B980-8862-4072-96CA-AF05F9FC2F19}"/>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10245120" y="-246392"/>
                  <a:ext cx="411480" cy="54864"/>
                </a:xfrm>
                <a:prstGeom prst="rect">
                  <a:avLst/>
                </a:prstGeom>
                <a:solidFill>
                  <a:srgbClr val="CBCDC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GB" sz="1200" dirty="0">
                      <a:solidFill>
                        <a:schemeClr val="tx1"/>
                      </a:solidFill>
                    </a:rPr>
                    <a:t>20</a:t>
                  </a:r>
                </a:p>
              </p:txBody>
            </p:sp>
            <p:sp>
              <p:nvSpPr>
                <p:cNvPr id="314" name="Rectangle 313">
                  <a:extLst>
                    <a:ext uri="{FF2B5EF4-FFF2-40B4-BE49-F238E27FC236}">
                      <a16:creationId xmlns:a16="http://schemas.microsoft.com/office/drawing/2014/main" id="{C8AB94F1-4524-4A4B-A773-1C0280C84D0E}"/>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10757551" y="-246392"/>
                  <a:ext cx="411480" cy="54864"/>
                </a:xfrm>
                <a:prstGeom prst="rect">
                  <a:avLst/>
                </a:prstGeom>
                <a:solidFill>
                  <a:srgbClr val="CBCDC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GB" sz="1200" dirty="0">
                      <a:solidFill>
                        <a:schemeClr val="tx1"/>
                      </a:solidFill>
                    </a:rPr>
                    <a:t>21</a:t>
                  </a:r>
                </a:p>
              </p:txBody>
            </p:sp>
            <p:sp>
              <p:nvSpPr>
                <p:cNvPr id="315" name="Rectangle 314">
                  <a:extLst>
                    <a:ext uri="{FF2B5EF4-FFF2-40B4-BE49-F238E27FC236}">
                      <a16:creationId xmlns:a16="http://schemas.microsoft.com/office/drawing/2014/main" id="{7983BE89-536B-4E53-B79D-7BD5D8588804}"/>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11269975" y="-246392"/>
                  <a:ext cx="411480" cy="54864"/>
                </a:xfrm>
                <a:prstGeom prst="rect">
                  <a:avLst/>
                </a:prstGeom>
                <a:solidFill>
                  <a:srgbClr val="CBCDC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GB" sz="1200" dirty="0">
                      <a:solidFill>
                        <a:schemeClr val="tx1"/>
                      </a:solidFill>
                    </a:rPr>
                    <a:t>22</a:t>
                  </a:r>
                </a:p>
              </p:txBody>
            </p:sp>
            <p:sp>
              <p:nvSpPr>
                <p:cNvPr id="294" name="Rectangle 293">
                  <a:extLst>
                    <a:ext uri="{FF2B5EF4-FFF2-40B4-BE49-F238E27FC236}">
                      <a16:creationId xmlns:a16="http://schemas.microsoft.com/office/drawing/2014/main" id="{0C02EEC7-9937-44F4-812D-9704E54AD9A1}"/>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508000" y="-246392"/>
                  <a:ext cx="412411" cy="54864"/>
                </a:xfrm>
                <a:prstGeom prst="rect">
                  <a:avLst/>
                </a:prstGeom>
                <a:solidFill>
                  <a:srgbClr val="CBCDC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GB" sz="1200" dirty="0">
                      <a:solidFill>
                        <a:schemeClr val="tx1"/>
                      </a:solidFill>
                    </a:rPr>
                    <a:t>1</a:t>
                  </a:r>
                </a:p>
              </p:txBody>
            </p:sp>
          </p:grpSp>
          <p:grpSp>
            <p:nvGrpSpPr>
              <p:cNvPr id="241" name="Group 240">
                <a:extLst>
                  <a:ext uri="{FF2B5EF4-FFF2-40B4-BE49-F238E27FC236}">
                    <a16:creationId xmlns:a16="http://schemas.microsoft.com/office/drawing/2014/main" id="{7EAAAC00-8591-F66D-C1C0-0F93FC5205C0}"/>
                  </a:ext>
                </a:extLst>
              </p:cNvPr>
              <p:cNvGrpSpPr>
                <a:grpSpLocks noGrp="1" noUngrp="1" noRot="1" noMove="1" noResize="1"/>
              </p:cNvGrpSpPr>
              <p:nvPr userDrawn="1"/>
            </p:nvGrpSpPr>
            <p:grpSpPr>
              <a:xfrm>
                <a:off x="4095948" y="-1028699"/>
                <a:ext cx="7585147" cy="446016"/>
                <a:chOff x="4095948" y="-1028699"/>
                <a:chExt cx="7585147" cy="446016"/>
              </a:xfrm>
            </p:grpSpPr>
            <p:grpSp>
              <p:nvGrpSpPr>
                <p:cNvPr id="237" name="Group 236">
                  <a:extLst>
                    <a:ext uri="{FF2B5EF4-FFF2-40B4-BE49-F238E27FC236}">
                      <a16:creationId xmlns:a16="http://schemas.microsoft.com/office/drawing/2014/main" id="{8EE6134A-B9CE-5C26-F2FB-50C65A850C43}"/>
                    </a:ext>
                  </a:extLst>
                </p:cNvPr>
                <p:cNvGrpSpPr>
                  <a:grpSpLocks noGrp="1" noUngrp="1" noRot="1" noMove="1" noResize="1"/>
                </p:cNvGrpSpPr>
                <p:nvPr userDrawn="1"/>
              </p:nvGrpSpPr>
              <p:grpSpPr>
                <a:xfrm>
                  <a:off x="4095948" y="-898315"/>
                  <a:ext cx="7584877" cy="54864"/>
                  <a:chOff x="4095948" y="-898315"/>
                  <a:chExt cx="7584877" cy="54864"/>
                </a:xfrm>
              </p:grpSpPr>
              <p:sp>
                <p:nvSpPr>
                  <p:cNvPr id="265" name="Rectangle 264">
                    <a:extLst>
                      <a:ext uri="{FF2B5EF4-FFF2-40B4-BE49-F238E27FC236}">
                        <a16:creationId xmlns:a16="http://schemas.microsoft.com/office/drawing/2014/main" id="{1CBD0867-787C-48B5-B61D-94524551D00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9221586" y="-898315"/>
                    <a:ext cx="2459239" cy="54864"/>
                  </a:xfrm>
                  <a:prstGeom prst="rect">
                    <a:avLst/>
                  </a:prstGeom>
                  <a:gradFill>
                    <a:gsLst>
                      <a:gs pos="20000">
                        <a:srgbClr val="435254">
                          <a:alpha val="10000"/>
                        </a:srgbClr>
                      </a:gs>
                      <a:gs pos="62000">
                        <a:srgbClr val="435254">
                          <a:alpha val="20000"/>
                        </a:srgb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2551176" tIns="0" rIns="0" bIns="0" rtlCol="0" anchor="ctr" anchorCtr="0"/>
                  <a:lstStyle/>
                  <a:p>
                    <a:pPr algn="l">
                      <a:spcAft>
                        <a:spcPts val="300"/>
                      </a:spcAft>
                    </a:pPr>
                    <a:endParaRPr lang="en-GB" sz="1050" dirty="0">
                      <a:solidFill>
                        <a:srgbClr val="1F3765"/>
                      </a:solidFill>
                      <a:latin typeface="Calibre Medium" panose="020B0603030202060203" pitchFamily="34" charset="0"/>
                    </a:endParaRPr>
                  </a:p>
                </p:txBody>
              </p:sp>
              <p:sp>
                <p:nvSpPr>
                  <p:cNvPr id="266" name="Rectangle 265">
                    <a:extLst>
                      <a:ext uri="{FF2B5EF4-FFF2-40B4-BE49-F238E27FC236}">
                        <a16:creationId xmlns:a16="http://schemas.microsoft.com/office/drawing/2014/main" id="{AC410D49-41E8-4712-A471-4435FC053318}"/>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6658767" y="-898315"/>
                    <a:ext cx="2459239" cy="54864"/>
                  </a:xfrm>
                  <a:prstGeom prst="rect">
                    <a:avLst/>
                  </a:prstGeom>
                  <a:gradFill>
                    <a:gsLst>
                      <a:gs pos="20000">
                        <a:srgbClr val="435254">
                          <a:alpha val="10000"/>
                        </a:srgbClr>
                      </a:gs>
                      <a:gs pos="62000">
                        <a:srgbClr val="435254">
                          <a:alpha val="20000"/>
                        </a:srgb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18288" rtlCol="0" anchor="ctr" anchorCtr="0"/>
                  <a:lstStyle/>
                  <a:p>
                    <a:pPr algn="l">
                      <a:spcAft>
                        <a:spcPts val="300"/>
                      </a:spcAft>
                    </a:pPr>
                    <a:endParaRPr lang="en-GB" sz="1050" dirty="0">
                      <a:solidFill>
                        <a:schemeClr val="tx1"/>
                      </a:solidFill>
                      <a:latin typeface="Calibre Medium" panose="020B0603030202060203" pitchFamily="34" charset="0"/>
                    </a:endParaRPr>
                  </a:p>
                </p:txBody>
              </p:sp>
              <p:sp>
                <p:nvSpPr>
                  <p:cNvPr id="267" name="Rectangle 266">
                    <a:extLst>
                      <a:ext uri="{FF2B5EF4-FFF2-40B4-BE49-F238E27FC236}">
                        <a16:creationId xmlns:a16="http://schemas.microsoft.com/office/drawing/2014/main" id="{FB9ECC68-F331-4D16-B1D2-4327EFA229AC}"/>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4095948" y="-898315"/>
                    <a:ext cx="2459239" cy="54864"/>
                  </a:xfrm>
                  <a:prstGeom prst="rect">
                    <a:avLst/>
                  </a:prstGeom>
                  <a:gradFill>
                    <a:gsLst>
                      <a:gs pos="20000">
                        <a:srgbClr val="435254">
                          <a:alpha val="10000"/>
                        </a:srgbClr>
                      </a:gs>
                      <a:gs pos="62000">
                        <a:srgbClr val="435254">
                          <a:alpha val="20000"/>
                        </a:srgb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18288" rtlCol="0" anchor="ctr" anchorCtr="0"/>
                  <a:lstStyle/>
                  <a:p>
                    <a:pPr algn="l">
                      <a:spcAft>
                        <a:spcPts val="300"/>
                      </a:spcAft>
                    </a:pPr>
                    <a:r>
                      <a:rPr lang="en-GB" sz="1050" dirty="0">
                        <a:solidFill>
                          <a:schemeClr val="tx1"/>
                        </a:solidFill>
                        <a:latin typeface="Calibre Medium" panose="020B0603030202060203" pitchFamily="34" charset="0"/>
                      </a:rPr>
                      <a:t>1/3 = 2.69” / 6.83 cm</a:t>
                    </a:r>
                  </a:p>
                </p:txBody>
              </p:sp>
            </p:grpSp>
            <p:grpSp>
              <p:nvGrpSpPr>
                <p:cNvPr id="238" name="Group 237">
                  <a:extLst>
                    <a:ext uri="{FF2B5EF4-FFF2-40B4-BE49-F238E27FC236}">
                      <a16:creationId xmlns:a16="http://schemas.microsoft.com/office/drawing/2014/main" id="{45530363-3915-C481-7FD5-13514F43883F}"/>
                    </a:ext>
                  </a:extLst>
                </p:cNvPr>
                <p:cNvGrpSpPr>
                  <a:grpSpLocks noGrp="1" noUngrp="1" noRot="1" noMove="1" noResize="1"/>
                </p:cNvGrpSpPr>
                <p:nvPr userDrawn="1"/>
              </p:nvGrpSpPr>
              <p:grpSpPr>
                <a:xfrm>
                  <a:off x="4095948" y="-767931"/>
                  <a:ext cx="7583290" cy="54864"/>
                  <a:chOff x="4095948" y="-767931"/>
                  <a:chExt cx="7583290" cy="54864"/>
                </a:xfrm>
              </p:grpSpPr>
              <p:sp>
                <p:nvSpPr>
                  <p:cNvPr id="261" name="Rectangle 260">
                    <a:extLst>
                      <a:ext uri="{FF2B5EF4-FFF2-40B4-BE49-F238E27FC236}">
                        <a16:creationId xmlns:a16="http://schemas.microsoft.com/office/drawing/2014/main" id="{9E0448FA-A654-4328-85C8-35268B555262}"/>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9850438" y="-767931"/>
                    <a:ext cx="1828800" cy="54864"/>
                  </a:xfrm>
                  <a:prstGeom prst="rect">
                    <a:avLst/>
                  </a:prstGeom>
                  <a:gradFill>
                    <a:gsLst>
                      <a:gs pos="20000">
                        <a:srgbClr val="A388BF">
                          <a:alpha val="10000"/>
                        </a:srgbClr>
                      </a:gs>
                      <a:gs pos="50000">
                        <a:srgbClr val="A388BF">
                          <a:alpha val="20000"/>
                        </a:srgb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2039112" tIns="0" rIns="0" bIns="0" rtlCol="0" anchor="ctr" anchorCtr="0"/>
                  <a:lstStyle/>
                  <a:p>
                    <a:pPr algn="l">
                      <a:spcAft>
                        <a:spcPts val="300"/>
                      </a:spcAft>
                    </a:pPr>
                    <a:endParaRPr lang="en-GB" sz="1050" dirty="0">
                      <a:solidFill>
                        <a:srgbClr val="A388BF"/>
                      </a:solidFill>
                      <a:latin typeface="Calibre Medium" panose="020B0603030202060203" pitchFamily="34" charset="0"/>
                    </a:endParaRPr>
                  </a:p>
                </p:txBody>
              </p:sp>
              <p:sp>
                <p:nvSpPr>
                  <p:cNvPr id="262" name="Rectangle 261">
                    <a:extLst>
                      <a:ext uri="{FF2B5EF4-FFF2-40B4-BE49-F238E27FC236}">
                        <a16:creationId xmlns:a16="http://schemas.microsoft.com/office/drawing/2014/main" id="{A2B81102-49C6-4E2C-BCA6-3B91080FAAF7}"/>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7932274" y="-767931"/>
                    <a:ext cx="1828800" cy="54864"/>
                  </a:xfrm>
                  <a:prstGeom prst="rect">
                    <a:avLst/>
                  </a:prstGeom>
                  <a:gradFill>
                    <a:gsLst>
                      <a:gs pos="20000">
                        <a:srgbClr val="A388BF">
                          <a:alpha val="10000"/>
                        </a:srgbClr>
                      </a:gs>
                      <a:gs pos="50000">
                        <a:srgbClr val="A388BF">
                          <a:alpha val="20000"/>
                        </a:srgb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18288" rtlCol="0" anchor="ctr" anchorCtr="0"/>
                  <a:lstStyle/>
                  <a:p>
                    <a:pPr algn="l">
                      <a:spcAft>
                        <a:spcPts val="300"/>
                      </a:spcAft>
                    </a:pPr>
                    <a:endParaRPr lang="en-GB" sz="1050" dirty="0">
                      <a:solidFill>
                        <a:srgbClr val="885073"/>
                      </a:solidFill>
                      <a:latin typeface="Calibre Medium" panose="020B0603030202060203" pitchFamily="34" charset="0"/>
                    </a:endParaRPr>
                  </a:p>
                </p:txBody>
              </p:sp>
              <p:sp>
                <p:nvSpPr>
                  <p:cNvPr id="263" name="Rectangle 262">
                    <a:extLst>
                      <a:ext uri="{FF2B5EF4-FFF2-40B4-BE49-F238E27FC236}">
                        <a16:creationId xmlns:a16="http://schemas.microsoft.com/office/drawing/2014/main" id="{C1B3F6A0-CF89-475F-898E-C3F507ECF16E}"/>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6014111" y="-767931"/>
                    <a:ext cx="1828800" cy="54864"/>
                  </a:xfrm>
                  <a:prstGeom prst="rect">
                    <a:avLst/>
                  </a:prstGeom>
                  <a:gradFill>
                    <a:gsLst>
                      <a:gs pos="20000">
                        <a:srgbClr val="A388BF">
                          <a:alpha val="10000"/>
                        </a:srgbClr>
                      </a:gs>
                      <a:gs pos="50000">
                        <a:srgbClr val="A388BF">
                          <a:alpha val="20000"/>
                        </a:srgb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118872" rtlCol="0" anchor="b" anchorCtr="0"/>
                  <a:lstStyle/>
                  <a:p>
                    <a:pPr algn="l">
                      <a:spcAft>
                        <a:spcPts val="300"/>
                      </a:spcAft>
                    </a:pPr>
                    <a:endParaRPr lang="en-GB" sz="1200" dirty="0">
                      <a:solidFill>
                        <a:srgbClr val="A388BF"/>
                      </a:solidFill>
                      <a:latin typeface="Calibre Medium" panose="020B0603030202060203" pitchFamily="34" charset="0"/>
                    </a:endParaRPr>
                  </a:p>
                </p:txBody>
              </p:sp>
              <p:sp>
                <p:nvSpPr>
                  <p:cNvPr id="264" name="Rectangle 263">
                    <a:extLst>
                      <a:ext uri="{FF2B5EF4-FFF2-40B4-BE49-F238E27FC236}">
                        <a16:creationId xmlns:a16="http://schemas.microsoft.com/office/drawing/2014/main" id="{E56CC609-DA60-4BC9-8468-0CEB52F54BAE}"/>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4095948" y="-767931"/>
                    <a:ext cx="1828800" cy="54864"/>
                  </a:xfrm>
                  <a:prstGeom prst="rect">
                    <a:avLst/>
                  </a:prstGeom>
                  <a:gradFill>
                    <a:gsLst>
                      <a:gs pos="20000">
                        <a:srgbClr val="A388BF">
                          <a:alpha val="10000"/>
                        </a:srgbClr>
                      </a:gs>
                      <a:gs pos="50000">
                        <a:srgbClr val="A388BF">
                          <a:alpha val="20000"/>
                        </a:srgb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18288" rtlCol="0" anchor="ctr" anchorCtr="0"/>
                  <a:lstStyle/>
                  <a:p>
                    <a:pPr algn="l">
                      <a:spcAft>
                        <a:spcPts val="300"/>
                      </a:spcAft>
                    </a:pPr>
                    <a:r>
                      <a:rPr lang="en-GB" sz="1050" dirty="0">
                        <a:solidFill>
                          <a:srgbClr val="885073"/>
                        </a:solidFill>
                        <a:latin typeface="Calibre Medium" panose="020B0603030202060203" pitchFamily="34" charset="0"/>
                      </a:rPr>
                      <a:t>1/4 = 2.00” / 5.08 cm</a:t>
                    </a:r>
                  </a:p>
                </p:txBody>
              </p:sp>
            </p:grpSp>
            <p:grpSp>
              <p:nvGrpSpPr>
                <p:cNvPr id="239" name="Group 238">
                  <a:extLst>
                    <a:ext uri="{FF2B5EF4-FFF2-40B4-BE49-F238E27FC236}">
                      <a16:creationId xmlns:a16="http://schemas.microsoft.com/office/drawing/2014/main" id="{D9C32D92-17DA-2477-B776-576B82DAFF5C}"/>
                    </a:ext>
                  </a:extLst>
                </p:cNvPr>
                <p:cNvGrpSpPr>
                  <a:grpSpLocks noGrp="1" noUngrp="1" noRot="1" noMove="1" noResize="1"/>
                </p:cNvGrpSpPr>
                <p:nvPr userDrawn="1"/>
              </p:nvGrpSpPr>
              <p:grpSpPr>
                <a:xfrm>
                  <a:off x="4095949" y="-1028699"/>
                  <a:ext cx="7584878" cy="54864"/>
                  <a:chOff x="4095949" y="-1028699"/>
                  <a:chExt cx="7584878" cy="54864"/>
                </a:xfrm>
              </p:grpSpPr>
              <p:sp>
                <p:nvSpPr>
                  <p:cNvPr id="259" name="Rectangle 258">
                    <a:extLst>
                      <a:ext uri="{FF2B5EF4-FFF2-40B4-BE49-F238E27FC236}">
                        <a16:creationId xmlns:a16="http://schemas.microsoft.com/office/drawing/2014/main" id="{8727F83F-EFA4-41F6-BE98-3071F6D264E3}"/>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8194875" y="-1028699"/>
                    <a:ext cx="3485952" cy="54864"/>
                  </a:xfrm>
                  <a:prstGeom prst="rect">
                    <a:avLst/>
                  </a:prstGeom>
                  <a:gradFill flip="none" rotWithShape="1">
                    <a:gsLst>
                      <a:gs pos="0">
                        <a:srgbClr val="3E7CA6">
                          <a:alpha val="10000"/>
                        </a:srgbClr>
                      </a:gs>
                      <a:gs pos="50000">
                        <a:srgbClr val="3E7CA6">
                          <a:alpha val="20000"/>
                        </a:srgbClr>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4087368" tIns="0" rIns="0" bIns="0" rtlCol="0" anchor="ctr" anchorCtr="0"/>
                  <a:lstStyle/>
                  <a:p>
                    <a:pPr algn="l">
                      <a:spcAft>
                        <a:spcPts val="300"/>
                      </a:spcAft>
                    </a:pPr>
                    <a:endParaRPr lang="en-GB" sz="1050" dirty="0">
                      <a:solidFill>
                        <a:srgbClr val="3E7CA6"/>
                      </a:solidFill>
                      <a:latin typeface="Calibre Medium" panose="020B0603030202060203" pitchFamily="34" charset="0"/>
                    </a:endParaRPr>
                  </a:p>
                </p:txBody>
              </p:sp>
              <p:sp>
                <p:nvSpPr>
                  <p:cNvPr id="260" name="Rectangle 259">
                    <a:extLst>
                      <a:ext uri="{FF2B5EF4-FFF2-40B4-BE49-F238E27FC236}">
                        <a16:creationId xmlns:a16="http://schemas.microsoft.com/office/drawing/2014/main" id="{6B61D736-B12C-4DFF-A69B-5D83D956F24B}"/>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4095949" y="-1028699"/>
                    <a:ext cx="3485952" cy="54864"/>
                  </a:xfrm>
                  <a:prstGeom prst="rect">
                    <a:avLst/>
                  </a:prstGeom>
                  <a:gradFill flip="none" rotWithShape="1">
                    <a:gsLst>
                      <a:gs pos="0">
                        <a:srgbClr val="3E7CA6">
                          <a:alpha val="10000"/>
                        </a:srgbClr>
                      </a:gs>
                      <a:gs pos="50000">
                        <a:srgbClr val="3E7CA6">
                          <a:alpha val="20000"/>
                        </a:srgbClr>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0" rIns="0" bIns="18288" rtlCol="0" anchor="ctr" anchorCtr="0"/>
                  <a:lstStyle/>
                  <a:p>
                    <a:pPr algn="l">
                      <a:spcAft>
                        <a:spcPts val="300"/>
                      </a:spcAft>
                    </a:pPr>
                    <a:r>
                      <a:rPr lang="en-GB" sz="1050" dirty="0">
                        <a:solidFill>
                          <a:srgbClr val="3E7CA6"/>
                        </a:solidFill>
                        <a:latin typeface="Calibre Medium" panose="020B0603030202060203" pitchFamily="34" charset="0"/>
                      </a:rPr>
                      <a:t>1/2 = 3.81” / 9.68 cm</a:t>
                    </a:r>
                  </a:p>
                </p:txBody>
              </p:sp>
            </p:grpSp>
            <p:grpSp>
              <p:nvGrpSpPr>
                <p:cNvPr id="240" name="Group 239">
                  <a:extLst>
                    <a:ext uri="{FF2B5EF4-FFF2-40B4-BE49-F238E27FC236}">
                      <a16:creationId xmlns:a16="http://schemas.microsoft.com/office/drawing/2014/main" id="{344FDDBE-0A85-89B4-AF4F-D30D1BFFA7F6}"/>
                    </a:ext>
                  </a:extLst>
                </p:cNvPr>
                <p:cNvGrpSpPr>
                  <a:grpSpLocks noGrp="1" noUngrp="1" noRot="1" noMove="1" noResize="1"/>
                </p:cNvGrpSpPr>
                <p:nvPr userDrawn="1"/>
              </p:nvGrpSpPr>
              <p:grpSpPr>
                <a:xfrm>
                  <a:off x="4095948" y="-637547"/>
                  <a:ext cx="7585147" cy="54864"/>
                  <a:chOff x="4095948" y="-637547"/>
                  <a:chExt cx="7585147" cy="54864"/>
                </a:xfrm>
              </p:grpSpPr>
              <p:sp>
                <p:nvSpPr>
                  <p:cNvPr id="254" name="Rectangle 253">
                    <a:extLst>
                      <a:ext uri="{FF2B5EF4-FFF2-40B4-BE49-F238E27FC236}">
                        <a16:creationId xmlns:a16="http://schemas.microsoft.com/office/drawing/2014/main" id="{B891FEF4-FBCD-4C79-965F-DE61B2D58C09}"/>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10245487" y="-637547"/>
                    <a:ext cx="1435608" cy="54864"/>
                  </a:xfrm>
                  <a:prstGeom prst="rect">
                    <a:avLst/>
                  </a:prstGeom>
                  <a:gradFill>
                    <a:gsLst>
                      <a:gs pos="20000">
                        <a:srgbClr val="D2785A">
                          <a:alpha val="10000"/>
                        </a:srgbClr>
                      </a:gs>
                      <a:gs pos="65000">
                        <a:srgbClr val="D2785A">
                          <a:alpha val="20000"/>
                        </a:srgb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0" rIns="0" bIns="18288" rtlCol="0" anchor="ctr" anchorCtr="0"/>
                  <a:lstStyle/>
                  <a:p>
                    <a:pPr algn="l">
                      <a:spcAft>
                        <a:spcPts val="300"/>
                      </a:spcAft>
                    </a:pPr>
                    <a:endParaRPr lang="en-GB" sz="1050" dirty="0">
                      <a:solidFill>
                        <a:srgbClr val="D2785A"/>
                      </a:solidFill>
                      <a:latin typeface="Calibre Medium" panose="020B0603030202060203" pitchFamily="34" charset="0"/>
                    </a:endParaRPr>
                  </a:p>
                </p:txBody>
              </p:sp>
              <p:sp>
                <p:nvSpPr>
                  <p:cNvPr id="255" name="Rectangle 254">
                    <a:extLst>
                      <a:ext uri="{FF2B5EF4-FFF2-40B4-BE49-F238E27FC236}">
                        <a16:creationId xmlns:a16="http://schemas.microsoft.com/office/drawing/2014/main" id="{ADA3F96D-6143-4AC3-B6AC-AFA3934766F0}"/>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7170718" y="-637547"/>
                    <a:ext cx="1435608" cy="54864"/>
                  </a:xfrm>
                  <a:prstGeom prst="rect">
                    <a:avLst/>
                  </a:prstGeom>
                  <a:gradFill>
                    <a:gsLst>
                      <a:gs pos="20000">
                        <a:srgbClr val="D2785A">
                          <a:alpha val="10000"/>
                        </a:srgbClr>
                      </a:gs>
                      <a:gs pos="65000">
                        <a:srgbClr val="D2785A">
                          <a:alpha val="20000"/>
                        </a:srgb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2039112" tIns="0" rIns="0" bIns="0" rtlCol="0" anchor="ctr" anchorCtr="0"/>
                  <a:lstStyle/>
                  <a:p>
                    <a:pPr algn="l">
                      <a:spcAft>
                        <a:spcPts val="300"/>
                      </a:spcAft>
                    </a:pPr>
                    <a:endParaRPr lang="en-GB" sz="1050" dirty="0">
                      <a:solidFill>
                        <a:srgbClr val="D2785A"/>
                      </a:solidFill>
                      <a:latin typeface="Calibre Medium" panose="020B0603030202060203" pitchFamily="34" charset="0"/>
                    </a:endParaRPr>
                  </a:p>
                </p:txBody>
              </p:sp>
              <p:sp>
                <p:nvSpPr>
                  <p:cNvPr id="256" name="Rectangle 255">
                    <a:extLst>
                      <a:ext uri="{FF2B5EF4-FFF2-40B4-BE49-F238E27FC236}">
                        <a16:creationId xmlns:a16="http://schemas.microsoft.com/office/drawing/2014/main" id="{E5322008-4D8B-47D1-964C-57254593355A}"/>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8708103" y="-637547"/>
                    <a:ext cx="1435608" cy="54864"/>
                  </a:xfrm>
                  <a:prstGeom prst="rect">
                    <a:avLst/>
                  </a:prstGeom>
                  <a:gradFill>
                    <a:gsLst>
                      <a:gs pos="20000">
                        <a:srgbClr val="D2785A">
                          <a:alpha val="10000"/>
                        </a:srgbClr>
                      </a:gs>
                      <a:gs pos="65000">
                        <a:srgbClr val="D2785A">
                          <a:alpha val="20000"/>
                        </a:srgb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2039112" tIns="0" rIns="0" bIns="0" rtlCol="0" anchor="ctr" anchorCtr="0"/>
                  <a:lstStyle/>
                  <a:p>
                    <a:pPr algn="l">
                      <a:spcAft>
                        <a:spcPts val="300"/>
                      </a:spcAft>
                    </a:pPr>
                    <a:endParaRPr lang="en-GB" sz="1050" dirty="0">
                      <a:solidFill>
                        <a:srgbClr val="D2785A"/>
                      </a:solidFill>
                      <a:latin typeface="Calibre Medium" panose="020B0603030202060203" pitchFamily="34" charset="0"/>
                    </a:endParaRPr>
                  </a:p>
                </p:txBody>
              </p:sp>
              <p:sp>
                <p:nvSpPr>
                  <p:cNvPr id="257" name="Rectangle 256">
                    <a:extLst>
                      <a:ext uri="{FF2B5EF4-FFF2-40B4-BE49-F238E27FC236}">
                        <a16:creationId xmlns:a16="http://schemas.microsoft.com/office/drawing/2014/main" id="{7F460D74-A559-4C23-942B-AECA8792A6B2}"/>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4095948" y="-637547"/>
                    <a:ext cx="1435608" cy="54864"/>
                  </a:xfrm>
                  <a:prstGeom prst="rect">
                    <a:avLst/>
                  </a:prstGeom>
                  <a:gradFill>
                    <a:gsLst>
                      <a:gs pos="20000">
                        <a:srgbClr val="D2785A">
                          <a:alpha val="10000"/>
                        </a:srgbClr>
                      </a:gs>
                      <a:gs pos="65000">
                        <a:srgbClr val="D2785A">
                          <a:alpha val="20000"/>
                        </a:srgb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0" rIns="0" bIns="18288" rtlCol="0" anchor="ctr" anchorCtr="0"/>
                  <a:lstStyle/>
                  <a:p>
                    <a:pPr algn="l">
                      <a:spcAft>
                        <a:spcPts val="300"/>
                      </a:spcAft>
                    </a:pPr>
                    <a:r>
                      <a:rPr lang="en-GB" sz="1050" dirty="0">
                        <a:solidFill>
                          <a:srgbClr val="D2785A"/>
                        </a:solidFill>
                        <a:latin typeface="Calibre Medium" panose="020B0603030202060203" pitchFamily="34" charset="0"/>
                      </a:rPr>
                      <a:t>1/5 = 1.57” / 3.99 cm</a:t>
                    </a:r>
                  </a:p>
                </p:txBody>
              </p:sp>
              <p:sp>
                <p:nvSpPr>
                  <p:cNvPr id="258" name="Rectangle 257">
                    <a:extLst>
                      <a:ext uri="{FF2B5EF4-FFF2-40B4-BE49-F238E27FC236}">
                        <a16:creationId xmlns:a16="http://schemas.microsoft.com/office/drawing/2014/main" id="{17C2597C-148F-4D1C-AE00-575D3B02CC31}"/>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5633333" y="-637547"/>
                    <a:ext cx="1435608" cy="54864"/>
                  </a:xfrm>
                  <a:prstGeom prst="rect">
                    <a:avLst/>
                  </a:prstGeom>
                  <a:gradFill>
                    <a:gsLst>
                      <a:gs pos="20000">
                        <a:srgbClr val="D2785A">
                          <a:alpha val="10000"/>
                        </a:srgbClr>
                      </a:gs>
                      <a:gs pos="65000">
                        <a:srgbClr val="D2785A">
                          <a:alpha val="20000"/>
                        </a:srgb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2039112" tIns="0" rIns="0" bIns="0" rtlCol="0" anchor="ctr" anchorCtr="0"/>
                  <a:lstStyle/>
                  <a:p>
                    <a:pPr algn="l">
                      <a:spcAft>
                        <a:spcPts val="300"/>
                      </a:spcAft>
                    </a:pPr>
                    <a:endParaRPr lang="en-GB" sz="1050" dirty="0">
                      <a:solidFill>
                        <a:srgbClr val="D2785A"/>
                      </a:solidFill>
                      <a:latin typeface="Calibre Medium" panose="020B0603030202060203" pitchFamily="34" charset="0"/>
                    </a:endParaRPr>
                  </a:p>
                </p:txBody>
              </p:sp>
            </p:grpSp>
          </p:grpSp>
          <p:grpSp>
            <p:nvGrpSpPr>
              <p:cNvPr id="244" name="Group 243">
                <a:extLst>
                  <a:ext uri="{FF2B5EF4-FFF2-40B4-BE49-F238E27FC236}">
                    <a16:creationId xmlns:a16="http://schemas.microsoft.com/office/drawing/2014/main" id="{0A0DF473-3A8A-E6C5-0B79-BF1E5C9873BF}"/>
                  </a:ext>
                </a:extLst>
              </p:cNvPr>
              <p:cNvGrpSpPr>
                <a:grpSpLocks noGrp="1" noUngrp="1" noRot="1" noMove="1" noResize="1"/>
              </p:cNvGrpSpPr>
              <p:nvPr userDrawn="1"/>
            </p:nvGrpSpPr>
            <p:grpSpPr>
              <a:xfrm>
                <a:off x="508000" y="-376778"/>
                <a:ext cx="11173462" cy="54865"/>
                <a:chOff x="508000" y="-376778"/>
                <a:chExt cx="11173462" cy="54865"/>
              </a:xfrm>
            </p:grpSpPr>
            <p:sp>
              <p:nvSpPr>
                <p:cNvPr id="279" name="Rectangle 278">
                  <a:extLst>
                    <a:ext uri="{FF2B5EF4-FFF2-40B4-BE49-F238E27FC236}">
                      <a16:creationId xmlns:a16="http://schemas.microsoft.com/office/drawing/2014/main" id="{F5285A6E-4679-48BB-8612-1728924AF23F}"/>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3583517" y="-376777"/>
                  <a:ext cx="411480" cy="54864"/>
                </a:xfrm>
                <a:prstGeom prst="rect">
                  <a:avLst/>
                </a:prstGeom>
                <a:solidFill>
                  <a:srgbClr val="CBCDC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lvl="0" algn="ctr">
                    <a:spcAft>
                      <a:spcPts val="300"/>
                    </a:spcAft>
                  </a:pPr>
                  <a:r>
                    <a:rPr lang="en-GB" sz="1200" dirty="0">
                      <a:solidFill>
                        <a:schemeClr val="tx1"/>
                      </a:solidFill>
                    </a:rPr>
                    <a:t>S</a:t>
                  </a:r>
                </a:p>
              </p:txBody>
            </p:sp>
            <p:grpSp>
              <p:nvGrpSpPr>
                <p:cNvPr id="242" name="Group 241">
                  <a:extLst>
                    <a:ext uri="{FF2B5EF4-FFF2-40B4-BE49-F238E27FC236}">
                      <a16:creationId xmlns:a16="http://schemas.microsoft.com/office/drawing/2014/main" id="{8CF718B4-2C0B-6DC1-C1FD-D6565D7F4221}"/>
                    </a:ext>
                  </a:extLst>
                </p:cNvPr>
                <p:cNvGrpSpPr>
                  <a:grpSpLocks noGrp="1" noUngrp="1" noRot="1" noMove="1" noResize="1"/>
                </p:cNvGrpSpPr>
                <p:nvPr userDrawn="1"/>
              </p:nvGrpSpPr>
              <p:grpSpPr>
                <a:xfrm>
                  <a:off x="508000" y="-376778"/>
                  <a:ext cx="2974566" cy="54865"/>
                  <a:chOff x="508000" y="-376778"/>
                  <a:chExt cx="2974566" cy="54865"/>
                </a:xfrm>
              </p:grpSpPr>
              <p:sp>
                <p:nvSpPr>
                  <p:cNvPr id="272" name="Rectangle 271">
                    <a:extLst>
                      <a:ext uri="{FF2B5EF4-FFF2-40B4-BE49-F238E27FC236}">
                        <a16:creationId xmlns:a16="http://schemas.microsoft.com/office/drawing/2014/main" id="{83F6563A-2026-4268-A1BE-5A7E6B5F6BA4}"/>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3071086" y="-376777"/>
                    <a:ext cx="411480" cy="54864"/>
                  </a:xfrm>
                  <a:prstGeom prst="rect">
                    <a:avLst/>
                  </a:prstGeom>
                  <a:solidFill>
                    <a:srgbClr val="AD2A2A">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GB" sz="1200" dirty="0">
                        <a:solidFill>
                          <a:srgbClr val="AD2A2A"/>
                        </a:solidFill>
                      </a:rPr>
                      <a:t>-1</a:t>
                    </a:r>
                  </a:p>
                </p:txBody>
              </p:sp>
              <p:sp>
                <p:nvSpPr>
                  <p:cNvPr id="273" name="Rectangle 272">
                    <a:extLst>
                      <a:ext uri="{FF2B5EF4-FFF2-40B4-BE49-F238E27FC236}">
                        <a16:creationId xmlns:a16="http://schemas.microsoft.com/office/drawing/2014/main" id="{B3924D69-BA8A-4BDF-9AD9-ACD0FEECFF60}"/>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2558655" y="-376777"/>
                    <a:ext cx="411480" cy="54864"/>
                  </a:xfrm>
                  <a:prstGeom prst="rect">
                    <a:avLst/>
                  </a:prstGeom>
                  <a:solidFill>
                    <a:srgbClr val="AD2A2A">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GB" sz="1200" dirty="0">
                        <a:solidFill>
                          <a:srgbClr val="AD2A2A"/>
                        </a:solidFill>
                      </a:rPr>
                      <a:t>-2</a:t>
                    </a:r>
                  </a:p>
                </p:txBody>
              </p:sp>
              <p:sp>
                <p:nvSpPr>
                  <p:cNvPr id="274" name="Rectangle 273">
                    <a:extLst>
                      <a:ext uri="{FF2B5EF4-FFF2-40B4-BE49-F238E27FC236}">
                        <a16:creationId xmlns:a16="http://schemas.microsoft.com/office/drawing/2014/main" id="{55CCBD03-5338-4A22-8610-A29918D09992}"/>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2046224" y="-376777"/>
                    <a:ext cx="411480" cy="54864"/>
                  </a:xfrm>
                  <a:prstGeom prst="rect">
                    <a:avLst/>
                  </a:prstGeom>
                  <a:solidFill>
                    <a:srgbClr val="AD2A2A">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GB" sz="1200" dirty="0">
                        <a:solidFill>
                          <a:srgbClr val="AD2A2A"/>
                        </a:solidFill>
                      </a:rPr>
                      <a:t>-3</a:t>
                    </a:r>
                  </a:p>
                </p:txBody>
              </p:sp>
              <p:sp>
                <p:nvSpPr>
                  <p:cNvPr id="275" name="Rectangle 274">
                    <a:extLst>
                      <a:ext uri="{FF2B5EF4-FFF2-40B4-BE49-F238E27FC236}">
                        <a16:creationId xmlns:a16="http://schemas.microsoft.com/office/drawing/2014/main" id="{D6A91BE8-C62D-48DD-BEE7-B32CC19AAD7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1533793" y="-376777"/>
                    <a:ext cx="411480" cy="54864"/>
                  </a:xfrm>
                  <a:prstGeom prst="rect">
                    <a:avLst/>
                  </a:prstGeom>
                  <a:solidFill>
                    <a:srgbClr val="AD2A2A">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GB" sz="1200" dirty="0">
                        <a:solidFill>
                          <a:srgbClr val="AD2A2A"/>
                        </a:solidFill>
                      </a:rPr>
                      <a:t>-4</a:t>
                    </a:r>
                  </a:p>
                </p:txBody>
              </p:sp>
              <p:sp>
                <p:nvSpPr>
                  <p:cNvPr id="276" name="Rectangle 275">
                    <a:extLst>
                      <a:ext uri="{FF2B5EF4-FFF2-40B4-BE49-F238E27FC236}">
                        <a16:creationId xmlns:a16="http://schemas.microsoft.com/office/drawing/2014/main" id="{70F553C4-17E2-454B-90A9-669C49287BAB}"/>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1021362" y="-376777"/>
                    <a:ext cx="411480" cy="54864"/>
                  </a:xfrm>
                  <a:prstGeom prst="rect">
                    <a:avLst/>
                  </a:prstGeom>
                  <a:solidFill>
                    <a:srgbClr val="AD2A2A">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GB" sz="1200" dirty="0">
                        <a:solidFill>
                          <a:srgbClr val="AD2A2A"/>
                        </a:solidFill>
                      </a:rPr>
                      <a:t>-5</a:t>
                    </a:r>
                  </a:p>
                </p:txBody>
              </p:sp>
              <p:sp>
                <p:nvSpPr>
                  <p:cNvPr id="277" name="Rectangle 276">
                    <a:extLst>
                      <a:ext uri="{FF2B5EF4-FFF2-40B4-BE49-F238E27FC236}">
                        <a16:creationId xmlns:a16="http://schemas.microsoft.com/office/drawing/2014/main" id="{15E47176-FD6E-4FAF-8FBC-BC8146B973C9}"/>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508000" y="-376778"/>
                    <a:ext cx="412411" cy="54864"/>
                  </a:xfrm>
                  <a:prstGeom prst="rect">
                    <a:avLst/>
                  </a:prstGeom>
                  <a:solidFill>
                    <a:srgbClr val="AD2A2A">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GB" sz="1200" dirty="0">
                        <a:solidFill>
                          <a:srgbClr val="AD2A2A"/>
                        </a:solidFill>
                      </a:rPr>
                      <a:t>-6</a:t>
                    </a:r>
                  </a:p>
                </p:txBody>
              </p:sp>
            </p:grpSp>
            <p:grpSp>
              <p:nvGrpSpPr>
                <p:cNvPr id="243" name="Group 242">
                  <a:extLst>
                    <a:ext uri="{FF2B5EF4-FFF2-40B4-BE49-F238E27FC236}">
                      <a16:creationId xmlns:a16="http://schemas.microsoft.com/office/drawing/2014/main" id="{58D5DA1B-AFD3-C434-63EC-F02BF59A3D5F}"/>
                    </a:ext>
                  </a:extLst>
                </p:cNvPr>
                <p:cNvGrpSpPr>
                  <a:grpSpLocks noGrp="1" noUngrp="1" noRot="1" noMove="1" noResize="1"/>
                </p:cNvGrpSpPr>
                <p:nvPr userDrawn="1"/>
              </p:nvGrpSpPr>
              <p:grpSpPr>
                <a:xfrm>
                  <a:off x="4095948" y="-376777"/>
                  <a:ext cx="7585514" cy="54864"/>
                  <a:chOff x="4095948" y="-376777"/>
                  <a:chExt cx="7585514" cy="54864"/>
                </a:xfrm>
              </p:grpSpPr>
              <p:sp>
                <p:nvSpPr>
                  <p:cNvPr id="9" name="Rectangle 8">
                    <a:extLst>
                      <a:ext uri="{FF2B5EF4-FFF2-40B4-BE49-F238E27FC236}">
                        <a16:creationId xmlns:a16="http://schemas.microsoft.com/office/drawing/2014/main" id="{CC4BE8B6-73E6-8498-3492-34B563DBF093}"/>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8707827" y="-376777"/>
                    <a:ext cx="411480" cy="54864"/>
                  </a:xfrm>
                  <a:prstGeom prst="rect">
                    <a:avLst/>
                  </a:prstGeom>
                  <a:solidFill>
                    <a:srgbClr val="17E88F">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GB" sz="1200" dirty="0">
                        <a:solidFill>
                          <a:srgbClr val="012A2D"/>
                        </a:solidFill>
                      </a:rPr>
                      <a:t>10</a:t>
                    </a:r>
                  </a:p>
                </p:txBody>
              </p:sp>
              <p:sp>
                <p:nvSpPr>
                  <p:cNvPr id="10" name="Rectangle 9">
                    <a:extLst>
                      <a:ext uri="{FF2B5EF4-FFF2-40B4-BE49-F238E27FC236}">
                        <a16:creationId xmlns:a16="http://schemas.microsoft.com/office/drawing/2014/main" id="{984DBB14-6270-C5E2-4463-6B7A09C8EDD0}"/>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4095948" y="-376777"/>
                    <a:ext cx="411480" cy="54864"/>
                  </a:xfrm>
                  <a:prstGeom prst="rect">
                    <a:avLst/>
                  </a:prstGeom>
                  <a:solidFill>
                    <a:srgbClr val="17E88F">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GB" sz="1200" dirty="0">
                        <a:solidFill>
                          <a:srgbClr val="012A2D"/>
                        </a:solidFill>
                      </a:rPr>
                      <a:t>1</a:t>
                    </a:r>
                  </a:p>
                </p:txBody>
              </p:sp>
              <p:sp>
                <p:nvSpPr>
                  <p:cNvPr id="11" name="Rectangle 10">
                    <a:extLst>
                      <a:ext uri="{FF2B5EF4-FFF2-40B4-BE49-F238E27FC236}">
                        <a16:creationId xmlns:a16="http://schemas.microsoft.com/office/drawing/2014/main" id="{D4271AB7-7910-BAEA-80E7-0CE8D90C9F2C}"/>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4608379" y="-376777"/>
                    <a:ext cx="411480" cy="54864"/>
                  </a:xfrm>
                  <a:prstGeom prst="rect">
                    <a:avLst/>
                  </a:prstGeom>
                  <a:solidFill>
                    <a:srgbClr val="17E88F">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GB" sz="1200" dirty="0">
                        <a:solidFill>
                          <a:srgbClr val="012A2D"/>
                        </a:solidFill>
                      </a:rPr>
                      <a:t>2</a:t>
                    </a:r>
                  </a:p>
                </p:txBody>
              </p:sp>
              <p:sp>
                <p:nvSpPr>
                  <p:cNvPr id="12" name="Rectangle 11">
                    <a:extLst>
                      <a:ext uri="{FF2B5EF4-FFF2-40B4-BE49-F238E27FC236}">
                        <a16:creationId xmlns:a16="http://schemas.microsoft.com/office/drawing/2014/main" id="{4E046D39-DF20-5956-C8B2-516063DE995F}"/>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5120810" y="-376777"/>
                    <a:ext cx="411480" cy="54864"/>
                  </a:xfrm>
                  <a:prstGeom prst="rect">
                    <a:avLst/>
                  </a:prstGeom>
                  <a:solidFill>
                    <a:srgbClr val="17E88F">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GB" sz="1200" dirty="0">
                        <a:solidFill>
                          <a:srgbClr val="012A2D"/>
                        </a:solidFill>
                      </a:rPr>
                      <a:t>3</a:t>
                    </a:r>
                  </a:p>
                </p:txBody>
              </p:sp>
              <p:sp>
                <p:nvSpPr>
                  <p:cNvPr id="13" name="Rectangle 12">
                    <a:extLst>
                      <a:ext uri="{FF2B5EF4-FFF2-40B4-BE49-F238E27FC236}">
                        <a16:creationId xmlns:a16="http://schemas.microsoft.com/office/drawing/2014/main" id="{CB49B006-C64D-27BD-EA23-BEFFE4ED5A69}"/>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5633241" y="-376777"/>
                    <a:ext cx="411480" cy="54864"/>
                  </a:xfrm>
                  <a:prstGeom prst="rect">
                    <a:avLst/>
                  </a:prstGeom>
                  <a:solidFill>
                    <a:srgbClr val="17E88F">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GB" sz="1200" dirty="0">
                        <a:solidFill>
                          <a:srgbClr val="012A2D"/>
                        </a:solidFill>
                      </a:rPr>
                      <a:t>4</a:t>
                    </a:r>
                  </a:p>
                </p:txBody>
              </p:sp>
              <p:sp>
                <p:nvSpPr>
                  <p:cNvPr id="15" name="Rectangle 14">
                    <a:extLst>
                      <a:ext uri="{FF2B5EF4-FFF2-40B4-BE49-F238E27FC236}">
                        <a16:creationId xmlns:a16="http://schemas.microsoft.com/office/drawing/2014/main" id="{ACE90E9C-AB1D-0122-37BD-0C85B05778B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6145672" y="-376777"/>
                    <a:ext cx="411480" cy="54864"/>
                  </a:xfrm>
                  <a:prstGeom prst="rect">
                    <a:avLst/>
                  </a:prstGeom>
                  <a:solidFill>
                    <a:srgbClr val="17E88F">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GB" sz="1200" dirty="0">
                        <a:solidFill>
                          <a:srgbClr val="012A2D"/>
                        </a:solidFill>
                      </a:rPr>
                      <a:t>5</a:t>
                    </a:r>
                  </a:p>
                </p:txBody>
              </p:sp>
              <p:sp>
                <p:nvSpPr>
                  <p:cNvPr id="16" name="Rectangle 15">
                    <a:extLst>
                      <a:ext uri="{FF2B5EF4-FFF2-40B4-BE49-F238E27FC236}">
                        <a16:creationId xmlns:a16="http://schemas.microsoft.com/office/drawing/2014/main" id="{790F705A-FC4B-9043-4115-285497C1A8DF}"/>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6658103" y="-376777"/>
                    <a:ext cx="411480" cy="54864"/>
                  </a:xfrm>
                  <a:prstGeom prst="rect">
                    <a:avLst/>
                  </a:prstGeom>
                  <a:solidFill>
                    <a:srgbClr val="17E88F">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GB" sz="1200" dirty="0">
                        <a:solidFill>
                          <a:srgbClr val="012A2D"/>
                        </a:solidFill>
                      </a:rPr>
                      <a:t>6</a:t>
                    </a:r>
                  </a:p>
                </p:txBody>
              </p:sp>
              <p:sp>
                <p:nvSpPr>
                  <p:cNvPr id="17" name="Rectangle 16">
                    <a:extLst>
                      <a:ext uri="{FF2B5EF4-FFF2-40B4-BE49-F238E27FC236}">
                        <a16:creationId xmlns:a16="http://schemas.microsoft.com/office/drawing/2014/main" id="{5BD41EE3-1708-3D0D-7AC3-DECE007B0042}"/>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7170534" y="-376777"/>
                    <a:ext cx="411480" cy="54864"/>
                  </a:xfrm>
                  <a:prstGeom prst="rect">
                    <a:avLst/>
                  </a:prstGeom>
                  <a:solidFill>
                    <a:srgbClr val="17E88F">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GB" sz="1200" dirty="0">
                        <a:solidFill>
                          <a:srgbClr val="012A2D"/>
                        </a:solidFill>
                      </a:rPr>
                      <a:t>7</a:t>
                    </a:r>
                  </a:p>
                </p:txBody>
              </p:sp>
              <p:sp>
                <p:nvSpPr>
                  <p:cNvPr id="19" name="Rectangle 18">
                    <a:extLst>
                      <a:ext uri="{FF2B5EF4-FFF2-40B4-BE49-F238E27FC236}">
                        <a16:creationId xmlns:a16="http://schemas.microsoft.com/office/drawing/2014/main" id="{BFBB81B1-0E6E-FEBF-C165-EAB4D02C4B1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7682965" y="-376777"/>
                    <a:ext cx="411480" cy="54864"/>
                  </a:xfrm>
                  <a:prstGeom prst="rect">
                    <a:avLst/>
                  </a:prstGeom>
                  <a:solidFill>
                    <a:srgbClr val="17E88F">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GB" sz="1200" dirty="0">
                        <a:solidFill>
                          <a:srgbClr val="012A2D"/>
                        </a:solidFill>
                      </a:rPr>
                      <a:t>8</a:t>
                    </a:r>
                  </a:p>
                </p:txBody>
              </p:sp>
              <p:sp>
                <p:nvSpPr>
                  <p:cNvPr id="20" name="Rectangle 19">
                    <a:extLst>
                      <a:ext uri="{FF2B5EF4-FFF2-40B4-BE49-F238E27FC236}">
                        <a16:creationId xmlns:a16="http://schemas.microsoft.com/office/drawing/2014/main" id="{ED5C1B21-7325-DEC0-CE1E-5C1C4AE298D8}"/>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8195396" y="-376777"/>
                    <a:ext cx="411480" cy="54864"/>
                  </a:xfrm>
                  <a:prstGeom prst="rect">
                    <a:avLst/>
                  </a:prstGeom>
                  <a:solidFill>
                    <a:srgbClr val="17E88F">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GB" sz="1200" dirty="0">
                        <a:solidFill>
                          <a:srgbClr val="012A2D"/>
                        </a:solidFill>
                      </a:rPr>
                      <a:t>9</a:t>
                    </a:r>
                  </a:p>
                </p:txBody>
              </p:sp>
              <p:sp>
                <p:nvSpPr>
                  <p:cNvPr id="30" name="Rectangle 29">
                    <a:extLst>
                      <a:ext uri="{FF2B5EF4-FFF2-40B4-BE49-F238E27FC236}">
                        <a16:creationId xmlns:a16="http://schemas.microsoft.com/office/drawing/2014/main" id="{909A83E3-C609-E1F8-2F89-81C106340E52}"/>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9220258" y="-376777"/>
                    <a:ext cx="411480" cy="54864"/>
                  </a:xfrm>
                  <a:prstGeom prst="rect">
                    <a:avLst/>
                  </a:prstGeom>
                  <a:solidFill>
                    <a:srgbClr val="17E88F">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GB" sz="1200" dirty="0">
                        <a:solidFill>
                          <a:srgbClr val="012A2D"/>
                        </a:solidFill>
                      </a:rPr>
                      <a:t>11</a:t>
                    </a:r>
                  </a:p>
                </p:txBody>
              </p:sp>
              <p:sp>
                <p:nvSpPr>
                  <p:cNvPr id="31" name="Rectangle 30">
                    <a:extLst>
                      <a:ext uri="{FF2B5EF4-FFF2-40B4-BE49-F238E27FC236}">
                        <a16:creationId xmlns:a16="http://schemas.microsoft.com/office/drawing/2014/main" id="{CAC34923-469B-AA17-9EFD-55F0C3CD94F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9732689" y="-376777"/>
                    <a:ext cx="411480" cy="54864"/>
                  </a:xfrm>
                  <a:prstGeom prst="rect">
                    <a:avLst/>
                  </a:prstGeom>
                  <a:solidFill>
                    <a:srgbClr val="17E88F">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GB" sz="1200" dirty="0">
                        <a:solidFill>
                          <a:srgbClr val="012A2D"/>
                        </a:solidFill>
                      </a:rPr>
                      <a:t>12</a:t>
                    </a:r>
                  </a:p>
                </p:txBody>
              </p:sp>
              <p:sp>
                <p:nvSpPr>
                  <p:cNvPr id="224" name="Rectangle 223">
                    <a:extLst>
                      <a:ext uri="{FF2B5EF4-FFF2-40B4-BE49-F238E27FC236}">
                        <a16:creationId xmlns:a16="http://schemas.microsoft.com/office/drawing/2014/main" id="{8E1A7BB6-4E5B-135E-C4D6-26A6235D5410}"/>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10245120" y="-376777"/>
                    <a:ext cx="411480" cy="54864"/>
                  </a:xfrm>
                  <a:prstGeom prst="rect">
                    <a:avLst/>
                  </a:prstGeom>
                  <a:solidFill>
                    <a:srgbClr val="17E88F">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GB" sz="1200" dirty="0">
                        <a:solidFill>
                          <a:srgbClr val="012A2D"/>
                        </a:solidFill>
                      </a:rPr>
                      <a:t>13</a:t>
                    </a:r>
                  </a:p>
                </p:txBody>
              </p:sp>
              <p:sp>
                <p:nvSpPr>
                  <p:cNvPr id="225" name="Rectangle 224">
                    <a:extLst>
                      <a:ext uri="{FF2B5EF4-FFF2-40B4-BE49-F238E27FC236}">
                        <a16:creationId xmlns:a16="http://schemas.microsoft.com/office/drawing/2014/main" id="{F9DA200E-7061-1366-89F2-136BB03A9F9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10757551" y="-376777"/>
                    <a:ext cx="411480" cy="54864"/>
                  </a:xfrm>
                  <a:prstGeom prst="rect">
                    <a:avLst/>
                  </a:prstGeom>
                  <a:solidFill>
                    <a:srgbClr val="17E88F">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GB" sz="1200" dirty="0">
                        <a:solidFill>
                          <a:srgbClr val="012A2D"/>
                        </a:solidFill>
                      </a:rPr>
                      <a:t>14</a:t>
                    </a:r>
                  </a:p>
                </p:txBody>
              </p:sp>
              <p:sp>
                <p:nvSpPr>
                  <p:cNvPr id="226" name="Rectangle 225">
                    <a:extLst>
                      <a:ext uri="{FF2B5EF4-FFF2-40B4-BE49-F238E27FC236}">
                        <a16:creationId xmlns:a16="http://schemas.microsoft.com/office/drawing/2014/main" id="{6FA1742B-7B33-0D3A-7CF1-1A6296662095}"/>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11269982" y="-376777"/>
                    <a:ext cx="411480" cy="54864"/>
                  </a:xfrm>
                  <a:prstGeom prst="rect">
                    <a:avLst/>
                  </a:prstGeom>
                  <a:solidFill>
                    <a:srgbClr val="17E88F">
                      <a:alpha val="2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288" rtlCol="0" anchor="ctr" anchorCtr="0"/>
                  <a:lstStyle/>
                  <a:p>
                    <a:pPr algn="ctr">
                      <a:spcAft>
                        <a:spcPts val="300"/>
                      </a:spcAft>
                    </a:pPr>
                    <a:r>
                      <a:rPr lang="en-GB" sz="1200" dirty="0">
                        <a:solidFill>
                          <a:srgbClr val="012A2D"/>
                        </a:solidFill>
                      </a:rPr>
                      <a:t>15</a:t>
                    </a:r>
                  </a:p>
                </p:txBody>
              </p:sp>
            </p:grpSp>
          </p:grpSp>
        </p:grpSp>
      </p:grpSp>
      <p:sp>
        <p:nvSpPr>
          <p:cNvPr id="5" name="LAST UPDATE" hidden="1">
            <a:extLst>
              <a:ext uri="{FF2B5EF4-FFF2-40B4-BE49-F238E27FC236}">
                <a16:creationId xmlns:a16="http://schemas.microsoft.com/office/drawing/2014/main" id="{8FDB0700-094B-4B9E-8955-C3E249CDAF7C}"/>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12268200" y="-1101852"/>
            <a:ext cx="998603" cy="998603"/>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r>
              <a:rPr lang="en-GB" sz="1400" dirty="0">
                <a:solidFill>
                  <a:schemeClr val="bg1"/>
                </a:solidFill>
              </a:rPr>
              <a:t>LAST UPDATED:</a:t>
            </a:r>
            <a:br>
              <a:rPr lang="en-GB" sz="1400" dirty="0">
                <a:solidFill>
                  <a:schemeClr val="bg1"/>
                </a:solidFill>
              </a:rPr>
            </a:br>
            <a:r>
              <a:rPr lang="en-GB" sz="1400" dirty="0">
                <a:solidFill>
                  <a:schemeClr val="bg1"/>
                </a:solidFill>
              </a:rPr>
              <a:t>2024.11.08</a:t>
            </a:r>
          </a:p>
        </p:txBody>
      </p:sp>
      <p:grpSp>
        <p:nvGrpSpPr>
          <p:cNvPr id="4" name="Revised Grid" hidden="1">
            <a:extLst>
              <a:ext uri="{FF2B5EF4-FFF2-40B4-BE49-F238E27FC236}">
                <a16:creationId xmlns:a16="http://schemas.microsoft.com/office/drawing/2014/main" id="{40D5A349-09EA-47CD-92F0-BDB9254C6FC5}"/>
              </a:ext>
              <a:ext uri="{C183D7F6-B498-43B3-948B-1728B52AA6E4}">
                <adec:decorative xmlns:adec="http://schemas.microsoft.com/office/drawing/2017/decorative" val="1"/>
              </a:ext>
            </a:extLst>
          </p:cNvPr>
          <p:cNvGrpSpPr>
            <a:grpSpLocks noGrp="1" noUngrp="1" noRot="1" noMove="1" noResize="1"/>
          </p:cNvGrpSpPr>
          <p:nvPr userDrawn="1"/>
        </p:nvGrpSpPr>
        <p:grpSpPr>
          <a:xfrm>
            <a:off x="-2" y="0"/>
            <a:ext cx="12192002" cy="6858000"/>
            <a:chOff x="-2" y="0"/>
            <a:chExt cx="12192002" cy="6858000"/>
          </a:xfrm>
        </p:grpSpPr>
        <p:sp>
          <p:nvSpPr>
            <p:cNvPr id="128" name="Rectangle 127">
              <a:extLst>
                <a:ext uri="{FF2B5EF4-FFF2-40B4-BE49-F238E27FC236}">
                  <a16:creationId xmlns:a16="http://schemas.microsoft.com/office/drawing/2014/main" id="{7FD1F024-68D9-41EE-AE55-7A3797E8EB8F}"/>
                </a:ext>
              </a:extLst>
            </p:cNvPr>
            <p:cNvSpPr>
              <a:spLocks noGrp="1" noRot="1" noMove="1" noResize="1" noEditPoints="1" noAdjustHandles="1" noChangeArrowheads="1" noChangeShapeType="1"/>
            </p:cNvSpPr>
            <p:nvPr userDrawn="1"/>
          </p:nvSpPr>
          <p:spPr>
            <a:xfrm>
              <a:off x="11782424" y="0"/>
              <a:ext cx="409576" cy="352425"/>
            </a:xfrm>
            <a:prstGeom prst="rect">
              <a:avLst/>
            </a:prstGeom>
            <a:solidFill>
              <a:srgbClr val="003F2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GB" dirty="0">
                <a:solidFill>
                  <a:schemeClr val="bg1"/>
                </a:solidFill>
              </a:endParaRPr>
            </a:p>
          </p:txBody>
        </p:sp>
        <p:sp>
          <p:nvSpPr>
            <p:cNvPr id="130" name="Rectangle 129">
              <a:extLst>
                <a:ext uri="{FF2B5EF4-FFF2-40B4-BE49-F238E27FC236}">
                  <a16:creationId xmlns:a16="http://schemas.microsoft.com/office/drawing/2014/main" id="{192A3B52-ED93-496C-BC02-3F1B37908847}"/>
                </a:ext>
              </a:extLst>
            </p:cNvPr>
            <p:cNvSpPr>
              <a:spLocks noGrp="1" noRot="1" noMove="1" noResize="1" noEditPoints="1" noAdjustHandles="1" noChangeArrowheads="1" noChangeShapeType="1"/>
            </p:cNvSpPr>
            <p:nvPr userDrawn="1"/>
          </p:nvSpPr>
          <p:spPr>
            <a:xfrm>
              <a:off x="920411" y="0"/>
              <a:ext cx="100584" cy="352425"/>
            </a:xfrm>
            <a:prstGeom prst="rect">
              <a:avLst/>
            </a:prstGeom>
            <a:solidFill>
              <a:srgbClr val="80BBA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GB" dirty="0">
                <a:solidFill>
                  <a:schemeClr val="bg1"/>
                </a:solidFill>
              </a:endParaRPr>
            </a:p>
          </p:txBody>
        </p:sp>
        <p:sp>
          <p:nvSpPr>
            <p:cNvPr id="131" name="Rectangle 130">
              <a:extLst>
                <a:ext uri="{FF2B5EF4-FFF2-40B4-BE49-F238E27FC236}">
                  <a16:creationId xmlns:a16="http://schemas.microsoft.com/office/drawing/2014/main" id="{E69B75DB-CF66-403F-A1C7-9FAFD772037E}"/>
                </a:ext>
              </a:extLst>
            </p:cNvPr>
            <p:cNvSpPr>
              <a:spLocks noGrp="1" noRot="1" noMove="1" noResize="1" noEditPoints="1" noAdjustHandles="1" noChangeArrowheads="1" noChangeShapeType="1"/>
            </p:cNvSpPr>
            <p:nvPr userDrawn="1"/>
          </p:nvSpPr>
          <p:spPr>
            <a:xfrm>
              <a:off x="1432860" y="0"/>
              <a:ext cx="100584" cy="352425"/>
            </a:xfrm>
            <a:prstGeom prst="rect">
              <a:avLst/>
            </a:prstGeom>
            <a:solidFill>
              <a:srgbClr val="80BBA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GB" dirty="0">
                <a:solidFill>
                  <a:schemeClr val="bg1"/>
                </a:solidFill>
              </a:endParaRPr>
            </a:p>
          </p:txBody>
        </p:sp>
        <p:sp>
          <p:nvSpPr>
            <p:cNvPr id="132" name="Rectangle 131">
              <a:extLst>
                <a:ext uri="{FF2B5EF4-FFF2-40B4-BE49-F238E27FC236}">
                  <a16:creationId xmlns:a16="http://schemas.microsoft.com/office/drawing/2014/main" id="{5BC723CD-6EEB-4635-A055-D5E5E2F2E16C}"/>
                </a:ext>
              </a:extLst>
            </p:cNvPr>
            <p:cNvSpPr>
              <a:spLocks noGrp="1" noRot="1" noMove="1" noResize="1" noEditPoints="1" noAdjustHandles="1" noChangeArrowheads="1" noChangeShapeType="1"/>
            </p:cNvSpPr>
            <p:nvPr userDrawn="1"/>
          </p:nvSpPr>
          <p:spPr>
            <a:xfrm>
              <a:off x="1945309" y="0"/>
              <a:ext cx="100584" cy="352425"/>
            </a:xfrm>
            <a:prstGeom prst="rect">
              <a:avLst/>
            </a:prstGeom>
            <a:solidFill>
              <a:srgbClr val="80BBA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GB" dirty="0">
                <a:solidFill>
                  <a:schemeClr val="bg1"/>
                </a:solidFill>
              </a:endParaRPr>
            </a:p>
          </p:txBody>
        </p:sp>
        <p:sp>
          <p:nvSpPr>
            <p:cNvPr id="133" name="Rectangle 132">
              <a:extLst>
                <a:ext uri="{FF2B5EF4-FFF2-40B4-BE49-F238E27FC236}">
                  <a16:creationId xmlns:a16="http://schemas.microsoft.com/office/drawing/2014/main" id="{41DD2B6A-F957-4D03-A677-40B7B9E0C501}"/>
                </a:ext>
              </a:extLst>
            </p:cNvPr>
            <p:cNvSpPr>
              <a:spLocks noGrp="1" noRot="1" noMove="1" noResize="1" noEditPoints="1" noAdjustHandles="1" noChangeArrowheads="1" noChangeShapeType="1"/>
            </p:cNvSpPr>
            <p:nvPr userDrawn="1"/>
          </p:nvSpPr>
          <p:spPr>
            <a:xfrm>
              <a:off x="2457758" y="0"/>
              <a:ext cx="100584" cy="352425"/>
            </a:xfrm>
            <a:prstGeom prst="rect">
              <a:avLst/>
            </a:prstGeom>
            <a:solidFill>
              <a:srgbClr val="80BBA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GB" dirty="0">
                <a:solidFill>
                  <a:schemeClr val="bg1"/>
                </a:solidFill>
              </a:endParaRPr>
            </a:p>
          </p:txBody>
        </p:sp>
        <p:sp>
          <p:nvSpPr>
            <p:cNvPr id="134" name="Rectangle 133">
              <a:extLst>
                <a:ext uri="{FF2B5EF4-FFF2-40B4-BE49-F238E27FC236}">
                  <a16:creationId xmlns:a16="http://schemas.microsoft.com/office/drawing/2014/main" id="{E09D14ED-EC22-47DE-9CCF-B61DB9B2A518}"/>
                </a:ext>
              </a:extLst>
            </p:cNvPr>
            <p:cNvSpPr>
              <a:spLocks noGrp="1" noRot="1" noMove="1" noResize="1" noEditPoints="1" noAdjustHandles="1" noChangeArrowheads="1" noChangeShapeType="1"/>
            </p:cNvSpPr>
            <p:nvPr userDrawn="1"/>
          </p:nvSpPr>
          <p:spPr>
            <a:xfrm>
              <a:off x="2970207" y="0"/>
              <a:ext cx="100584" cy="352425"/>
            </a:xfrm>
            <a:prstGeom prst="rect">
              <a:avLst/>
            </a:prstGeom>
            <a:solidFill>
              <a:srgbClr val="80BBA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GB" dirty="0">
                <a:solidFill>
                  <a:schemeClr val="bg1"/>
                </a:solidFill>
              </a:endParaRPr>
            </a:p>
          </p:txBody>
        </p:sp>
        <p:sp>
          <p:nvSpPr>
            <p:cNvPr id="135" name="Rectangle 134">
              <a:extLst>
                <a:ext uri="{FF2B5EF4-FFF2-40B4-BE49-F238E27FC236}">
                  <a16:creationId xmlns:a16="http://schemas.microsoft.com/office/drawing/2014/main" id="{9CC243E3-B536-42DB-A4D7-19C88EA31B5A}"/>
                </a:ext>
              </a:extLst>
            </p:cNvPr>
            <p:cNvSpPr>
              <a:spLocks noGrp="1" noRot="1" noMove="1" noResize="1" noEditPoints="1" noAdjustHandles="1" noChangeArrowheads="1" noChangeShapeType="1"/>
            </p:cNvSpPr>
            <p:nvPr userDrawn="1"/>
          </p:nvSpPr>
          <p:spPr>
            <a:xfrm>
              <a:off x="3482656" y="0"/>
              <a:ext cx="100584" cy="352425"/>
            </a:xfrm>
            <a:prstGeom prst="rect">
              <a:avLst/>
            </a:prstGeom>
            <a:solidFill>
              <a:srgbClr val="80BBA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GB" dirty="0">
                <a:solidFill>
                  <a:schemeClr val="bg1"/>
                </a:solidFill>
              </a:endParaRPr>
            </a:p>
          </p:txBody>
        </p:sp>
        <p:sp>
          <p:nvSpPr>
            <p:cNvPr id="136" name="Rectangle 135">
              <a:extLst>
                <a:ext uri="{FF2B5EF4-FFF2-40B4-BE49-F238E27FC236}">
                  <a16:creationId xmlns:a16="http://schemas.microsoft.com/office/drawing/2014/main" id="{A57FF7C2-44AB-4FDE-A52E-68E4FBEB0AAD}"/>
                </a:ext>
              </a:extLst>
            </p:cNvPr>
            <p:cNvSpPr>
              <a:spLocks noGrp="1" noRot="1" noMove="1" noResize="1" noEditPoints="1" noAdjustHandles="1" noChangeArrowheads="1" noChangeShapeType="1"/>
            </p:cNvSpPr>
            <p:nvPr userDrawn="1"/>
          </p:nvSpPr>
          <p:spPr>
            <a:xfrm>
              <a:off x="3995105" y="0"/>
              <a:ext cx="100584" cy="352425"/>
            </a:xfrm>
            <a:prstGeom prst="rect">
              <a:avLst/>
            </a:prstGeom>
            <a:solidFill>
              <a:srgbClr val="80BBA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GB" dirty="0">
                <a:solidFill>
                  <a:schemeClr val="bg1"/>
                </a:solidFill>
              </a:endParaRPr>
            </a:p>
          </p:txBody>
        </p:sp>
        <p:sp>
          <p:nvSpPr>
            <p:cNvPr id="137" name="Rectangle 136">
              <a:extLst>
                <a:ext uri="{FF2B5EF4-FFF2-40B4-BE49-F238E27FC236}">
                  <a16:creationId xmlns:a16="http://schemas.microsoft.com/office/drawing/2014/main" id="{CE9D51E0-83FA-44B9-A096-0BAABF3324BA}"/>
                </a:ext>
              </a:extLst>
            </p:cNvPr>
            <p:cNvSpPr>
              <a:spLocks noGrp="1" noRot="1" noMove="1" noResize="1" noEditPoints="1" noAdjustHandles="1" noChangeArrowheads="1" noChangeShapeType="1"/>
            </p:cNvSpPr>
            <p:nvPr userDrawn="1"/>
          </p:nvSpPr>
          <p:spPr>
            <a:xfrm>
              <a:off x="4507554" y="0"/>
              <a:ext cx="100584" cy="352425"/>
            </a:xfrm>
            <a:prstGeom prst="rect">
              <a:avLst/>
            </a:prstGeom>
            <a:solidFill>
              <a:srgbClr val="80BBA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GB" dirty="0">
                <a:solidFill>
                  <a:schemeClr val="bg1"/>
                </a:solidFill>
              </a:endParaRPr>
            </a:p>
          </p:txBody>
        </p:sp>
        <p:sp>
          <p:nvSpPr>
            <p:cNvPr id="138" name="Rectangle 137">
              <a:extLst>
                <a:ext uri="{FF2B5EF4-FFF2-40B4-BE49-F238E27FC236}">
                  <a16:creationId xmlns:a16="http://schemas.microsoft.com/office/drawing/2014/main" id="{759A6952-75EA-4006-BFEE-A8D5EACBEB8E}"/>
                </a:ext>
              </a:extLst>
            </p:cNvPr>
            <p:cNvSpPr>
              <a:spLocks noGrp="1" noRot="1" noMove="1" noResize="1" noEditPoints="1" noAdjustHandles="1" noChangeArrowheads="1" noChangeShapeType="1"/>
            </p:cNvSpPr>
            <p:nvPr userDrawn="1"/>
          </p:nvSpPr>
          <p:spPr>
            <a:xfrm>
              <a:off x="5020003" y="0"/>
              <a:ext cx="100584" cy="352425"/>
            </a:xfrm>
            <a:prstGeom prst="rect">
              <a:avLst/>
            </a:prstGeom>
            <a:solidFill>
              <a:srgbClr val="80BBA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GB" dirty="0">
                <a:solidFill>
                  <a:schemeClr val="bg1"/>
                </a:solidFill>
              </a:endParaRPr>
            </a:p>
          </p:txBody>
        </p:sp>
        <p:sp>
          <p:nvSpPr>
            <p:cNvPr id="139" name="Rectangle 138">
              <a:extLst>
                <a:ext uri="{FF2B5EF4-FFF2-40B4-BE49-F238E27FC236}">
                  <a16:creationId xmlns:a16="http://schemas.microsoft.com/office/drawing/2014/main" id="{96AADF5F-0499-449B-8747-88B8506BE02A}"/>
                </a:ext>
              </a:extLst>
            </p:cNvPr>
            <p:cNvSpPr>
              <a:spLocks noGrp="1" noRot="1" noMove="1" noResize="1" noEditPoints="1" noAdjustHandles="1" noChangeArrowheads="1" noChangeShapeType="1"/>
            </p:cNvSpPr>
            <p:nvPr userDrawn="1"/>
          </p:nvSpPr>
          <p:spPr>
            <a:xfrm>
              <a:off x="5532452" y="0"/>
              <a:ext cx="100584" cy="352425"/>
            </a:xfrm>
            <a:prstGeom prst="rect">
              <a:avLst/>
            </a:prstGeom>
            <a:solidFill>
              <a:srgbClr val="80BBA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GB" dirty="0">
                <a:solidFill>
                  <a:schemeClr val="bg1"/>
                </a:solidFill>
              </a:endParaRPr>
            </a:p>
          </p:txBody>
        </p:sp>
        <p:sp>
          <p:nvSpPr>
            <p:cNvPr id="140" name="Rectangle 139">
              <a:extLst>
                <a:ext uri="{FF2B5EF4-FFF2-40B4-BE49-F238E27FC236}">
                  <a16:creationId xmlns:a16="http://schemas.microsoft.com/office/drawing/2014/main" id="{B9151978-45CD-461E-B011-A990B422E3A9}"/>
                </a:ext>
              </a:extLst>
            </p:cNvPr>
            <p:cNvSpPr>
              <a:spLocks noGrp="1" noRot="1" noMove="1" noResize="1" noEditPoints="1" noAdjustHandles="1" noChangeArrowheads="1" noChangeShapeType="1"/>
            </p:cNvSpPr>
            <p:nvPr userDrawn="1"/>
          </p:nvSpPr>
          <p:spPr>
            <a:xfrm>
              <a:off x="6044901" y="0"/>
              <a:ext cx="100584" cy="352425"/>
            </a:xfrm>
            <a:prstGeom prst="rect">
              <a:avLst/>
            </a:prstGeom>
            <a:solidFill>
              <a:srgbClr val="80BBA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GB" dirty="0">
                <a:solidFill>
                  <a:schemeClr val="bg1"/>
                </a:solidFill>
              </a:endParaRPr>
            </a:p>
          </p:txBody>
        </p:sp>
        <p:sp>
          <p:nvSpPr>
            <p:cNvPr id="141" name="Rectangle 140">
              <a:extLst>
                <a:ext uri="{FF2B5EF4-FFF2-40B4-BE49-F238E27FC236}">
                  <a16:creationId xmlns:a16="http://schemas.microsoft.com/office/drawing/2014/main" id="{FAF5CEEA-4D46-48C2-99A8-5DFA12AC103D}"/>
                </a:ext>
              </a:extLst>
            </p:cNvPr>
            <p:cNvSpPr>
              <a:spLocks noGrp="1" noRot="1" noMove="1" noResize="1" noEditPoints="1" noAdjustHandles="1" noChangeArrowheads="1" noChangeShapeType="1"/>
            </p:cNvSpPr>
            <p:nvPr userDrawn="1"/>
          </p:nvSpPr>
          <p:spPr>
            <a:xfrm>
              <a:off x="6557350" y="0"/>
              <a:ext cx="100584" cy="352425"/>
            </a:xfrm>
            <a:prstGeom prst="rect">
              <a:avLst/>
            </a:prstGeom>
            <a:solidFill>
              <a:srgbClr val="80BBA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GB" dirty="0">
                <a:solidFill>
                  <a:schemeClr val="bg1"/>
                </a:solidFill>
              </a:endParaRPr>
            </a:p>
          </p:txBody>
        </p:sp>
        <p:sp>
          <p:nvSpPr>
            <p:cNvPr id="142" name="Rectangle 141">
              <a:extLst>
                <a:ext uri="{FF2B5EF4-FFF2-40B4-BE49-F238E27FC236}">
                  <a16:creationId xmlns:a16="http://schemas.microsoft.com/office/drawing/2014/main" id="{A7B2740F-04C2-4A3D-927E-404F03E7595F}"/>
                </a:ext>
              </a:extLst>
            </p:cNvPr>
            <p:cNvSpPr>
              <a:spLocks noGrp="1" noRot="1" noMove="1" noResize="1" noEditPoints="1" noAdjustHandles="1" noChangeArrowheads="1" noChangeShapeType="1"/>
            </p:cNvSpPr>
            <p:nvPr userDrawn="1"/>
          </p:nvSpPr>
          <p:spPr>
            <a:xfrm>
              <a:off x="7069799" y="0"/>
              <a:ext cx="100584" cy="352425"/>
            </a:xfrm>
            <a:prstGeom prst="rect">
              <a:avLst/>
            </a:prstGeom>
            <a:solidFill>
              <a:srgbClr val="80BBA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GB" dirty="0">
                <a:solidFill>
                  <a:schemeClr val="bg1"/>
                </a:solidFill>
              </a:endParaRPr>
            </a:p>
          </p:txBody>
        </p:sp>
        <p:sp>
          <p:nvSpPr>
            <p:cNvPr id="143" name="Rectangle 142">
              <a:extLst>
                <a:ext uri="{FF2B5EF4-FFF2-40B4-BE49-F238E27FC236}">
                  <a16:creationId xmlns:a16="http://schemas.microsoft.com/office/drawing/2014/main" id="{BCE2FC30-5ADB-4B87-A94C-B2DC8CD00050}"/>
                </a:ext>
              </a:extLst>
            </p:cNvPr>
            <p:cNvSpPr>
              <a:spLocks noGrp="1" noRot="1" noMove="1" noResize="1" noEditPoints="1" noAdjustHandles="1" noChangeArrowheads="1" noChangeShapeType="1"/>
            </p:cNvSpPr>
            <p:nvPr userDrawn="1"/>
          </p:nvSpPr>
          <p:spPr>
            <a:xfrm>
              <a:off x="7582248" y="0"/>
              <a:ext cx="100584" cy="352425"/>
            </a:xfrm>
            <a:prstGeom prst="rect">
              <a:avLst/>
            </a:prstGeom>
            <a:solidFill>
              <a:srgbClr val="80BBA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GB" dirty="0">
                <a:solidFill>
                  <a:schemeClr val="bg1"/>
                </a:solidFill>
              </a:endParaRPr>
            </a:p>
          </p:txBody>
        </p:sp>
        <p:sp>
          <p:nvSpPr>
            <p:cNvPr id="144" name="Rectangle 143">
              <a:extLst>
                <a:ext uri="{FF2B5EF4-FFF2-40B4-BE49-F238E27FC236}">
                  <a16:creationId xmlns:a16="http://schemas.microsoft.com/office/drawing/2014/main" id="{88D366A8-5332-47E5-9DCF-8093A122ABD4}"/>
                </a:ext>
              </a:extLst>
            </p:cNvPr>
            <p:cNvSpPr>
              <a:spLocks noGrp="1" noRot="1" noMove="1" noResize="1" noEditPoints="1" noAdjustHandles="1" noChangeArrowheads="1" noChangeShapeType="1"/>
            </p:cNvSpPr>
            <p:nvPr userDrawn="1"/>
          </p:nvSpPr>
          <p:spPr>
            <a:xfrm>
              <a:off x="8094697" y="0"/>
              <a:ext cx="100584" cy="352425"/>
            </a:xfrm>
            <a:prstGeom prst="rect">
              <a:avLst/>
            </a:prstGeom>
            <a:solidFill>
              <a:srgbClr val="80BBA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GB" dirty="0">
                <a:solidFill>
                  <a:schemeClr val="bg1"/>
                </a:solidFill>
              </a:endParaRPr>
            </a:p>
          </p:txBody>
        </p:sp>
        <p:sp>
          <p:nvSpPr>
            <p:cNvPr id="145" name="Rectangle 144">
              <a:extLst>
                <a:ext uri="{FF2B5EF4-FFF2-40B4-BE49-F238E27FC236}">
                  <a16:creationId xmlns:a16="http://schemas.microsoft.com/office/drawing/2014/main" id="{2B08E73A-2A02-4F1E-8D73-D04CE6F6D7C9}"/>
                </a:ext>
              </a:extLst>
            </p:cNvPr>
            <p:cNvSpPr>
              <a:spLocks noGrp="1" noRot="1" noMove="1" noResize="1" noEditPoints="1" noAdjustHandles="1" noChangeArrowheads="1" noChangeShapeType="1"/>
            </p:cNvSpPr>
            <p:nvPr userDrawn="1"/>
          </p:nvSpPr>
          <p:spPr>
            <a:xfrm>
              <a:off x="8607146" y="0"/>
              <a:ext cx="100584" cy="352425"/>
            </a:xfrm>
            <a:prstGeom prst="rect">
              <a:avLst/>
            </a:prstGeom>
            <a:solidFill>
              <a:srgbClr val="80BBA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GB" dirty="0">
                <a:solidFill>
                  <a:schemeClr val="bg1"/>
                </a:solidFill>
              </a:endParaRPr>
            </a:p>
          </p:txBody>
        </p:sp>
        <p:sp>
          <p:nvSpPr>
            <p:cNvPr id="146" name="Rectangle 145">
              <a:extLst>
                <a:ext uri="{FF2B5EF4-FFF2-40B4-BE49-F238E27FC236}">
                  <a16:creationId xmlns:a16="http://schemas.microsoft.com/office/drawing/2014/main" id="{D460EBA2-54A5-4465-835F-A6B4BCF739B5}"/>
                </a:ext>
              </a:extLst>
            </p:cNvPr>
            <p:cNvSpPr>
              <a:spLocks noGrp="1" noRot="1" noMove="1" noResize="1" noEditPoints="1" noAdjustHandles="1" noChangeArrowheads="1" noChangeShapeType="1"/>
            </p:cNvSpPr>
            <p:nvPr userDrawn="1"/>
          </p:nvSpPr>
          <p:spPr>
            <a:xfrm>
              <a:off x="9119595" y="0"/>
              <a:ext cx="100584" cy="352425"/>
            </a:xfrm>
            <a:prstGeom prst="rect">
              <a:avLst/>
            </a:prstGeom>
            <a:solidFill>
              <a:srgbClr val="80BBA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GB" dirty="0">
                <a:solidFill>
                  <a:schemeClr val="bg1"/>
                </a:solidFill>
              </a:endParaRPr>
            </a:p>
          </p:txBody>
        </p:sp>
        <p:sp>
          <p:nvSpPr>
            <p:cNvPr id="147" name="Rectangle 146">
              <a:extLst>
                <a:ext uri="{FF2B5EF4-FFF2-40B4-BE49-F238E27FC236}">
                  <a16:creationId xmlns:a16="http://schemas.microsoft.com/office/drawing/2014/main" id="{C80E8C01-E64E-4413-BAE2-91A570AD9574}"/>
                </a:ext>
              </a:extLst>
            </p:cNvPr>
            <p:cNvSpPr>
              <a:spLocks noGrp="1" noRot="1" noMove="1" noResize="1" noEditPoints="1" noAdjustHandles="1" noChangeArrowheads="1" noChangeShapeType="1"/>
            </p:cNvSpPr>
            <p:nvPr userDrawn="1"/>
          </p:nvSpPr>
          <p:spPr>
            <a:xfrm>
              <a:off x="9632044" y="0"/>
              <a:ext cx="100584" cy="352425"/>
            </a:xfrm>
            <a:prstGeom prst="rect">
              <a:avLst/>
            </a:prstGeom>
            <a:solidFill>
              <a:srgbClr val="80BBA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GB" dirty="0">
                <a:solidFill>
                  <a:schemeClr val="bg1"/>
                </a:solidFill>
              </a:endParaRPr>
            </a:p>
          </p:txBody>
        </p:sp>
        <p:sp>
          <p:nvSpPr>
            <p:cNvPr id="148" name="Rectangle 147">
              <a:extLst>
                <a:ext uri="{FF2B5EF4-FFF2-40B4-BE49-F238E27FC236}">
                  <a16:creationId xmlns:a16="http://schemas.microsoft.com/office/drawing/2014/main" id="{4C781C87-E5B5-4699-9863-ED4EE1F62AD1}"/>
                </a:ext>
              </a:extLst>
            </p:cNvPr>
            <p:cNvSpPr>
              <a:spLocks noGrp="1" noRot="1" noMove="1" noResize="1" noEditPoints="1" noAdjustHandles="1" noChangeArrowheads="1" noChangeShapeType="1"/>
            </p:cNvSpPr>
            <p:nvPr userDrawn="1"/>
          </p:nvSpPr>
          <p:spPr>
            <a:xfrm>
              <a:off x="10144493" y="0"/>
              <a:ext cx="100584" cy="352425"/>
            </a:xfrm>
            <a:prstGeom prst="rect">
              <a:avLst/>
            </a:prstGeom>
            <a:solidFill>
              <a:srgbClr val="80BBA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GB" dirty="0">
                <a:solidFill>
                  <a:schemeClr val="bg1"/>
                </a:solidFill>
              </a:endParaRPr>
            </a:p>
          </p:txBody>
        </p:sp>
        <p:sp>
          <p:nvSpPr>
            <p:cNvPr id="149" name="Rectangle 148">
              <a:extLst>
                <a:ext uri="{FF2B5EF4-FFF2-40B4-BE49-F238E27FC236}">
                  <a16:creationId xmlns:a16="http://schemas.microsoft.com/office/drawing/2014/main" id="{DCF1D9D4-8D5D-4D04-AE67-17DE2551E116}"/>
                </a:ext>
              </a:extLst>
            </p:cNvPr>
            <p:cNvSpPr>
              <a:spLocks noGrp="1" noRot="1" noMove="1" noResize="1" noEditPoints="1" noAdjustHandles="1" noChangeArrowheads="1" noChangeShapeType="1"/>
            </p:cNvSpPr>
            <p:nvPr userDrawn="1"/>
          </p:nvSpPr>
          <p:spPr>
            <a:xfrm>
              <a:off x="10656942" y="0"/>
              <a:ext cx="100584" cy="352425"/>
            </a:xfrm>
            <a:prstGeom prst="rect">
              <a:avLst/>
            </a:prstGeom>
            <a:solidFill>
              <a:srgbClr val="80BBA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GB" dirty="0">
                <a:solidFill>
                  <a:schemeClr val="bg1"/>
                </a:solidFill>
              </a:endParaRPr>
            </a:p>
          </p:txBody>
        </p:sp>
        <p:sp>
          <p:nvSpPr>
            <p:cNvPr id="150" name="Rectangle 149">
              <a:extLst>
                <a:ext uri="{FF2B5EF4-FFF2-40B4-BE49-F238E27FC236}">
                  <a16:creationId xmlns:a16="http://schemas.microsoft.com/office/drawing/2014/main" id="{20BFFB2E-577F-42EA-A727-7FC53BA957F0}"/>
                </a:ext>
              </a:extLst>
            </p:cNvPr>
            <p:cNvSpPr>
              <a:spLocks noGrp="1" noRot="1" noMove="1" noResize="1" noEditPoints="1" noAdjustHandles="1" noChangeArrowheads="1" noChangeShapeType="1"/>
            </p:cNvSpPr>
            <p:nvPr userDrawn="1"/>
          </p:nvSpPr>
          <p:spPr>
            <a:xfrm>
              <a:off x="11169391" y="0"/>
              <a:ext cx="100584" cy="352425"/>
            </a:xfrm>
            <a:prstGeom prst="rect">
              <a:avLst/>
            </a:prstGeom>
            <a:solidFill>
              <a:srgbClr val="80BBA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GB" dirty="0">
                <a:solidFill>
                  <a:schemeClr val="bg1"/>
                </a:solidFill>
              </a:endParaRPr>
            </a:p>
          </p:txBody>
        </p:sp>
        <p:sp>
          <p:nvSpPr>
            <p:cNvPr id="151" name="Rectangle 150">
              <a:extLst>
                <a:ext uri="{FF2B5EF4-FFF2-40B4-BE49-F238E27FC236}">
                  <a16:creationId xmlns:a16="http://schemas.microsoft.com/office/drawing/2014/main" id="{B10A0499-CCDC-4C98-962C-98F02BA63DBF}"/>
                </a:ext>
              </a:extLst>
            </p:cNvPr>
            <p:cNvSpPr>
              <a:spLocks noGrp="1" noRot="1" noMove="1" noResize="1" noEditPoints="1" noAdjustHandles="1" noChangeArrowheads="1" noChangeShapeType="1"/>
            </p:cNvSpPr>
            <p:nvPr userDrawn="1"/>
          </p:nvSpPr>
          <p:spPr>
            <a:xfrm>
              <a:off x="11681840" y="0"/>
              <a:ext cx="100584" cy="352425"/>
            </a:xfrm>
            <a:prstGeom prst="rect">
              <a:avLst/>
            </a:prstGeom>
            <a:solidFill>
              <a:srgbClr val="80BBA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GB" dirty="0">
                <a:solidFill>
                  <a:schemeClr val="bg1"/>
                </a:solidFill>
              </a:endParaRPr>
            </a:p>
          </p:txBody>
        </p:sp>
        <p:sp>
          <p:nvSpPr>
            <p:cNvPr id="2" name="Rectangle 1">
              <a:extLst>
                <a:ext uri="{FF2B5EF4-FFF2-40B4-BE49-F238E27FC236}">
                  <a16:creationId xmlns:a16="http://schemas.microsoft.com/office/drawing/2014/main" id="{1F2E5F9A-FAFC-4685-AB96-6D8CFFCC3A11}"/>
                </a:ext>
              </a:extLst>
            </p:cNvPr>
            <p:cNvSpPr>
              <a:spLocks noGrp="1" noRot="1" noMove="1" noResize="1" noEditPoints="1" noAdjustHandles="1" noChangeArrowheads="1" noChangeShapeType="1"/>
            </p:cNvSpPr>
            <p:nvPr userDrawn="1"/>
          </p:nvSpPr>
          <p:spPr>
            <a:xfrm>
              <a:off x="-2" y="0"/>
              <a:ext cx="407964" cy="352425"/>
            </a:xfrm>
            <a:prstGeom prst="rect">
              <a:avLst/>
            </a:prstGeom>
            <a:solidFill>
              <a:srgbClr val="003F2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GB" dirty="0">
                <a:solidFill>
                  <a:schemeClr val="bg1"/>
                </a:solidFill>
              </a:endParaRPr>
            </a:p>
          </p:txBody>
        </p:sp>
        <p:sp>
          <p:nvSpPr>
            <p:cNvPr id="156" name="Rectangle 155">
              <a:extLst>
                <a:ext uri="{FF2B5EF4-FFF2-40B4-BE49-F238E27FC236}">
                  <a16:creationId xmlns:a16="http://schemas.microsoft.com/office/drawing/2014/main" id="{2C45F6DD-57AA-4B23-A232-BC495AF23A85}"/>
                </a:ext>
              </a:extLst>
            </p:cNvPr>
            <p:cNvSpPr>
              <a:spLocks noGrp="1" noRot="1" noMove="1" noResize="1" noEditPoints="1" noAdjustHandles="1" noChangeArrowheads="1" noChangeShapeType="1"/>
            </p:cNvSpPr>
            <p:nvPr userDrawn="1"/>
          </p:nvSpPr>
          <p:spPr>
            <a:xfrm>
              <a:off x="-2" y="1499795"/>
              <a:ext cx="407964" cy="100584"/>
            </a:xfrm>
            <a:prstGeom prst="rect">
              <a:avLst/>
            </a:prstGeom>
            <a:solidFill>
              <a:schemeClr val="tx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GB" dirty="0">
                <a:solidFill>
                  <a:schemeClr val="bg1"/>
                </a:solidFill>
              </a:endParaRPr>
            </a:p>
          </p:txBody>
        </p:sp>
        <p:sp>
          <p:nvSpPr>
            <p:cNvPr id="157" name="Rectangle 156">
              <a:extLst>
                <a:ext uri="{FF2B5EF4-FFF2-40B4-BE49-F238E27FC236}">
                  <a16:creationId xmlns:a16="http://schemas.microsoft.com/office/drawing/2014/main" id="{B757AC7E-7339-48E4-8427-1FC7B3CF63C5}"/>
                </a:ext>
              </a:extLst>
            </p:cNvPr>
            <p:cNvSpPr>
              <a:spLocks noGrp="1" noRot="1" noMove="1" noResize="1" noEditPoints="1" noAdjustHandles="1" noChangeArrowheads="1" noChangeShapeType="1"/>
            </p:cNvSpPr>
            <p:nvPr userDrawn="1"/>
          </p:nvSpPr>
          <p:spPr>
            <a:xfrm>
              <a:off x="-2" y="2126099"/>
              <a:ext cx="407964" cy="100584"/>
            </a:xfrm>
            <a:prstGeom prst="rect">
              <a:avLst/>
            </a:prstGeom>
            <a:solidFill>
              <a:schemeClr val="tx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GB" dirty="0">
                <a:solidFill>
                  <a:schemeClr val="bg1"/>
                </a:solidFill>
              </a:endParaRPr>
            </a:p>
          </p:txBody>
        </p:sp>
        <p:sp>
          <p:nvSpPr>
            <p:cNvPr id="158" name="Rectangle 157">
              <a:extLst>
                <a:ext uri="{FF2B5EF4-FFF2-40B4-BE49-F238E27FC236}">
                  <a16:creationId xmlns:a16="http://schemas.microsoft.com/office/drawing/2014/main" id="{405CC6FA-8976-4A8D-849E-AB90D510B847}"/>
                </a:ext>
              </a:extLst>
            </p:cNvPr>
            <p:cNvSpPr>
              <a:spLocks noGrp="1" noRot="1" noMove="1" noResize="1" noEditPoints="1" noAdjustHandles="1" noChangeArrowheads="1" noChangeShapeType="1"/>
            </p:cNvSpPr>
            <p:nvPr userDrawn="1"/>
          </p:nvSpPr>
          <p:spPr>
            <a:xfrm>
              <a:off x="-2" y="2752403"/>
              <a:ext cx="407964" cy="100584"/>
            </a:xfrm>
            <a:prstGeom prst="rect">
              <a:avLst/>
            </a:prstGeom>
            <a:solidFill>
              <a:schemeClr val="tx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GB" dirty="0">
                <a:solidFill>
                  <a:schemeClr val="bg1"/>
                </a:solidFill>
              </a:endParaRPr>
            </a:p>
          </p:txBody>
        </p:sp>
        <p:sp>
          <p:nvSpPr>
            <p:cNvPr id="159" name="Rectangle 158">
              <a:extLst>
                <a:ext uri="{FF2B5EF4-FFF2-40B4-BE49-F238E27FC236}">
                  <a16:creationId xmlns:a16="http://schemas.microsoft.com/office/drawing/2014/main" id="{5A90981E-485F-4B9A-8192-7F577B4132FC}"/>
                </a:ext>
              </a:extLst>
            </p:cNvPr>
            <p:cNvSpPr>
              <a:spLocks noGrp="1" noRot="1" noMove="1" noResize="1" noEditPoints="1" noAdjustHandles="1" noChangeArrowheads="1" noChangeShapeType="1"/>
            </p:cNvSpPr>
            <p:nvPr userDrawn="1"/>
          </p:nvSpPr>
          <p:spPr>
            <a:xfrm>
              <a:off x="-2" y="3378707"/>
              <a:ext cx="407964" cy="100584"/>
            </a:xfrm>
            <a:prstGeom prst="rect">
              <a:avLst/>
            </a:prstGeom>
            <a:solidFill>
              <a:schemeClr val="tx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GB" dirty="0">
                <a:solidFill>
                  <a:schemeClr val="bg1"/>
                </a:solidFill>
              </a:endParaRPr>
            </a:p>
          </p:txBody>
        </p:sp>
        <p:sp>
          <p:nvSpPr>
            <p:cNvPr id="160" name="Rectangle 159">
              <a:extLst>
                <a:ext uri="{FF2B5EF4-FFF2-40B4-BE49-F238E27FC236}">
                  <a16:creationId xmlns:a16="http://schemas.microsoft.com/office/drawing/2014/main" id="{A919F441-23FA-4B71-86D4-78CA1BBCA16E}"/>
                </a:ext>
              </a:extLst>
            </p:cNvPr>
            <p:cNvSpPr>
              <a:spLocks noGrp="1" noRot="1" noMove="1" noResize="1" noEditPoints="1" noAdjustHandles="1" noChangeArrowheads="1" noChangeShapeType="1"/>
            </p:cNvSpPr>
            <p:nvPr userDrawn="1"/>
          </p:nvSpPr>
          <p:spPr>
            <a:xfrm>
              <a:off x="-2" y="4005011"/>
              <a:ext cx="407964" cy="100584"/>
            </a:xfrm>
            <a:prstGeom prst="rect">
              <a:avLst/>
            </a:prstGeom>
            <a:solidFill>
              <a:schemeClr val="tx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GB" dirty="0">
                <a:solidFill>
                  <a:schemeClr val="bg1"/>
                </a:solidFill>
              </a:endParaRPr>
            </a:p>
          </p:txBody>
        </p:sp>
        <p:sp>
          <p:nvSpPr>
            <p:cNvPr id="161" name="Rectangle 160">
              <a:extLst>
                <a:ext uri="{FF2B5EF4-FFF2-40B4-BE49-F238E27FC236}">
                  <a16:creationId xmlns:a16="http://schemas.microsoft.com/office/drawing/2014/main" id="{FC93837A-3379-45BD-A289-BBB7E078CB90}"/>
                </a:ext>
              </a:extLst>
            </p:cNvPr>
            <p:cNvSpPr>
              <a:spLocks noGrp="1" noRot="1" noMove="1" noResize="1" noEditPoints="1" noAdjustHandles="1" noChangeArrowheads="1" noChangeShapeType="1"/>
            </p:cNvSpPr>
            <p:nvPr userDrawn="1"/>
          </p:nvSpPr>
          <p:spPr>
            <a:xfrm>
              <a:off x="-2" y="4631315"/>
              <a:ext cx="407964" cy="100584"/>
            </a:xfrm>
            <a:prstGeom prst="rect">
              <a:avLst/>
            </a:prstGeom>
            <a:solidFill>
              <a:schemeClr val="tx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GB" dirty="0">
                <a:solidFill>
                  <a:schemeClr val="bg1"/>
                </a:solidFill>
              </a:endParaRPr>
            </a:p>
          </p:txBody>
        </p:sp>
        <p:sp>
          <p:nvSpPr>
            <p:cNvPr id="166" name="Rectangle 165">
              <a:extLst>
                <a:ext uri="{FF2B5EF4-FFF2-40B4-BE49-F238E27FC236}">
                  <a16:creationId xmlns:a16="http://schemas.microsoft.com/office/drawing/2014/main" id="{44F5F903-BB9D-43EB-A5D0-12CF0F1AE1B5}"/>
                </a:ext>
              </a:extLst>
            </p:cNvPr>
            <p:cNvSpPr>
              <a:spLocks noGrp="1" noRot="1" noMove="1" noResize="1" noEditPoints="1" noAdjustHandles="1" noChangeArrowheads="1" noChangeShapeType="1"/>
            </p:cNvSpPr>
            <p:nvPr userDrawn="1"/>
          </p:nvSpPr>
          <p:spPr>
            <a:xfrm>
              <a:off x="-2" y="5257619"/>
              <a:ext cx="407964" cy="100584"/>
            </a:xfrm>
            <a:prstGeom prst="rect">
              <a:avLst/>
            </a:prstGeom>
            <a:solidFill>
              <a:schemeClr val="tx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GB" dirty="0">
                <a:solidFill>
                  <a:schemeClr val="bg1"/>
                </a:solidFill>
              </a:endParaRPr>
            </a:p>
          </p:txBody>
        </p:sp>
        <p:sp>
          <p:nvSpPr>
            <p:cNvPr id="170" name="Rectangle 169">
              <a:extLst>
                <a:ext uri="{FF2B5EF4-FFF2-40B4-BE49-F238E27FC236}">
                  <a16:creationId xmlns:a16="http://schemas.microsoft.com/office/drawing/2014/main" id="{8A325BCE-C99F-4B84-91CA-F3643F4B1DE8}"/>
                </a:ext>
              </a:extLst>
            </p:cNvPr>
            <p:cNvSpPr>
              <a:spLocks noGrp="1" noRot="1" noMove="1" noResize="1" noEditPoints="1" noAdjustHandles="1" noChangeArrowheads="1" noChangeShapeType="1"/>
            </p:cNvSpPr>
            <p:nvPr userDrawn="1"/>
          </p:nvSpPr>
          <p:spPr>
            <a:xfrm>
              <a:off x="-2" y="876300"/>
              <a:ext cx="407964" cy="97775"/>
            </a:xfrm>
            <a:prstGeom prst="rect">
              <a:avLst/>
            </a:prstGeom>
            <a:solidFill>
              <a:schemeClr val="tx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GB" dirty="0">
                <a:solidFill>
                  <a:schemeClr val="bg1"/>
                </a:solidFill>
              </a:endParaRPr>
            </a:p>
          </p:txBody>
        </p:sp>
        <p:sp>
          <p:nvSpPr>
            <p:cNvPr id="172" name="Rectangle 171">
              <a:extLst>
                <a:ext uri="{FF2B5EF4-FFF2-40B4-BE49-F238E27FC236}">
                  <a16:creationId xmlns:a16="http://schemas.microsoft.com/office/drawing/2014/main" id="{F9DE1136-277D-40EC-8A26-E9B9345DF0F6}"/>
                </a:ext>
              </a:extLst>
            </p:cNvPr>
            <p:cNvSpPr>
              <a:spLocks noGrp="1" noRot="1" noMove="1" noResize="1" noEditPoints="1" noAdjustHandles="1" noChangeArrowheads="1" noChangeShapeType="1"/>
            </p:cNvSpPr>
            <p:nvPr userDrawn="1"/>
          </p:nvSpPr>
          <p:spPr>
            <a:xfrm flipV="1">
              <a:off x="-2" y="6505575"/>
              <a:ext cx="407964" cy="352425"/>
            </a:xfrm>
            <a:prstGeom prst="rect">
              <a:avLst/>
            </a:prstGeom>
            <a:solidFill>
              <a:srgbClr val="003F2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GB" dirty="0">
                <a:solidFill>
                  <a:schemeClr val="bg1"/>
                </a:solidFill>
              </a:endParaRPr>
            </a:p>
          </p:txBody>
        </p:sp>
        <p:sp>
          <p:nvSpPr>
            <p:cNvPr id="175" name="Rectangle 174">
              <a:extLst>
                <a:ext uri="{FF2B5EF4-FFF2-40B4-BE49-F238E27FC236}">
                  <a16:creationId xmlns:a16="http://schemas.microsoft.com/office/drawing/2014/main" id="{AEFF5538-8C30-46ED-A7AE-32352DB97E32}"/>
                </a:ext>
              </a:extLst>
            </p:cNvPr>
            <p:cNvSpPr>
              <a:spLocks noGrp="1" noRot="1" noMove="1" noResize="1" noEditPoints="1" noAdjustHandles="1" noChangeArrowheads="1" noChangeShapeType="1"/>
            </p:cNvSpPr>
            <p:nvPr userDrawn="1"/>
          </p:nvSpPr>
          <p:spPr>
            <a:xfrm flipV="1">
              <a:off x="-2" y="5883925"/>
              <a:ext cx="407964" cy="97775"/>
            </a:xfrm>
            <a:prstGeom prst="rect">
              <a:avLst/>
            </a:prstGeom>
            <a:solidFill>
              <a:schemeClr val="tx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GB" dirty="0">
                <a:solidFill>
                  <a:schemeClr val="bg1"/>
                </a:solidFill>
              </a:endParaRPr>
            </a:p>
          </p:txBody>
        </p:sp>
        <p:sp>
          <p:nvSpPr>
            <p:cNvPr id="187" name="Rectangle 186">
              <a:extLst>
                <a:ext uri="{FF2B5EF4-FFF2-40B4-BE49-F238E27FC236}">
                  <a16:creationId xmlns:a16="http://schemas.microsoft.com/office/drawing/2014/main" id="{E7387E6F-45D4-4A80-B30C-DAA65504A7D8}"/>
                </a:ext>
              </a:extLst>
            </p:cNvPr>
            <p:cNvSpPr>
              <a:spLocks noGrp="1" noRot="1" noMove="1" noResize="1" noEditPoints="1" noAdjustHandles="1" noChangeArrowheads="1" noChangeShapeType="1"/>
            </p:cNvSpPr>
            <p:nvPr userDrawn="1"/>
          </p:nvSpPr>
          <p:spPr>
            <a:xfrm flipH="1">
              <a:off x="407962" y="0"/>
              <a:ext cx="100584" cy="352425"/>
            </a:xfrm>
            <a:prstGeom prst="rect">
              <a:avLst/>
            </a:prstGeom>
            <a:solidFill>
              <a:srgbClr val="80BBA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lvl="0" algn="ctr">
                <a:spcAft>
                  <a:spcPts val="300"/>
                </a:spcAft>
              </a:pPr>
              <a:endParaRPr lang="en-GB" dirty="0">
                <a:solidFill>
                  <a:schemeClr val="bg1"/>
                </a:solidFill>
              </a:endParaRPr>
            </a:p>
          </p:txBody>
        </p:sp>
        <p:sp>
          <p:nvSpPr>
            <p:cNvPr id="193" name="Rectangle 192">
              <a:extLst>
                <a:ext uri="{FF2B5EF4-FFF2-40B4-BE49-F238E27FC236}">
                  <a16:creationId xmlns:a16="http://schemas.microsoft.com/office/drawing/2014/main" id="{6B90070F-20C9-4260-8302-B2307941D71F}"/>
                </a:ext>
              </a:extLst>
            </p:cNvPr>
            <p:cNvSpPr>
              <a:spLocks noGrp="1" noRot="1" noMove="1" noResize="1" noEditPoints="1" noAdjustHandles="1" noChangeArrowheads="1" noChangeShapeType="1"/>
            </p:cNvSpPr>
            <p:nvPr userDrawn="1"/>
          </p:nvSpPr>
          <p:spPr>
            <a:xfrm>
              <a:off x="-2" y="352425"/>
              <a:ext cx="411480" cy="100584"/>
            </a:xfrm>
            <a:prstGeom prst="rect">
              <a:avLst/>
            </a:prstGeom>
            <a:solidFill>
              <a:srgbClr val="D2785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GB" sz="2200" dirty="0">
                <a:solidFill>
                  <a:schemeClr val="bg1"/>
                </a:solidFill>
              </a:endParaRPr>
            </a:p>
          </p:txBody>
        </p:sp>
        <p:sp>
          <p:nvSpPr>
            <p:cNvPr id="194" name="Rectangle 193">
              <a:extLst>
                <a:ext uri="{FF2B5EF4-FFF2-40B4-BE49-F238E27FC236}">
                  <a16:creationId xmlns:a16="http://schemas.microsoft.com/office/drawing/2014/main" id="{77977B84-E179-47CE-9642-3E31FE2F018A}"/>
                </a:ext>
              </a:extLst>
            </p:cNvPr>
            <p:cNvSpPr>
              <a:spLocks noGrp="1" noRot="1" noMove="1" noResize="1" noEditPoints="1" noAdjustHandles="1" noChangeArrowheads="1" noChangeShapeType="1"/>
            </p:cNvSpPr>
            <p:nvPr userDrawn="1"/>
          </p:nvSpPr>
          <p:spPr>
            <a:xfrm flipV="1">
              <a:off x="-2" y="6404991"/>
              <a:ext cx="411480" cy="100584"/>
            </a:xfrm>
            <a:prstGeom prst="rect">
              <a:avLst/>
            </a:prstGeom>
            <a:solidFill>
              <a:srgbClr val="D2785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GB" sz="2200" dirty="0">
                <a:solidFill>
                  <a:schemeClr val="bg1"/>
                </a:solidFill>
              </a:endParaRPr>
            </a:p>
          </p:txBody>
        </p:sp>
      </p:grpSp>
    </p:spTree>
    <p:extLst>
      <p:ext uri="{BB962C8B-B14F-4D97-AF65-F5344CB8AC3E}">
        <p14:creationId xmlns:p14="http://schemas.microsoft.com/office/powerpoint/2010/main" val="201101775"/>
      </p:ext>
    </p:extLst>
  </p:cSld>
  <p:clrMap bg1="lt1" tx1="dk1" bg2="lt2" tx2="dk2" accent1="accent1" accent2="accent2" accent3="accent3" accent4="accent4" accent5="accent5" accent6="accent6" hlink="hlink" folHlink="folHlink"/>
  <p:sldLayoutIdLst>
    <p:sldLayoutId id="2147484659" r:id="rId1"/>
    <p:sldLayoutId id="2147484660" r:id="rId2"/>
    <p:sldLayoutId id="2147484661" r:id="rId3"/>
    <p:sldLayoutId id="2147484662" r:id="rId4"/>
    <p:sldLayoutId id="2147484665" r:id="rId5"/>
    <p:sldLayoutId id="2147484666" r:id="rId6"/>
    <p:sldLayoutId id="2147484667" r:id="rId7"/>
    <p:sldLayoutId id="2147484670" r:id="rId8"/>
    <p:sldLayoutId id="2147484669" r:id="rId9"/>
    <p:sldLayoutId id="2147484675" r:id="rId10"/>
    <p:sldLayoutId id="2147484721" r:id="rId11"/>
    <p:sldLayoutId id="2147484674" r:id="rId12"/>
    <p:sldLayoutId id="2147484673" r:id="rId13"/>
    <p:sldLayoutId id="2147484672" r:id="rId14"/>
    <p:sldLayoutId id="2147484676" r:id="rId15"/>
    <p:sldLayoutId id="2147484677" r:id="rId16"/>
    <p:sldLayoutId id="2147484692" r:id="rId17"/>
    <p:sldLayoutId id="2147484693" r:id="rId18"/>
    <p:sldLayoutId id="2147484695" r:id="rId19"/>
    <p:sldLayoutId id="2147484694" r:id="rId20"/>
    <p:sldLayoutId id="2147484696" r:id="rId21"/>
    <p:sldLayoutId id="2147484698" r:id="rId22"/>
    <p:sldLayoutId id="2147484699" r:id="rId23"/>
    <p:sldLayoutId id="2147484700" r:id="rId24"/>
    <p:sldLayoutId id="2147484701" r:id="rId25"/>
    <p:sldLayoutId id="2147484703" r:id="rId26"/>
    <p:sldLayoutId id="2147484704" r:id="rId27"/>
    <p:sldLayoutId id="2147484705" r:id="rId28"/>
    <p:sldLayoutId id="2147484706" r:id="rId29"/>
    <p:sldLayoutId id="2147484707" r:id="rId30"/>
    <p:sldLayoutId id="2147484711" r:id="rId31"/>
    <p:sldLayoutId id="2147484708" r:id="rId32"/>
    <p:sldLayoutId id="2147484712" r:id="rId33"/>
    <p:sldLayoutId id="2147484709" r:id="rId34"/>
    <p:sldLayoutId id="2147484713" r:id="rId35"/>
    <p:sldLayoutId id="2147484716" r:id="rId36"/>
    <p:sldLayoutId id="2147484720" r:id="rId37"/>
  </p:sldLayoutIdLst>
  <p:hf hdr="0" dt="0"/>
  <p:txStyles>
    <p:titleStyle>
      <a:lvl1pPr eaLnBrk="1" hangingPunct="1">
        <a:lnSpc>
          <a:spcPct val="90000"/>
        </a:lnSpc>
        <a:defRPr sz="2800" kern="1200" baseline="0">
          <a:solidFill>
            <a:schemeClr val="tx1"/>
          </a:solidFill>
          <a:latin typeface="+mj-lt"/>
          <a:ea typeface="+mj-ea"/>
          <a:cs typeface="+mj-cs"/>
        </a:defRPr>
      </a:lvl1pPr>
    </p:titleStyle>
    <p:bodyStyle>
      <a:lvl1pPr marL="0" eaLnBrk="1" hangingPunct="1">
        <a:lnSpc>
          <a:spcPct val="90000"/>
        </a:lnSpc>
        <a:spcBef>
          <a:spcPts val="1200"/>
        </a:spcBef>
        <a:spcAft>
          <a:spcPts val="600"/>
        </a:spcAft>
        <a:defRPr sz="2200">
          <a:solidFill>
            <a:schemeClr val="tx1"/>
          </a:solidFill>
          <a:latin typeface="Calibre Light" panose="020B0303030202060203" pitchFamily="34" charset="0"/>
          <a:ea typeface="+mn-ea"/>
          <a:cs typeface="+mn-cs"/>
        </a:defRPr>
      </a:lvl1pPr>
      <a:lvl2pPr marL="0" indent="0" eaLnBrk="1" hangingPunct="1">
        <a:spcAft>
          <a:spcPts val="600"/>
        </a:spcAft>
        <a:defRPr sz="1600" b="0">
          <a:solidFill>
            <a:schemeClr val="tx1"/>
          </a:solidFill>
          <a:latin typeface="Calibre Semibold" panose="020B0703030202060203" pitchFamily="34" charset="0"/>
          <a:ea typeface="+mn-ea"/>
          <a:cs typeface="+mn-cs"/>
        </a:defRPr>
      </a:lvl2pPr>
      <a:lvl3pPr marL="0" indent="0" eaLnBrk="1" hangingPunct="1">
        <a:spcBef>
          <a:spcPts val="300"/>
        </a:spcBef>
        <a:spcAft>
          <a:spcPts val="300"/>
        </a:spcAft>
        <a:defRPr sz="1200">
          <a:solidFill>
            <a:schemeClr val="tx1"/>
          </a:solidFill>
          <a:latin typeface="+mn-lt"/>
          <a:ea typeface="+mn-ea"/>
          <a:cs typeface="+mn-cs"/>
        </a:defRPr>
      </a:lvl3pPr>
      <a:lvl4pPr marL="171450" indent="-171450" eaLnBrk="1" hangingPunct="1">
        <a:spcBef>
          <a:spcPts val="300"/>
        </a:spcBef>
        <a:spcAft>
          <a:spcPts val="300"/>
        </a:spcAft>
        <a:buFont typeface="+mn-lt" panose="04000400000000000000" pitchFamily="82" charset="0"/>
        <a:buChar char="–"/>
        <a:defRPr sz="1200">
          <a:solidFill>
            <a:schemeClr val="tx1"/>
          </a:solidFill>
          <a:latin typeface="+mn-lt"/>
          <a:ea typeface="+mn-ea"/>
          <a:cs typeface="+mn-cs"/>
        </a:defRPr>
      </a:lvl4pPr>
      <a:lvl5pPr marL="365760" indent="-182880" eaLnBrk="1" hangingPunct="1">
        <a:spcBef>
          <a:spcPts val="300"/>
        </a:spcBef>
        <a:spcAft>
          <a:spcPts val="300"/>
        </a:spcAft>
        <a:buSzPct val="80000"/>
        <a:buFont typeface="+mn-lt" panose="04000400000000000000" pitchFamily="82" charset="0"/>
        <a:buChar char="•"/>
        <a:defRPr sz="1200" b="0">
          <a:solidFill>
            <a:schemeClr val="tx1"/>
          </a:solidFill>
          <a:latin typeface="+mn-lt"/>
          <a:ea typeface="+mn-ea"/>
          <a:cs typeface="+mn-cs"/>
        </a:defRPr>
      </a:lvl5pPr>
      <a:lvl6pPr marL="0" indent="0" eaLnBrk="1" hangingPunct="1">
        <a:spcBef>
          <a:spcPts val="600"/>
        </a:spcBef>
        <a:spcAft>
          <a:spcPts val="0"/>
        </a:spcAft>
        <a:buFontTx/>
        <a:buNone/>
        <a:defRPr sz="1200">
          <a:solidFill>
            <a:schemeClr val="tx1"/>
          </a:solidFill>
          <a:latin typeface="Calibre Semibold" panose="020B0703030202060203" pitchFamily="34" charset="0"/>
          <a:ea typeface="+mn-ea"/>
          <a:cs typeface="+mn-cs"/>
        </a:defRPr>
      </a:lvl6pPr>
      <a:lvl7pPr marL="0" indent="0" eaLnBrk="1" hangingPunct="1">
        <a:spcBef>
          <a:spcPts val="600"/>
        </a:spcBef>
        <a:defRPr sz="1050">
          <a:solidFill>
            <a:schemeClr val="tx1"/>
          </a:solidFill>
          <a:latin typeface="Calibre Semibold" panose="020B0703030202060203" pitchFamily="34" charset="0"/>
          <a:ea typeface="+mn-ea"/>
          <a:cs typeface="+mn-cs"/>
        </a:defRPr>
      </a:lvl7pPr>
      <a:lvl8pPr marL="0" indent="0" eaLnBrk="1" hangingPunct="1">
        <a:spcBef>
          <a:spcPts val="300"/>
        </a:spcBef>
        <a:spcAft>
          <a:spcPts val="300"/>
        </a:spcAft>
        <a:defRPr sz="1050" b="0">
          <a:solidFill>
            <a:schemeClr val="tx1"/>
          </a:solidFill>
          <a:latin typeface="+mn-lt"/>
          <a:ea typeface="+mn-ea"/>
          <a:cs typeface="+mn-cs"/>
        </a:defRPr>
      </a:lvl8pPr>
      <a:lvl9pPr marL="171450" indent="-171450" eaLnBrk="1" hangingPunct="1">
        <a:spcBef>
          <a:spcPts val="200"/>
        </a:spcBef>
        <a:spcAft>
          <a:spcPts val="200"/>
        </a:spcAft>
        <a:buFont typeface="+mn-lt" panose="04000400000000000000" pitchFamily="82" charset="0"/>
        <a:buChar char="–"/>
        <a:defRPr sz="1050">
          <a:solidFill>
            <a:schemeClr val="tx1"/>
          </a:solidFill>
          <a:latin typeface="+mn-lt"/>
          <a:ea typeface="+mn-ea"/>
          <a:cs typeface="+mn-cs"/>
        </a:defRPr>
      </a:lvl9pPr>
    </p:bodyStyle>
    <p:otherStyle>
      <a:lvl1pPr marL="0" eaLnBrk="1" hangingPunct="1">
        <a:defRPr sz="1200" kern="1200">
          <a:latin typeface="+mn-lt"/>
          <a:ea typeface="+mn-ea"/>
          <a:cs typeface="+mn-cs"/>
        </a:defRPr>
      </a:lvl1pPr>
      <a:lvl2pPr marL="0" eaLnBrk="1" hangingPunct="1">
        <a:defRPr sz="1000" kern="1200">
          <a:latin typeface="+mn-lt"/>
          <a:ea typeface="+mn-ea"/>
          <a:cs typeface="+mn-cs"/>
        </a:defRPr>
      </a:lvl2pPr>
      <a:lvl3pPr marL="114300" indent="-114300" eaLnBrk="1" hangingPunct="1">
        <a:buFont typeface="+mn-lt" panose="04000400000000000000" pitchFamily="82" charset="0"/>
        <a:buChar char="–"/>
        <a:defRPr sz="1000" kern="1200">
          <a:latin typeface="+mn-lt"/>
          <a:ea typeface="+mn-ea"/>
          <a:cs typeface="+mn-cs"/>
        </a:defRPr>
      </a:lvl3pPr>
      <a:lvl4pPr marL="228600" indent="-114300" eaLnBrk="1" hangingPunct="1">
        <a:buFont typeface="+mn-lt" panose="04000400000000000000" pitchFamily="82" charset="0"/>
        <a:buChar char="–"/>
        <a:defRPr sz="1000" kern="1000">
          <a:latin typeface="+mn-lt"/>
          <a:ea typeface="+mn-ea"/>
          <a:cs typeface="+mn-cs"/>
        </a:defRPr>
      </a:lvl4pPr>
      <a:lvl5pPr marL="342900" indent="-114300" eaLnBrk="1" hangingPunct="1">
        <a:buFont typeface="+mn-lt" panose="04000400000000000000" pitchFamily="82" charset="0"/>
        <a:buChar char="–"/>
        <a:defRPr sz="900" kern="1000">
          <a:latin typeface="+mn-lt"/>
          <a:ea typeface="+mn-ea"/>
          <a:cs typeface="+mn-cs"/>
        </a:defRPr>
      </a:lvl5pPr>
      <a:lvl6pPr marL="0" eaLnBrk="1" hangingPunct="1">
        <a:defRPr sz="900" kern="900">
          <a:latin typeface="+mn-lt"/>
          <a:ea typeface="+mn-ea"/>
          <a:cs typeface="+mn-cs"/>
        </a:defRPr>
      </a:lvl6pPr>
      <a:lvl7pPr marL="0" eaLnBrk="1" hangingPunct="1">
        <a:defRPr sz="900" kern="900">
          <a:latin typeface="+mn-lt"/>
          <a:ea typeface="+mn-ea"/>
          <a:cs typeface="+mn-cs"/>
        </a:defRPr>
      </a:lvl7pPr>
      <a:lvl8pPr marL="0" eaLnBrk="1" hangingPunct="1">
        <a:defRPr sz="900" kern="900">
          <a:latin typeface="+mn-lt"/>
          <a:ea typeface="+mn-ea"/>
          <a:cs typeface="+mn-cs"/>
        </a:defRPr>
      </a:lvl8pPr>
      <a:lvl9pPr marL="0" eaLnBrk="1" hangingPunct="1">
        <a:defRPr sz="900" kern="900">
          <a:latin typeface="+mn-lt"/>
          <a:ea typeface="+mn-ea"/>
          <a:cs typeface="+mn-cs"/>
        </a:defRPr>
      </a:lvl9pPr>
    </p:otherStyle>
  </p:txStyles>
  <p:extLst>
    <p:ext uri="{27BBF7A9-308A-43DC-89C8-2F10F3537804}">
      <p15:sldGuideLst xmlns:p15="http://schemas.microsoft.com/office/powerpoint/2012/main">
        <p15:guide id="1" orient="horz" userDrawn="1">
          <p15:clr>
            <a:srgbClr val="F26B43"/>
          </p15:clr>
        </p15:guide>
        <p15:guide id="2" pos="7680" userDrawn="1">
          <p15:clr>
            <a:srgbClr val="F26B43"/>
          </p15:clr>
        </p15:guide>
        <p15:guide id="3" pos="576" userDrawn="1">
          <p15:clr>
            <a:srgbClr val="F26B43"/>
          </p15:clr>
        </p15:guide>
        <p15:guide id="4" pos="640" userDrawn="1">
          <p15:clr>
            <a:srgbClr val="F26B43"/>
          </p15:clr>
        </p15:guide>
        <p15:guide id="5" pos="904" userDrawn="1">
          <p15:clr>
            <a:srgbClr val="F26B43"/>
          </p15:clr>
        </p15:guide>
        <p15:guide id="6" pos="968" userDrawn="1">
          <p15:clr>
            <a:srgbClr val="F26B43"/>
          </p15:clr>
        </p15:guide>
        <p15:guide id="7" pos="1224" userDrawn="1">
          <p15:clr>
            <a:srgbClr val="F26B43"/>
          </p15:clr>
        </p15:guide>
        <p15:guide id="8" pos="1288" userDrawn="1">
          <p15:clr>
            <a:srgbClr val="F26B43"/>
          </p15:clr>
        </p15:guide>
        <p15:guide id="9" pos="1552" userDrawn="1">
          <p15:clr>
            <a:srgbClr val="F26B43"/>
          </p15:clr>
        </p15:guide>
        <p15:guide id="10" pos="1608" userDrawn="1">
          <p15:clr>
            <a:srgbClr val="F26B43"/>
          </p15:clr>
        </p15:guide>
        <p15:guide id="11" pos="1872" userDrawn="1">
          <p15:clr>
            <a:srgbClr val="F26B43"/>
          </p15:clr>
        </p15:guide>
        <p15:guide id="12" pos="1936" userDrawn="1">
          <p15:clr>
            <a:srgbClr val="F26B43"/>
          </p15:clr>
        </p15:guide>
        <p15:guide id="13" pos="2192" userDrawn="1">
          <p15:clr>
            <a:srgbClr val="F26B43"/>
          </p15:clr>
        </p15:guide>
        <p15:guide id="14" pos="2256" userDrawn="1">
          <p15:clr>
            <a:srgbClr val="F26B43"/>
          </p15:clr>
        </p15:guide>
        <p15:guide id="15" pos="2520" userDrawn="1">
          <p15:clr>
            <a:srgbClr val="F26B43"/>
          </p15:clr>
        </p15:guide>
        <p15:guide id="16" pos="2576" userDrawn="1">
          <p15:clr>
            <a:srgbClr val="F26B43"/>
          </p15:clr>
        </p15:guide>
        <p15:guide id="17" pos="2840" userDrawn="1">
          <p15:clr>
            <a:srgbClr val="F26B43"/>
          </p15:clr>
        </p15:guide>
        <p15:guide id="18" pos="2904" userDrawn="1">
          <p15:clr>
            <a:srgbClr val="F26B43"/>
          </p15:clr>
        </p15:guide>
        <p15:guide id="19" pos="3160" userDrawn="1">
          <p15:clr>
            <a:srgbClr val="F26B43"/>
          </p15:clr>
        </p15:guide>
        <p15:guide id="20" pos="3224" userDrawn="1">
          <p15:clr>
            <a:srgbClr val="F26B43"/>
          </p15:clr>
        </p15:guide>
        <p15:guide id="21" pos="3488" userDrawn="1">
          <p15:clr>
            <a:srgbClr val="F26B43"/>
          </p15:clr>
        </p15:guide>
        <p15:guide id="22" pos="3552" userDrawn="1">
          <p15:clr>
            <a:srgbClr val="F26B43"/>
          </p15:clr>
        </p15:guide>
        <p15:guide id="23" pos="3808" userDrawn="1">
          <p15:clr>
            <a:srgbClr val="F26B43"/>
          </p15:clr>
        </p15:guide>
        <p15:guide id="24" pos="3872" userDrawn="1">
          <p15:clr>
            <a:srgbClr val="F26B43"/>
          </p15:clr>
        </p15:guide>
        <p15:guide id="25" pos="4128" userDrawn="1">
          <p15:clr>
            <a:srgbClr val="F26B43"/>
          </p15:clr>
        </p15:guide>
        <p15:guide id="26" pos="4192" userDrawn="1">
          <p15:clr>
            <a:srgbClr val="F26B43"/>
          </p15:clr>
        </p15:guide>
        <p15:guide id="27" pos="4456" userDrawn="1">
          <p15:clr>
            <a:srgbClr val="F26B43"/>
          </p15:clr>
        </p15:guide>
        <p15:guide id="28" pos="4520" userDrawn="1">
          <p15:clr>
            <a:srgbClr val="F26B43"/>
          </p15:clr>
        </p15:guide>
        <p15:guide id="29" pos="4776" userDrawn="1">
          <p15:clr>
            <a:srgbClr val="F26B43"/>
          </p15:clr>
        </p15:guide>
        <p15:guide id="30" pos="4840" userDrawn="1">
          <p15:clr>
            <a:srgbClr val="F26B43"/>
          </p15:clr>
        </p15:guide>
        <p15:guide id="31" pos="5096" userDrawn="1">
          <p15:clr>
            <a:srgbClr val="F26B43"/>
          </p15:clr>
        </p15:guide>
        <p15:guide id="32" pos="5160" userDrawn="1">
          <p15:clr>
            <a:srgbClr val="F26B43"/>
          </p15:clr>
        </p15:guide>
        <p15:guide id="33" pos="5424" userDrawn="1">
          <p15:clr>
            <a:srgbClr val="F26B43"/>
          </p15:clr>
        </p15:guide>
        <p15:guide id="34" pos="5488" userDrawn="1">
          <p15:clr>
            <a:srgbClr val="F26B43"/>
          </p15:clr>
        </p15:guide>
        <p15:guide id="35" pos="5744" userDrawn="1">
          <p15:clr>
            <a:srgbClr val="F26B43"/>
          </p15:clr>
        </p15:guide>
        <p15:guide id="36" pos="5808" userDrawn="1">
          <p15:clr>
            <a:srgbClr val="F26B43"/>
          </p15:clr>
        </p15:guide>
        <p15:guide id="37" pos="6064" userDrawn="1">
          <p15:clr>
            <a:srgbClr val="F26B43"/>
          </p15:clr>
        </p15:guide>
        <p15:guide id="38" pos="6128" userDrawn="1">
          <p15:clr>
            <a:srgbClr val="F26B43"/>
          </p15:clr>
        </p15:guide>
        <p15:guide id="39" pos="6392" userDrawn="1">
          <p15:clr>
            <a:srgbClr val="F26B43"/>
          </p15:clr>
        </p15:guide>
        <p15:guide id="40" pos="6456" userDrawn="1">
          <p15:clr>
            <a:srgbClr val="F26B43"/>
          </p15:clr>
        </p15:guide>
        <p15:guide id="41" pos="6712" userDrawn="1">
          <p15:clr>
            <a:srgbClr val="F26B43"/>
          </p15:clr>
        </p15:guide>
        <p15:guide id="42" pos="6776" userDrawn="1">
          <p15:clr>
            <a:srgbClr val="F26B43"/>
          </p15:clr>
        </p15:guide>
        <p15:guide id="43" pos="7032" userDrawn="1">
          <p15:clr>
            <a:srgbClr val="F26B43"/>
          </p15:clr>
        </p15:guide>
        <p15:guide id="44" pos="7096" userDrawn="1">
          <p15:clr>
            <a:srgbClr val="F26B43"/>
          </p15:clr>
        </p15:guide>
        <p15:guide id="45" pos="7360" userDrawn="1">
          <p15:clr>
            <a:srgbClr val="F26B43"/>
          </p15:clr>
        </p15:guide>
        <p15:guide id="46" orient="horz" pos="944" userDrawn="1">
          <p15:clr>
            <a:srgbClr val="F26B43"/>
          </p15:clr>
        </p15:guide>
        <p15:guide id="47" orient="horz" pos="1008" userDrawn="1">
          <p15:clr>
            <a:srgbClr val="F26B43"/>
          </p15:clr>
        </p15:guide>
        <p15:guide id="48" orient="horz" pos="1336" userDrawn="1">
          <p15:clr>
            <a:srgbClr val="F26B43"/>
          </p15:clr>
        </p15:guide>
        <p15:guide id="49" orient="horz" pos="1400" userDrawn="1">
          <p15:clr>
            <a:srgbClr val="F26B43"/>
          </p15:clr>
        </p15:guide>
        <p15:guide id="50" orient="horz" pos="1736" userDrawn="1">
          <p15:clr>
            <a:srgbClr val="F26B43"/>
          </p15:clr>
        </p15:guide>
        <p15:guide id="51" orient="horz" pos="1800" userDrawn="1">
          <p15:clr>
            <a:srgbClr val="F26B43"/>
          </p15:clr>
        </p15:guide>
        <p15:guide id="52" orient="horz" pos="2128" userDrawn="1">
          <p15:clr>
            <a:srgbClr val="F26B43"/>
          </p15:clr>
        </p15:guide>
        <p15:guide id="53" orient="horz" pos="2192" userDrawn="1">
          <p15:clr>
            <a:srgbClr val="F26B43"/>
          </p15:clr>
        </p15:guide>
        <p15:guide id="54" orient="horz" pos="2520" userDrawn="1">
          <p15:clr>
            <a:srgbClr val="F26B43"/>
          </p15:clr>
        </p15:guide>
        <p15:guide id="55" orient="horz" pos="2584" userDrawn="1">
          <p15:clr>
            <a:srgbClr val="F26B43"/>
          </p15:clr>
        </p15:guide>
        <p15:guide id="56" orient="horz" pos="2920" userDrawn="1">
          <p15:clr>
            <a:srgbClr val="F26B43"/>
          </p15:clr>
        </p15:guide>
        <p15:guide id="57" orient="horz" pos="2984" userDrawn="1">
          <p15:clr>
            <a:srgbClr val="F26B43"/>
          </p15:clr>
        </p15:guide>
        <p15:guide id="58" orient="horz" pos="3312" userDrawn="1">
          <p15:clr>
            <a:srgbClr val="F26B43"/>
          </p15:clr>
        </p15:guide>
        <p15:guide id="59" orient="horz" pos="3376" userDrawn="1">
          <p15:clr>
            <a:srgbClr val="F26B43"/>
          </p15:clr>
        </p15:guide>
        <p15:guide id="60" orient="horz" pos="552" userDrawn="1">
          <p15:clr>
            <a:srgbClr val="F26B43"/>
          </p15:clr>
        </p15:guide>
        <p15:guide id="61" orient="horz" pos="616" userDrawn="1">
          <p15:clr>
            <a:srgbClr val="F26B43"/>
          </p15:clr>
        </p15:guide>
        <p15:guide id="62" orient="horz" pos="4320" userDrawn="1">
          <p15:clr>
            <a:srgbClr val="F26B43"/>
          </p15:clr>
        </p15:guide>
        <p15:guide id="63" orient="horz" pos="3704" userDrawn="1">
          <p15:clr>
            <a:srgbClr val="F26B43"/>
          </p15:clr>
        </p15:guide>
        <p15:guide id="64" orient="horz" pos="3768" userDrawn="1">
          <p15:clr>
            <a:srgbClr val="F26B43"/>
          </p15:clr>
        </p15:guide>
        <p15:guide id="65" pos="320" userDrawn="1">
          <p15:clr>
            <a:srgbClr val="F26B43"/>
          </p15:clr>
        </p15:guide>
        <p15:guide id="66" orient="horz" pos="288" userDrawn="1">
          <p15:clr>
            <a:srgbClr val="F26B43"/>
          </p15:clr>
        </p15:guide>
        <p15:guide id="67" orient="horz" pos="4032" userDrawn="1">
          <p15:clr>
            <a:srgbClr val="F26B43"/>
          </p15:clr>
        </p15:guide>
        <p15:guide id="68" userDrawn="1">
          <p15:clr>
            <a:srgbClr val="F26B43"/>
          </p15:clr>
        </p15:guide>
        <p15:guide id="69" orient="horz" pos="224" userDrawn="1">
          <p15:clr>
            <a:srgbClr val="F26B43"/>
          </p15:clr>
        </p15:guide>
        <p15:guide id="70" pos="7424" userDrawn="1">
          <p15:clr>
            <a:srgbClr val="F26B43"/>
          </p15:clr>
        </p15:guide>
        <p15:guide id="71" orient="horz" pos="4096" userDrawn="1">
          <p15:clr>
            <a:srgbClr val="F26B43"/>
          </p15:clr>
        </p15:guide>
        <p15:guide id="72" pos="25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3E5B298-1214-BD3F-9EAD-0AFB8F752777}"/>
              </a:ext>
            </a:extLst>
          </p:cNvPr>
          <p:cNvSpPr>
            <a:spLocks noGrp="1"/>
          </p:cNvSpPr>
          <p:nvPr>
            <p:ph type="body" sz="quarter" idx="10"/>
          </p:nvPr>
        </p:nvSpPr>
        <p:spPr/>
        <p:txBody>
          <a:bodyPr/>
          <a:lstStyle/>
          <a:p>
            <a:endParaRPr lang="en-US"/>
          </a:p>
        </p:txBody>
      </p:sp>
      <p:sp>
        <p:nvSpPr>
          <p:cNvPr id="3" name="Title 2">
            <a:extLst>
              <a:ext uri="{FF2B5EF4-FFF2-40B4-BE49-F238E27FC236}">
                <a16:creationId xmlns:a16="http://schemas.microsoft.com/office/drawing/2014/main" id="{C1519827-A9A7-C3BF-1FA0-A88ED9363E1D}"/>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7B952F17-9678-4D55-43DC-B6C1D69BF874}"/>
              </a:ext>
            </a:extLst>
          </p:cNvPr>
          <p:cNvSpPr>
            <a:spLocks noGrp="1"/>
          </p:cNvSpPr>
          <p:nvPr>
            <p:ph type="body" sz="quarter" idx="11"/>
          </p:nvPr>
        </p:nvSpPr>
        <p:spPr/>
        <p:txBody>
          <a:bodyPr/>
          <a:lstStyle/>
          <a:p>
            <a:endParaRPr lang="en-US"/>
          </a:p>
        </p:txBody>
      </p:sp>
      <p:sp>
        <p:nvSpPr>
          <p:cNvPr id="5" name="Content Placeholder 4">
            <a:extLst>
              <a:ext uri="{FF2B5EF4-FFF2-40B4-BE49-F238E27FC236}">
                <a16:creationId xmlns:a16="http://schemas.microsoft.com/office/drawing/2014/main" id="{A90B7284-FCD3-30A3-7E68-996938D572A1}"/>
              </a:ext>
            </a:extLst>
          </p:cNvPr>
          <p:cNvSpPr>
            <a:spLocks noGrp="1"/>
          </p:cNvSpPr>
          <p:nvPr>
            <p:ph sz="quarter" idx="12"/>
          </p:nvPr>
        </p:nvSpPr>
        <p:spPr/>
        <p:txBody>
          <a:bodyPr/>
          <a:lstStyle/>
          <a:p>
            <a:endParaRPr lang="en-US"/>
          </a:p>
        </p:txBody>
      </p:sp>
      <p:sp>
        <p:nvSpPr>
          <p:cNvPr id="6" name="Text Placeholder 5">
            <a:extLst>
              <a:ext uri="{FF2B5EF4-FFF2-40B4-BE49-F238E27FC236}">
                <a16:creationId xmlns:a16="http://schemas.microsoft.com/office/drawing/2014/main" id="{71266AD0-BAE5-031F-B737-77ABA7062C52}"/>
              </a:ext>
            </a:extLst>
          </p:cNvPr>
          <p:cNvSpPr>
            <a:spLocks noGrp="1"/>
          </p:cNvSpPr>
          <p:nvPr>
            <p:ph type="body" sz="quarter" idx="19"/>
          </p:nvPr>
        </p:nvSpPr>
        <p:spPr/>
        <p:txBody>
          <a:bodyPr/>
          <a:lstStyle/>
          <a:p>
            <a:endParaRPr lang="en-US"/>
          </a:p>
        </p:txBody>
      </p:sp>
      <p:sp>
        <p:nvSpPr>
          <p:cNvPr id="7" name="Text Placeholder 6">
            <a:extLst>
              <a:ext uri="{FF2B5EF4-FFF2-40B4-BE49-F238E27FC236}">
                <a16:creationId xmlns:a16="http://schemas.microsoft.com/office/drawing/2014/main" id="{56C6FA77-60C9-CCE1-25C9-B58CD16B4474}"/>
              </a:ext>
            </a:extLst>
          </p:cNvPr>
          <p:cNvSpPr>
            <a:spLocks noGrp="1"/>
          </p:cNvSpPr>
          <p:nvPr>
            <p:ph type="body" sz="quarter" idx="20"/>
          </p:nvPr>
        </p:nvSpPr>
        <p:spPr/>
        <p:txBody>
          <a:bodyPr/>
          <a:lstStyle/>
          <a:p>
            <a:endParaRPr lang="en-US"/>
          </a:p>
        </p:txBody>
      </p:sp>
    </p:spTree>
    <p:extLst>
      <p:ext uri="{BB962C8B-B14F-4D97-AF65-F5344CB8AC3E}">
        <p14:creationId xmlns:p14="http://schemas.microsoft.com/office/powerpoint/2010/main" val="3999751982"/>
      </p:ext>
    </p:extLst>
  </p:cSld>
  <p:clrMapOvr>
    <a:masterClrMapping/>
  </p:clrMapOvr>
</p:sld>
</file>

<file path=ppt/theme/theme1.xml><?xml version="1.0" encoding="utf-8"?>
<a:theme xmlns:a="http://schemas.openxmlformats.org/drawingml/2006/main" name="Master presentation 2024">
  <a:themeElements>
    <a:clrScheme name="CBRE Emerald">
      <a:dk1>
        <a:srgbClr val="435254"/>
      </a:dk1>
      <a:lt1>
        <a:srgbClr val="FFFFFF"/>
      </a:lt1>
      <a:dk2>
        <a:srgbClr val="DBD99A"/>
      </a:dk2>
      <a:lt2>
        <a:srgbClr val="80BBAD"/>
      </a:lt2>
      <a:accent1>
        <a:srgbClr val="1F3765"/>
      </a:accent1>
      <a:accent2>
        <a:srgbClr val="3E7CA6"/>
      </a:accent2>
      <a:accent3>
        <a:srgbClr val="CAD1D3"/>
      </a:accent3>
      <a:accent4>
        <a:srgbClr val="96B3B6"/>
      </a:accent4>
      <a:accent5>
        <a:srgbClr val="7F8481"/>
      </a:accent5>
      <a:accent6>
        <a:srgbClr val="003F2D"/>
      </a:accent6>
      <a:hlink>
        <a:srgbClr val="538184"/>
      </a:hlink>
      <a:folHlink>
        <a:srgbClr val="538184"/>
      </a:folHlink>
    </a:clrScheme>
    <a:fontScheme name="CBRE">
      <a:majorFont>
        <a:latin typeface="Financier Display"/>
        <a:ea typeface=""/>
        <a:cs typeface=""/>
      </a:majorFont>
      <a:minorFont>
        <a:latin typeface="Calibr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solidFill>
      </a:spPr>
      <a:bodyPr wrap="square" lIns="72000" tIns="46800" rIns="72000" bIns="46800" rtlCol="0" anchor="ctr" anchorCtr="1">
        <a:noAutofit/>
      </a:bodyPr>
      <a:lstStyle>
        <a:defPPr algn="ctr">
          <a:defRPr dirty="0" smtClean="0">
            <a:solidFill>
              <a:srgbClr val="012A2D"/>
            </a:solidFill>
          </a:defRPr>
        </a:defPPr>
      </a:lstStyle>
    </a:spDef>
    <a:lnDef>
      <a:spPr>
        <a:ln w="12700">
          <a:solidFill>
            <a:schemeClr val="tx1"/>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a:defPPr>
      </a:lstStyle>
    </a:txDef>
  </a:objectDefaults>
  <a:extraClrSchemeLst/>
  <a:custClrLst>
    <a:custClr name="Celadon (Data Viz 1)">
      <a:srgbClr val="80BBAD"/>
    </a:custClr>
    <a:custClr name="Dark Grey (Data Viz 2)">
      <a:srgbClr val="435254"/>
    </a:custClr>
    <a:custClr name="Accent Green (Data Viz 3)">
      <a:srgbClr val="17E88F"/>
    </a:custClr>
    <a:custClr name="Wheat (Data Viz 4)">
      <a:srgbClr val="DBD99A"/>
    </a:custClr>
    <a:custClr name="Data Orange (Data Viz 5)">
      <a:srgbClr val="D2785A"/>
    </a:custClr>
    <a:custClr name="Data Purple (Data Viz 6)">
      <a:srgbClr val="885073"/>
    </a:custClr>
    <a:custClr name="Data Lt. Purple (Data Viz 7)">
      <a:srgbClr val="A388BF"/>
    </a:custClr>
    <a:custClr name="Data Blue (Data Viz 8)">
      <a:srgbClr val="1F3765"/>
    </a:custClr>
    <a:custClr name="Data Lt. Blue (Data Viz 9)">
      <a:srgbClr val="3E7CA6"/>
    </a:custClr>
    <a:custClr name="Light Grey (Data Viz 10)">
      <a:srgbClr val="CAD1D3"/>
    </a:custClr>
    <a:custClr name="Negative Value Red">
      <a:srgbClr val="AD2A2A"/>
    </a:custClr>
    <a:custClr name="DataViz Background (20% Lt. Grey)">
      <a:srgbClr val="F6F6F6"/>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Primary Green (Primary)">
      <a:srgbClr val="003F2D"/>
    </a:custClr>
    <a:custClr name="Accent Green (Primary)">
      <a:srgbClr val="17E88F"/>
    </a:custClr>
    <a:custClr name="Dark Green (Primary)">
      <a:srgbClr val="012A2D"/>
    </a:custClr>
    <a:custClr name="Dark Grey (Primary)">
      <a:srgbClr val="435254"/>
    </a:custClr>
    <a:custClr name="Light Grey (Primary)">
      <a:srgbClr val="CAD1D3"/>
    </a:custClr>
    <a:custClr name="Midnight (Secondary)">
      <a:srgbClr val="032842"/>
    </a:custClr>
    <a:custClr name="Sage (Secondary)">
      <a:srgbClr val="538184"/>
    </a:custClr>
    <a:custClr name="Celadon (Secondary)">
      <a:srgbClr val="80BBAD"/>
    </a:custClr>
    <a:custClr name="Wheat (Secondary)">
      <a:srgbClr val="DBD99A"/>
    </a:custClr>
    <a:custClr name="Cement (Secondary)">
      <a:srgbClr val="7F8480"/>
    </a:custClr>
    <a:custClr name=" ">
      <a:srgbClr val="FFFFFF"/>
    </a:custClr>
    <a:custClr name=" ">
      <a:srgbClr val="FFFFFF"/>
    </a:custClr>
    <a:custClr name=" ">
      <a:srgbClr val="FFFFFF"/>
    </a:custClr>
    <a:custClr name=" ">
      <a:srgbClr val="FFFFFF"/>
    </a:custClr>
    <a:custClr name=" ">
      <a:srgbClr val="FFFFFF"/>
    </a:custClr>
    <a:custClr name="Midnight Tint (Secondary)">
      <a:srgbClr val="778F9C"/>
    </a:custClr>
    <a:custClr name="Sage Tint (Secondary)">
      <a:srgbClr val="96B3B6"/>
    </a:custClr>
    <a:custClr name="Celadon Tint (Secondary)">
      <a:srgbClr val="C0D4CB"/>
    </a:custClr>
    <a:custClr name="Wheat Tint (Secondary)">
      <a:srgbClr val="EFECD2"/>
    </a:custClr>
    <a:custClr name="Cement Tint (Secondary)">
      <a:srgbClr val="CBCDCB"/>
    </a:custClr>
  </a:custClrLst>
  <a:extLst>
    <a:ext uri="{05A4C25C-085E-4340-85A3-A5531E510DB2}">
      <thm15:themeFamily xmlns:thm15="http://schemas.microsoft.com/office/thememl/2012/main" name="Presentation6" id="{853E4411-048D-A542-B91D-6C6A0027229D}" vid="{CC6B444E-93BA-B349-ACF7-0BC977660C33}"/>
    </a:ext>
  </a:extLst>
</a:theme>
</file>

<file path=ppt/theme/theme2.xml><?xml version="1.0" encoding="utf-8"?>
<a:theme xmlns:a="http://schemas.openxmlformats.org/drawingml/2006/main" name="Office Theme">
  <a:themeElements>
    <a:clrScheme name="Emerald 2021">
      <a:dk1>
        <a:srgbClr val="435254"/>
      </a:dk1>
      <a:lt1>
        <a:sysClr val="window" lastClr="FFFFFF"/>
      </a:lt1>
      <a:dk2>
        <a:srgbClr val="DBD99A"/>
      </a:dk2>
      <a:lt2>
        <a:srgbClr val="80BBAD"/>
      </a:lt2>
      <a:accent1>
        <a:srgbClr val="1F3765"/>
      </a:accent1>
      <a:accent2>
        <a:srgbClr val="3E7CA6"/>
      </a:accent2>
      <a:accent3>
        <a:srgbClr val="CAD1D3"/>
      </a:accent3>
      <a:accent4>
        <a:srgbClr val="96B3B6"/>
      </a:accent4>
      <a:accent5>
        <a:srgbClr val="7F8481"/>
      </a:accent5>
      <a:accent6>
        <a:srgbClr val="003F2D"/>
      </a:accent6>
      <a:hlink>
        <a:srgbClr val="538184"/>
      </a:hlink>
      <a:folHlink>
        <a:srgbClr val="538184"/>
      </a:folHlink>
    </a:clrScheme>
    <a:fontScheme name="Emerald">
      <a:majorFont>
        <a:latin typeface="Financier Display"/>
        <a:ea typeface=""/>
        <a:cs typeface=""/>
      </a:majorFont>
      <a:minorFont>
        <a:latin typeface="Calibr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afebe98a-ad4d-4bfc-ac9d-294564d51e1d" xsi:nil="true"/>
    <lcf76f155ced4ddcb4097134ff3c332f xmlns="37f34b39-ae9a-42c3-aa23-9e04d25d7d68">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995B965FFEAA342A21A399655DD643E" ma:contentTypeVersion="18" ma:contentTypeDescription="Create a new document." ma:contentTypeScope="" ma:versionID="77bc19cfaa451c45c59f5d7f18a67dea">
  <xsd:schema xmlns:xsd="http://www.w3.org/2001/XMLSchema" xmlns:xs="http://www.w3.org/2001/XMLSchema" xmlns:p="http://schemas.microsoft.com/office/2006/metadata/properties" xmlns:ns2="37f34b39-ae9a-42c3-aa23-9e04d25d7d68" xmlns:ns3="65f63ffe-09f2-48f2-a153-3382f1b870a7" xmlns:ns4="afebe98a-ad4d-4bfc-ac9d-294564d51e1d" targetNamespace="http://schemas.microsoft.com/office/2006/metadata/properties" ma:root="true" ma:fieldsID="b4aea80146862217b73bef9effa385e8" ns2:_="" ns3:_="" ns4:_="">
    <xsd:import namespace="37f34b39-ae9a-42c3-aa23-9e04d25d7d68"/>
    <xsd:import namespace="65f63ffe-09f2-48f2-a153-3382f1b870a7"/>
    <xsd:import namespace="afebe98a-ad4d-4bfc-ac9d-294564d51e1d"/>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2:MediaServiceAutoKeyPoints" minOccurs="0"/>
                <xsd:element ref="ns2:MediaServiceKeyPoints" minOccurs="0"/>
                <xsd:element ref="ns2:MediaServiceGenerationTime" minOccurs="0"/>
                <xsd:element ref="ns2:MediaServiceEventHashCode" minOccurs="0"/>
                <xsd:element ref="ns3:SharedWithUsers" minOccurs="0"/>
                <xsd:element ref="ns3:SharedWithDetails" minOccurs="0"/>
                <xsd:element ref="ns2:MediaLengthInSeconds" minOccurs="0"/>
                <xsd:element ref="ns2:lcf76f155ced4ddcb4097134ff3c332f" minOccurs="0"/>
                <xsd:element ref="ns4: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7f34b39-ae9a-42c3-aa23-9e04d25d7d6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OCR" ma:index="11" nillable="true" ma:displayName="MediaServiceOCR"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MediaServiceLocation" ma:internalName="MediaServiceLocation"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f9d3f478-4f1e-489e-aec6-b8552e7cfc20"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5f63ffe-09f2-48f2-a153-3382f1b870a7"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febe98a-ad4d-4bfc-ac9d-294564d51e1d"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5c4454c7-e26e-42b9-a58a-e4481f7e5770}" ma:internalName="TaxCatchAll" ma:showField="CatchAllData" ma:web="65f63ffe-09f2-48f2-a153-3382f1b870a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8A87E25-6B6B-407F-8964-E1AA01253388}">
  <ds:schemaRefs>
    <ds:schemaRef ds:uri="http://purl.org/dc/dcmitype/"/>
    <ds:schemaRef ds:uri="http://purl.org/dc/elements/1.1/"/>
    <ds:schemaRef ds:uri="http://schemas.microsoft.com/office/2006/metadata/properties"/>
    <ds:schemaRef ds:uri="http://schemas.microsoft.com/office/infopath/2007/PartnerControls"/>
    <ds:schemaRef ds:uri="http://schemas.openxmlformats.org/package/2006/metadata/core-properties"/>
    <ds:schemaRef ds:uri="http://schemas.microsoft.com/office/2006/documentManagement/types"/>
    <ds:schemaRef ds:uri="http://purl.org/dc/terms/"/>
    <ds:schemaRef ds:uri="afebe98a-ad4d-4bfc-ac9d-294564d51e1d"/>
    <ds:schemaRef ds:uri="65f63ffe-09f2-48f2-a153-3382f1b870a7"/>
    <ds:schemaRef ds:uri="37f34b39-ae9a-42c3-aa23-9e04d25d7d68"/>
    <ds:schemaRef ds:uri="http://www.w3.org/XML/1998/namespace"/>
  </ds:schemaRefs>
</ds:datastoreItem>
</file>

<file path=customXml/itemProps2.xml><?xml version="1.0" encoding="utf-8"?>
<ds:datastoreItem xmlns:ds="http://schemas.openxmlformats.org/officeDocument/2006/customXml" ds:itemID="{D9F32667-1298-4C2D-B50A-D63458841D46}">
  <ds:schemaRefs>
    <ds:schemaRef ds:uri="http://schemas.microsoft.com/sharepoint/v3/contenttype/forms"/>
  </ds:schemaRefs>
</ds:datastoreItem>
</file>

<file path=customXml/itemProps3.xml><?xml version="1.0" encoding="utf-8"?>
<ds:datastoreItem xmlns:ds="http://schemas.openxmlformats.org/officeDocument/2006/customXml" ds:itemID="{4247BD1B-DE68-4605-A287-7D8E45563FE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7f34b39-ae9a-42c3-aa23-9e04d25d7d68"/>
    <ds:schemaRef ds:uri="65f63ffe-09f2-48f2-a153-3382f1b870a7"/>
    <ds:schemaRef ds:uri="afebe98a-ad4d-4bfc-ac9d-294564d51e1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9e767a3e-36d8-4341-a9b3-8a01d66037db}" enabled="1" method="Privileged" siteId="{0159e9d0-09a0-4edf-96ba-a3deea363c28}" contentBits="0" removed="0"/>
</clbl:labelList>
</file>

<file path=docProps/app.xml><?xml version="1.0" encoding="utf-8"?>
<Properties xmlns="http://schemas.openxmlformats.org/officeDocument/2006/extended-properties" xmlns:vt="http://schemas.openxmlformats.org/officeDocument/2006/docPropsVTypes">
  <Template>Master presentation 2024</Template>
  <TotalTime>0</TotalTime>
  <Words>0</Words>
  <Application>Microsoft Macintosh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vt:i4>
      </vt:variant>
    </vt:vector>
  </HeadingPairs>
  <TitlesOfParts>
    <vt:vector size="12" baseType="lpstr">
      <vt:lpstr>Arial</vt:lpstr>
      <vt:lpstr>Arial Narrow</vt:lpstr>
      <vt:lpstr>Barlow Condensed</vt:lpstr>
      <vt:lpstr>Calibre</vt:lpstr>
      <vt:lpstr>Calibre Light</vt:lpstr>
      <vt:lpstr>Calibre Medium</vt:lpstr>
      <vt:lpstr>Calibre Semibold</vt:lpstr>
      <vt:lpstr>Calibri</vt:lpstr>
      <vt:lpstr>Financier Display</vt:lpstr>
      <vt:lpstr>Space Mono</vt:lpstr>
      <vt:lpstr>Master presentation 2024</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Novianto, Rizki @ Singapore</dc:creator>
  <cp:lastModifiedBy>Novianto, Rizki @ Singapore</cp:lastModifiedBy>
  <cp:revision>1</cp:revision>
  <dcterms:created xsi:type="dcterms:W3CDTF">2025-12-17T09:07:43Z</dcterms:created>
  <dcterms:modified xsi:type="dcterms:W3CDTF">2025-12-17T09:08:08Z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0x0101002995B965FFEAA342A21A399655DD643E</vt:lpwstr>
  </property>
  <property fmtid="{D5CDD505-2E9C-101B-9397-08002B2CF9AE}" pid="3" name="MediaServiceImageTags">
    <vt:lpwstr/>
  </property>
</Properties>
</file>